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62" r:id="rId5"/>
    <p:sldId id="261" r:id="rId6"/>
    <p:sldId id="312" r:id="rId7"/>
    <p:sldId id="272" r:id="rId8"/>
    <p:sldId id="321" r:id="rId9"/>
    <p:sldId id="313" r:id="rId10"/>
    <p:sldId id="263" r:id="rId11"/>
    <p:sldId id="322" r:id="rId12"/>
    <p:sldId id="324" r:id="rId13"/>
    <p:sldId id="323" r:id="rId14"/>
    <p:sldId id="330" r:id="rId15"/>
    <p:sldId id="325" r:id="rId16"/>
    <p:sldId id="327" r:id="rId17"/>
    <p:sldId id="328" r:id="rId18"/>
    <p:sldId id="332" r:id="rId19"/>
    <p:sldId id="318" r:id="rId20"/>
    <p:sldId id="264" r:id="rId21"/>
    <p:sldId id="334" r:id="rId22"/>
    <p:sldId id="319" r:id="rId23"/>
  </p:sldIdLst>
  <p:sldSz cx="9144000" cy="5143500"/>
  <p:notesSz cx="6858000" cy="9144000"/>
  <p:embeddedFontLst>
    <p:embeddedFont>
      <p:font typeface="Space Mono" charset="0"/>
      <p:regular r:id="rId27"/>
      <p:bold r:id="rId28"/>
      <p:italic r:id="rId29"/>
      <p:boldItalic r:id="rId30"/>
    </p:embeddedFont>
    <p:embeddedFont>
      <p:font typeface="Proxima Nova" charset="0"/>
      <p:regular r:id="rId31"/>
      <p:bold r:id="rId32"/>
      <p:italic r:id="rId33"/>
      <p:boldItalic r:id="rId34"/>
    </p:embeddedFont>
    <p:embeddedFont>
      <p:font typeface="Roboto Medium" charset="0"/>
      <p:regular r:id="rId35"/>
      <p:bold r:id="rId36"/>
      <p:italic r:id="rId37"/>
      <p:boldItalic r:id="rId38"/>
    </p:embeddedFont>
    <p:embeddedFont>
      <p:font typeface="Amatic SC" charset="0"/>
      <p:regular r:id="rId39"/>
      <p:bold r:id="rId40"/>
    </p:embeddedFont>
    <p:embeddedFont>
      <p:font typeface="Poppins" charset="0"/>
      <p:regular r:id="rId41"/>
      <p:bold r:id="rId42"/>
      <p:italic r:id="rId43"/>
      <p:boldItalic r:id="rId44"/>
    </p:embeddedFont>
    <p:embeddedFont>
      <p:font typeface="Reggae One" charset="0"/>
      <p:regular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5" Type="http://schemas.openxmlformats.org/officeDocument/2006/relationships/font" Target="fonts/font19.fntdata"/><Relationship Id="rId44" Type="http://schemas.openxmlformats.org/officeDocument/2006/relationships/font" Target="fonts/font18.fntdata"/><Relationship Id="rId43" Type="http://schemas.openxmlformats.org/officeDocument/2006/relationships/font" Target="fonts/font17.fntdata"/><Relationship Id="rId42" Type="http://schemas.openxmlformats.org/officeDocument/2006/relationships/font" Target="fonts/font16.fntdata"/><Relationship Id="rId41" Type="http://schemas.openxmlformats.org/officeDocument/2006/relationships/font" Target="fonts/font15.fntdata"/><Relationship Id="rId40" Type="http://schemas.openxmlformats.org/officeDocument/2006/relationships/font" Target="fonts/font14.fntdata"/><Relationship Id="rId4" Type="http://schemas.openxmlformats.org/officeDocument/2006/relationships/notesMaster" Target="notesMasters/notesMaster1.xml"/><Relationship Id="rId39" Type="http://schemas.openxmlformats.org/officeDocument/2006/relationships/font" Target="fonts/font13.fntdata"/><Relationship Id="rId38" Type="http://schemas.openxmlformats.org/officeDocument/2006/relationships/font" Target="fonts/font12.fntdata"/><Relationship Id="rId37" Type="http://schemas.openxmlformats.org/officeDocument/2006/relationships/font" Target="fonts/font11.fntdata"/><Relationship Id="rId36" Type="http://schemas.openxmlformats.org/officeDocument/2006/relationships/font" Target="fonts/font10.fntdata"/><Relationship Id="rId35" Type="http://schemas.openxmlformats.org/officeDocument/2006/relationships/font" Target="fonts/font9.fntdata"/><Relationship Id="rId34" Type="http://schemas.openxmlformats.org/officeDocument/2006/relationships/font" Target="fonts/font8.fntdata"/><Relationship Id="rId33" Type="http://schemas.openxmlformats.org/officeDocument/2006/relationships/font" Target="fonts/font7.fntdata"/><Relationship Id="rId32" Type="http://schemas.openxmlformats.org/officeDocument/2006/relationships/font" Target="fonts/font6.fntdata"/><Relationship Id="rId31" Type="http://schemas.openxmlformats.org/officeDocument/2006/relationships/font" Target="fonts/font5.fntdata"/><Relationship Id="rId30" Type="http://schemas.openxmlformats.org/officeDocument/2006/relationships/font" Target="fonts/font4.fntdata"/><Relationship Id="rId3" Type="http://schemas.openxmlformats.org/officeDocument/2006/relationships/slide" Target="slides/slide1.xml"/><Relationship Id="rId29" Type="http://schemas.openxmlformats.org/officeDocument/2006/relationships/font" Target="fonts/font3.fntdata"/><Relationship Id="rId28" Type="http://schemas.openxmlformats.org/officeDocument/2006/relationships/font" Target="fonts/font2.fntdata"/><Relationship Id="rId27" Type="http://schemas.openxmlformats.org/officeDocument/2006/relationships/font" Target="fonts/font1.fntdata"/><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4" name="Shape 444"/>
        <p:cNvGrpSpPr/>
        <p:nvPr/>
      </p:nvGrpSpPr>
      <p:grpSpPr>
        <a:xfrm>
          <a:off x="0" y="0"/>
          <a:ext cx="0" cy="0"/>
          <a:chOff x="0" y="0"/>
          <a:chExt cx="0" cy="0"/>
        </a:xfrm>
      </p:grpSpPr>
      <p:sp>
        <p:nvSpPr>
          <p:cNvPr id="445" name="Google Shape;445;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8" name="Shape 508"/>
        <p:cNvGrpSpPr/>
        <p:nvPr/>
      </p:nvGrpSpPr>
      <p:grpSpPr>
        <a:xfrm>
          <a:off x="0" y="0"/>
          <a:ext cx="0" cy="0"/>
          <a:chOff x="0" y="0"/>
          <a:chExt cx="0" cy="0"/>
        </a:xfrm>
      </p:grpSpPr>
      <p:sp>
        <p:nvSpPr>
          <p:cNvPr id="509" name="Google Shape;509;gd200d38227_3_48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0" name="Google Shape;510;gd200d38227_3_48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9" name="Shape 499"/>
        <p:cNvGrpSpPr/>
        <p:nvPr/>
      </p:nvGrpSpPr>
      <p:grpSpPr>
        <a:xfrm>
          <a:off x="0" y="0"/>
          <a:ext cx="0" cy="0"/>
          <a:chOff x="0" y="0"/>
          <a:chExt cx="0" cy="0"/>
        </a:xfrm>
      </p:grpSpPr>
      <p:sp>
        <p:nvSpPr>
          <p:cNvPr id="500" name="Google Shape;500;gd200d38227_3_3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d200d38227_3_3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8" name="Shape 508"/>
        <p:cNvGrpSpPr/>
        <p:nvPr/>
      </p:nvGrpSpPr>
      <p:grpSpPr>
        <a:xfrm>
          <a:off x="0" y="0"/>
          <a:ext cx="0" cy="0"/>
          <a:chOff x="0" y="0"/>
          <a:chExt cx="0" cy="0"/>
        </a:xfrm>
      </p:grpSpPr>
      <p:sp>
        <p:nvSpPr>
          <p:cNvPr id="509" name="Google Shape;509;gd200d38227_3_48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0" name="Google Shape;510;gd200d38227_3_48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7" name="Shape 697"/>
        <p:cNvGrpSpPr/>
        <p:nvPr/>
      </p:nvGrpSpPr>
      <p:grpSpPr>
        <a:xfrm>
          <a:off x="0" y="0"/>
          <a:ext cx="0" cy="0"/>
          <a:chOff x="0" y="0"/>
          <a:chExt cx="0" cy="0"/>
        </a:xfrm>
      </p:grpSpPr>
      <p:sp>
        <p:nvSpPr>
          <p:cNvPr id="698" name="Google Shape;698;g11a41cb8921_1_110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9" name="Google Shape;699;g11a41cb8921_1_110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7" name="Shape 697"/>
        <p:cNvGrpSpPr/>
        <p:nvPr/>
      </p:nvGrpSpPr>
      <p:grpSpPr>
        <a:xfrm>
          <a:off x="0" y="0"/>
          <a:ext cx="0" cy="0"/>
          <a:chOff x="0" y="0"/>
          <a:chExt cx="0" cy="0"/>
        </a:xfrm>
      </p:grpSpPr>
      <p:sp>
        <p:nvSpPr>
          <p:cNvPr id="698" name="Google Shape;698;g11a41cb8921_1_110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9" name="Google Shape;699;g11a41cb8921_1_110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8" name="Shape 508"/>
        <p:cNvGrpSpPr/>
        <p:nvPr/>
      </p:nvGrpSpPr>
      <p:grpSpPr>
        <a:xfrm>
          <a:off x="0" y="0"/>
          <a:ext cx="0" cy="0"/>
          <a:chOff x="0" y="0"/>
          <a:chExt cx="0" cy="0"/>
        </a:xfrm>
      </p:grpSpPr>
      <p:sp>
        <p:nvSpPr>
          <p:cNvPr id="509" name="Google Shape;509;gd200d38227_3_48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0" name="Google Shape;510;gd200d38227_3_48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5" name="Shape 515"/>
        <p:cNvGrpSpPr/>
        <p:nvPr/>
      </p:nvGrpSpPr>
      <p:grpSpPr>
        <a:xfrm>
          <a:off x="0" y="0"/>
          <a:ext cx="0" cy="0"/>
          <a:chOff x="0" y="0"/>
          <a:chExt cx="0" cy="0"/>
        </a:xfrm>
      </p:grpSpPr>
      <p:sp>
        <p:nvSpPr>
          <p:cNvPr id="516" name="Google Shape;516;gd200d38227_3_49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d200d38227_3_49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b="1">
              <a:sym typeface="+mn-e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5" name="Shape 515"/>
        <p:cNvGrpSpPr/>
        <p:nvPr/>
      </p:nvGrpSpPr>
      <p:grpSpPr>
        <a:xfrm>
          <a:off x="0" y="0"/>
          <a:ext cx="0" cy="0"/>
          <a:chOff x="0" y="0"/>
          <a:chExt cx="0" cy="0"/>
        </a:xfrm>
      </p:grpSpPr>
      <p:sp>
        <p:nvSpPr>
          <p:cNvPr id="516" name="Google Shape;516;gd200d38227_3_49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d200d38227_3_49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b="1">
              <a:sym typeface="+mn-e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8" name="Shape 508"/>
        <p:cNvGrpSpPr/>
        <p:nvPr/>
      </p:nvGrpSpPr>
      <p:grpSpPr>
        <a:xfrm>
          <a:off x="0" y="0"/>
          <a:ext cx="0" cy="0"/>
          <a:chOff x="0" y="0"/>
          <a:chExt cx="0" cy="0"/>
        </a:xfrm>
      </p:grpSpPr>
      <p:sp>
        <p:nvSpPr>
          <p:cNvPr id="509" name="Google Shape;509;gd200d38227_3_48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0" name="Google Shape;510;gd200d38227_3_48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5" name="Shape 515"/>
        <p:cNvGrpSpPr/>
        <p:nvPr/>
      </p:nvGrpSpPr>
      <p:grpSpPr>
        <a:xfrm>
          <a:off x="0" y="0"/>
          <a:ext cx="0" cy="0"/>
          <a:chOff x="0" y="0"/>
          <a:chExt cx="0" cy="0"/>
        </a:xfrm>
      </p:grpSpPr>
      <p:sp>
        <p:nvSpPr>
          <p:cNvPr id="516" name="Google Shape;516;gd200d38227_3_49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d200d38227_3_49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b="1">
              <a:sym typeface="+mn-ea"/>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7" name="Shape 697"/>
        <p:cNvGrpSpPr/>
        <p:nvPr/>
      </p:nvGrpSpPr>
      <p:grpSpPr>
        <a:xfrm>
          <a:off x="0" y="0"/>
          <a:ext cx="0" cy="0"/>
          <a:chOff x="0" y="0"/>
          <a:chExt cx="0" cy="0"/>
        </a:xfrm>
      </p:grpSpPr>
      <p:sp>
        <p:nvSpPr>
          <p:cNvPr id="698" name="Google Shape;698;g11a41cb8921_1_110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9" name="Google Shape;699;g11a41cb8921_1_110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5" name="Shape 515"/>
        <p:cNvGrpSpPr/>
        <p:nvPr/>
      </p:nvGrpSpPr>
      <p:grpSpPr>
        <a:xfrm>
          <a:off x="0" y="0"/>
          <a:ext cx="0" cy="0"/>
          <a:chOff x="0" y="0"/>
          <a:chExt cx="0" cy="0"/>
        </a:xfrm>
      </p:grpSpPr>
      <p:sp>
        <p:nvSpPr>
          <p:cNvPr id="516" name="Google Shape;516;gd200d38227_3_49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d200d38227_3_49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b="1">
              <a:sym typeface="+mn-ea"/>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5" name="Shape 515"/>
        <p:cNvGrpSpPr/>
        <p:nvPr/>
      </p:nvGrpSpPr>
      <p:grpSpPr>
        <a:xfrm>
          <a:off x="0" y="0"/>
          <a:ext cx="0" cy="0"/>
          <a:chOff x="0" y="0"/>
          <a:chExt cx="0" cy="0"/>
        </a:xfrm>
      </p:grpSpPr>
      <p:sp>
        <p:nvSpPr>
          <p:cNvPr id="516" name="Google Shape;516;gd200d38227_3_49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d200d38227_3_49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b="1">
              <a:sym typeface="+mn-ea"/>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5" name="Shape 515"/>
        <p:cNvGrpSpPr/>
        <p:nvPr/>
      </p:nvGrpSpPr>
      <p:grpSpPr>
        <a:xfrm>
          <a:off x="0" y="0"/>
          <a:ext cx="0" cy="0"/>
          <a:chOff x="0" y="0"/>
          <a:chExt cx="0" cy="0"/>
        </a:xfrm>
      </p:grpSpPr>
      <p:sp>
        <p:nvSpPr>
          <p:cNvPr id="516" name="Google Shape;516;gd200d38227_3_49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d200d38227_3_49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b="1">
              <a:sym typeface="+mn-ea"/>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7" name="Shape 697"/>
        <p:cNvGrpSpPr/>
        <p:nvPr/>
      </p:nvGrpSpPr>
      <p:grpSpPr>
        <a:xfrm>
          <a:off x="0" y="0"/>
          <a:ext cx="0" cy="0"/>
          <a:chOff x="0" y="0"/>
          <a:chExt cx="0" cy="0"/>
        </a:xfrm>
      </p:grpSpPr>
      <p:sp>
        <p:nvSpPr>
          <p:cNvPr id="698" name="Google Shape;698;g11a41cb8921_1_110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9" name="Google Shape;699;g11a41cb8921_1_110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8" name="Shape 508"/>
        <p:cNvGrpSpPr/>
        <p:nvPr/>
      </p:nvGrpSpPr>
      <p:grpSpPr>
        <a:xfrm>
          <a:off x="0" y="0"/>
          <a:ext cx="0" cy="0"/>
          <a:chOff x="0" y="0"/>
          <a:chExt cx="0" cy="0"/>
        </a:xfrm>
      </p:grpSpPr>
      <p:sp>
        <p:nvSpPr>
          <p:cNvPr id="509" name="Google Shape;509;gd200d38227_3_48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0" name="Google Shape;510;gd200d38227_3_48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3" name="Shape 523"/>
        <p:cNvGrpSpPr/>
        <p:nvPr/>
      </p:nvGrpSpPr>
      <p:grpSpPr>
        <a:xfrm>
          <a:off x="0" y="0"/>
          <a:ext cx="0" cy="0"/>
          <a:chOff x="0" y="0"/>
          <a:chExt cx="0" cy="0"/>
        </a:xfrm>
      </p:grpSpPr>
      <p:sp>
        <p:nvSpPr>
          <p:cNvPr id="524" name="Google Shape;524;gd200d38227_3_49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d200d38227_3_49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3" name="Shape 523"/>
        <p:cNvGrpSpPr/>
        <p:nvPr/>
      </p:nvGrpSpPr>
      <p:grpSpPr>
        <a:xfrm>
          <a:off x="0" y="0"/>
          <a:ext cx="0" cy="0"/>
          <a:chOff x="0" y="0"/>
          <a:chExt cx="0" cy="0"/>
        </a:xfrm>
      </p:grpSpPr>
      <p:sp>
        <p:nvSpPr>
          <p:cNvPr id="524" name="Google Shape;524;gd200d38227_3_49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d200d38227_3_49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3" name="Shape 523"/>
        <p:cNvGrpSpPr/>
        <p:nvPr/>
      </p:nvGrpSpPr>
      <p:grpSpPr>
        <a:xfrm>
          <a:off x="0" y="0"/>
          <a:ext cx="0" cy="0"/>
          <a:chOff x="0" y="0"/>
          <a:chExt cx="0" cy="0"/>
        </a:xfrm>
      </p:grpSpPr>
      <p:sp>
        <p:nvSpPr>
          <p:cNvPr id="524" name="Google Shape;524;gd200d38227_3_49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d200d38227_3_49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4" Type="http://schemas.openxmlformats.org/officeDocument/2006/relationships/hyperlink" Target="http://bit.ly/2TtBDfr" TargetMode="External"/><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bg>
      <p:bgPr>
        <a:gradFill>
          <a:gsLst>
            <a:gs pos="0">
              <a:srgbClr val="E20030"/>
            </a:gs>
            <a:gs pos="100000">
              <a:srgbClr val="00216E"/>
            </a:gs>
          </a:gsLst>
          <a:lin ang="2700006" scaled="0"/>
        </a:gradFill>
        <a:effectLst/>
      </p:bgPr>
    </p:bg>
    <p:spTree>
      <p:nvGrpSpPr>
        <p:cNvPr id="9" name="Shape 9"/>
        <p:cNvGrpSpPr/>
        <p:nvPr/>
      </p:nvGrpSpPr>
      <p:grpSpPr>
        <a:xfrm>
          <a:off x="0" y="0"/>
          <a:ext cx="0" cy="0"/>
          <a:chOff x="0" y="0"/>
          <a:chExt cx="0" cy="0"/>
        </a:xfrm>
      </p:grpSpPr>
      <p:sp>
        <p:nvSpPr>
          <p:cNvPr id="10" name="Google Shape;10;p2"/>
          <p:cNvSpPr/>
          <p:nvPr/>
        </p:nvSpPr>
        <p:spPr>
          <a:xfrm>
            <a:off x="2138448" y="-142087"/>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 name="Google Shape;11;p2"/>
          <p:cNvSpPr/>
          <p:nvPr/>
        </p:nvSpPr>
        <p:spPr>
          <a:xfrm>
            <a:off x="1626235" y="-142025"/>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2;p2"/>
          <p:cNvSpPr/>
          <p:nvPr/>
        </p:nvSpPr>
        <p:spPr>
          <a:xfrm>
            <a:off x="-2708462" y="-142050"/>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3;p2"/>
          <p:cNvSpPr/>
          <p:nvPr/>
        </p:nvSpPr>
        <p:spPr>
          <a:xfrm>
            <a:off x="223500" y="-548699"/>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4" name="Google Shape;14;p2"/>
          <p:cNvSpPr/>
          <p:nvPr/>
        </p:nvSpPr>
        <p:spPr>
          <a:xfrm>
            <a:off x="2870975" y="4401125"/>
            <a:ext cx="1539000" cy="1539000"/>
          </a:xfrm>
          <a:prstGeom prst="donut">
            <a:avLst>
              <a:gd name="adj" fmla="val 815"/>
            </a:avLst>
          </a:pr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 name="Google Shape;15;p2"/>
          <p:cNvSpPr/>
          <p:nvPr/>
        </p:nvSpPr>
        <p:spPr>
          <a:xfrm>
            <a:off x="7341275" y="-697977"/>
            <a:ext cx="1714779" cy="1538926"/>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6" name="Google Shape;16;p2"/>
          <p:cNvSpPr/>
          <p:nvPr/>
        </p:nvSpPr>
        <p:spPr>
          <a:xfrm flipH="1">
            <a:off x="7673100" y="3625714"/>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7" name="Google Shape;17;p2"/>
          <p:cNvSpPr/>
          <p:nvPr/>
        </p:nvSpPr>
        <p:spPr>
          <a:xfrm flipH="1">
            <a:off x="8255925" y="337371"/>
            <a:ext cx="1024629" cy="919688"/>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00216E">
                  <a:alpha val="21568"/>
                </a:srgbClr>
              </a:gs>
              <a:gs pos="100000">
                <a:srgbClr val="E20030">
                  <a:alpha val="23137"/>
                </a:srgbClr>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8" name="Google Shape;18;p2"/>
          <p:cNvSpPr/>
          <p:nvPr/>
        </p:nvSpPr>
        <p:spPr>
          <a:xfrm flipH="1">
            <a:off x="8510411" y="1987905"/>
            <a:ext cx="1631789" cy="1464436"/>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9" name="Google Shape;19;p2"/>
          <p:cNvSpPr txBox="1"/>
          <p:nvPr>
            <p:ph type="ctrTitle"/>
          </p:nvPr>
        </p:nvSpPr>
        <p:spPr>
          <a:xfrm>
            <a:off x="713225" y="1772700"/>
            <a:ext cx="5405100" cy="15981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5500">
                <a:latin typeface="Space Mono"/>
                <a:ea typeface="Space Mono"/>
                <a:cs typeface="Space Mono"/>
                <a:sym typeface="Space Mono"/>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0" name="Google Shape;20;p2"/>
          <p:cNvSpPr txBox="1"/>
          <p:nvPr>
            <p:ph type="subTitle" idx="1"/>
          </p:nvPr>
        </p:nvSpPr>
        <p:spPr>
          <a:xfrm>
            <a:off x="713225" y="3668063"/>
            <a:ext cx="3016800" cy="683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600">
                <a:latin typeface="Poppins"/>
                <a:ea typeface="Poppins"/>
                <a:cs typeface="Poppins"/>
                <a:sym typeface="Poppins"/>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1" name="Google Shape;21;p2"/>
          <p:cNvSpPr txBox="1"/>
          <p:nvPr>
            <p:ph type="ctrTitle" idx="2"/>
          </p:nvPr>
        </p:nvSpPr>
        <p:spPr>
          <a:xfrm>
            <a:off x="708400" y="851575"/>
            <a:ext cx="1281000" cy="365100"/>
          </a:xfrm>
          <a:prstGeom prst="rect">
            <a:avLst/>
          </a:prstGeom>
        </p:spPr>
        <p:txBody>
          <a:bodyPr spcFirstLastPara="1" wrap="square" lIns="91425" tIns="91425" rIns="91425" bIns="91425" anchor="ctr" anchorCtr="0">
            <a:noAutofit/>
          </a:bodyPr>
          <a:lstStyle>
            <a:lvl1pPr lvl="0" rtl="0">
              <a:spcBef>
                <a:spcPts val="0"/>
              </a:spcBef>
              <a:spcAft>
                <a:spcPts val="0"/>
              </a:spcAft>
              <a:buSzPts val="5200"/>
              <a:buNone/>
              <a:defRPr sz="1600">
                <a:solidFill>
                  <a:schemeClr val="dk2"/>
                </a:solidFill>
                <a:latin typeface="Space Mono"/>
                <a:ea typeface="Space Mono"/>
                <a:cs typeface="Space Mono"/>
                <a:sym typeface="Space Mono"/>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bg>
      <p:bgPr>
        <a:gradFill>
          <a:gsLst>
            <a:gs pos="0">
              <a:srgbClr val="E20030"/>
            </a:gs>
            <a:gs pos="100000">
              <a:srgbClr val="00216E"/>
            </a:gs>
          </a:gsLst>
          <a:lin ang="13500032" scaled="0"/>
        </a:gradFill>
        <a:effectLst/>
      </p:bgPr>
    </p:bg>
    <p:spTree>
      <p:nvGrpSpPr>
        <p:cNvPr id="22" name="Shape 22"/>
        <p:cNvGrpSpPr/>
        <p:nvPr/>
      </p:nvGrpSpPr>
      <p:grpSpPr>
        <a:xfrm>
          <a:off x="0" y="0"/>
          <a:ext cx="0" cy="0"/>
          <a:chOff x="0" y="0"/>
          <a:chExt cx="0" cy="0"/>
        </a:xfrm>
      </p:grpSpPr>
      <p:sp>
        <p:nvSpPr>
          <p:cNvPr id="23" name="Google Shape;23;p3"/>
          <p:cNvSpPr txBox="1"/>
          <p:nvPr>
            <p:ph type="title"/>
          </p:nvPr>
        </p:nvSpPr>
        <p:spPr>
          <a:xfrm>
            <a:off x="713225" y="2449335"/>
            <a:ext cx="4130100" cy="949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5300">
                <a:solidFill>
                  <a:schemeClr val="dk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p:txBody>
      </p:sp>
      <p:sp>
        <p:nvSpPr>
          <p:cNvPr id="24" name="Google Shape;24;p3"/>
          <p:cNvSpPr txBox="1"/>
          <p:nvPr>
            <p:ph type="title" idx="2" hasCustomPrompt="1"/>
          </p:nvPr>
        </p:nvSpPr>
        <p:spPr>
          <a:xfrm>
            <a:off x="713225" y="986040"/>
            <a:ext cx="2125500" cy="1174200"/>
          </a:xfrm>
          <a:prstGeom prst="rect">
            <a:avLst/>
          </a:prstGeom>
        </p:spPr>
        <p:txBody>
          <a:bodyPr spcFirstLastPara="1" wrap="square" lIns="91425" tIns="91425" rIns="91425" bIns="91425" anchor="ctr" anchorCtr="0">
            <a:noAutofit/>
          </a:bodyPr>
          <a:lstStyle>
            <a:lvl1pPr lvl="0" rtl="0">
              <a:spcBef>
                <a:spcPts val="0"/>
              </a:spcBef>
              <a:spcAft>
                <a:spcPts val="0"/>
              </a:spcAft>
              <a:buSzPts val="12000"/>
              <a:buNone/>
              <a:defRPr sz="12000">
                <a:solidFill>
                  <a:schemeClr val="dk2"/>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25" name="Google Shape;25;p3"/>
          <p:cNvSpPr txBox="1"/>
          <p:nvPr>
            <p:ph type="subTitle" idx="1"/>
          </p:nvPr>
        </p:nvSpPr>
        <p:spPr>
          <a:xfrm>
            <a:off x="713225" y="3459360"/>
            <a:ext cx="2891700" cy="698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solidFill>
                  <a:schemeClr val="accent2"/>
                </a:solidFill>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p:txBody>
      </p:sp>
      <p:grpSp>
        <p:nvGrpSpPr>
          <p:cNvPr id="26" name="Google Shape;26;p3"/>
          <p:cNvGrpSpPr/>
          <p:nvPr/>
        </p:nvGrpSpPr>
        <p:grpSpPr>
          <a:xfrm>
            <a:off x="4460295" y="-142030"/>
            <a:ext cx="6564681" cy="5427560"/>
            <a:chOff x="511350" y="-142050"/>
            <a:chExt cx="6564681" cy="5427560"/>
          </a:xfrm>
        </p:grpSpPr>
        <p:sp>
          <p:nvSpPr>
            <p:cNvPr id="27" name="Google Shape;27;p3"/>
            <p:cNvSpPr/>
            <p:nvPr/>
          </p:nvSpPr>
          <p:spPr>
            <a:xfrm flipH="1">
              <a:off x="511350"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 name="Google Shape;28;p3"/>
            <p:cNvSpPr/>
            <p:nvPr/>
          </p:nvSpPr>
          <p:spPr>
            <a:xfrm flipH="1">
              <a:off x="1029154"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9" name="Google Shape;29;p3"/>
          <p:cNvSpPr/>
          <p:nvPr/>
        </p:nvSpPr>
        <p:spPr>
          <a:xfrm>
            <a:off x="5495900" y="-142037"/>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 name="Google Shape;30;p3"/>
          <p:cNvSpPr/>
          <p:nvPr/>
        </p:nvSpPr>
        <p:spPr>
          <a:xfrm>
            <a:off x="3594032" y="-697977"/>
            <a:ext cx="1714779" cy="1538926"/>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1" name="Google Shape;31;p3"/>
          <p:cNvSpPr/>
          <p:nvPr/>
        </p:nvSpPr>
        <p:spPr>
          <a:xfrm flipH="1">
            <a:off x="7417494" y="3625714"/>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2" name="Google Shape;32;p3"/>
          <p:cNvSpPr/>
          <p:nvPr/>
        </p:nvSpPr>
        <p:spPr>
          <a:xfrm flipH="1">
            <a:off x="6971556" y="174321"/>
            <a:ext cx="1024629" cy="919688"/>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3" name="Google Shape;33;p3"/>
          <p:cNvSpPr/>
          <p:nvPr/>
        </p:nvSpPr>
        <p:spPr>
          <a:xfrm>
            <a:off x="8430785" y="1413851"/>
            <a:ext cx="1419951" cy="1275204"/>
          </a:xfrm>
          <a:custGeom>
            <a:avLst/>
            <a:gdLst/>
            <a:ahLst/>
            <a:cxnLst/>
            <a:rect l="l" t="t" r="r" b="b"/>
            <a:pathLst>
              <a:path w="101552" h="91200" extrusionOk="0">
                <a:moveTo>
                  <a:pt x="67692" y="1316"/>
                </a:moveTo>
                <a:cubicBezTo>
                  <a:pt x="73007" y="1316"/>
                  <a:pt x="77954" y="4172"/>
                  <a:pt x="80612" y="8774"/>
                </a:cubicBezTo>
                <a:lnTo>
                  <a:pt x="97524" y="38071"/>
                </a:lnTo>
                <a:cubicBezTo>
                  <a:pt x="100182" y="42673"/>
                  <a:pt x="100182" y="48388"/>
                  <a:pt x="97524" y="52990"/>
                </a:cubicBezTo>
                <a:lnTo>
                  <a:pt x="80612" y="82284"/>
                </a:lnTo>
                <a:cubicBezTo>
                  <a:pt x="77954" y="86886"/>
                  <a:pt x="73007" y="89745"/>
                  <a:pt x="67697" y="89745"/>
                </a:cubicBezTo>
                <a:cubicBezTo>
                  <a:pt x="64882" y="89699"/>
                  <a:pt x="62259" y="89681"/>
                  <a:pt x="59813" y="89681"/>
                </a:cubicBezTo>
                <a:cubicBezTo>
                  <a:pt x="55192" y="89681"/>
                  <a:pt x="51207" y="89745"/>
                  <a:pt x="47771" y="89800"/>
                </a:cubicBezTo>
                <a:lnTo>
                  <a:pt x="47241" y="89805"/>
                </a:lnTo>
                <a:cubicBezTo>
                  <a:pt x="44571" y="89847"/>
                  <a:pt x="42219" y="89885"/>
                  <a:pt x="40130" y="89885"/>
                </a:cubicBezTo>
                <a:cubicBezTo>
                  <a:pt x="33498" y="89885"/>
                  <a:pt x="29519" y="89506"/>
                  <a:pt x="26414" y="87711"/>
                </a:cubicBezTo>
                <a:cubicBezTo>
                  <a:pt x="22327" y="85351"/>
                  <a:pt x="19610" y="80457"/>
                  <a:pt x="14187" y="70715"/>
                </a:cubicBezTo>
                <a:lnTo>
                  <a:pt x="14163" y="70665"/>
                </a:lnTo>
                <a:cubicBezTo>
                  <a:pt x="11560" y="65984"/>
                  <a:pt x="8319" y="60160"/>
                  <a:pt x="4023" y="52985"/>
                </a:cubicBezTo>
                <a:cubicBezTo>
                  <a:pt x="1372" y="48384"/>
                  <a:pt x="1372" y="42668"/>
                  <a:pt x="4028" y="38071"/>
                </a:cubicBezTo>
                <a:lnTo>
                  <a:pt x="20941" y="8774"/>
                </a:lnTo>
                <a:cubicBezTo>
                  <a:pt x="23598" y="4172"/>
                  <a:pt x="28547" y="1316"/>
                  <a:pt x="33861" y="1316"/>
                </a:cubicBezTo>
                <a:close/>
                <a:moveTo>
                  <a:pt x="33861" y="0"/>
                </a:moveTo>
                <a:cubicBezTo>
                  <a:pt x="28081" y="0"/>
                  <a:pt x="22693" y="3108"/>
                  <a:pt x="19804" y="8115"/>
                </a:cubicBezTo>
                <a:lnTo>
                  <a:pt x="2886" y="37413"/>
                </a:lnTo>
                <a:cubicBezTo>
                  <a:pt x="0" y="42421"/>
                  <a:pt x="0" y="48640"/>
                  <a:pt x="2891" y="53648"/>
                </a:cubicBezTo>
                <a:lnTo>
                  <a:pt x="2895" y="53653"/>
                </a:lnTo>
                <a:cubicBezTo>
                  <a:pt x="7200" y="60853"/>
                  <a:pt x="10436" y="66672"/>
                  <a:pt x="13035" y="71348"/>
                </a:cubicBezTo>
                <a:lnTo>
                  <a:pt x="13039" y="71352"/>
                </a:lnTo>
                <a:cubicBezTo>
                  <a:pt x="17973" y="80225"/>
                  <a:pt x="20694" y="85114"/>
                  <a:pt x="24227" y="87880"/>
                </a:cubicBezTo>
                <a:cubicBezTo>
                  <a:pt x="25128" y="88583"/>
                  <a:pt x="26068" y="89136"/>
                  <a:pt x="27101" y="89581"/>
                </a:cubicBezTo>
                <a:cubicBezTo>
                  <a:pt x="28121" y="90017"/>
                  <a:pt x="29239" y="90349"/>
                  <a:pt x="30522" y="90591"/>
                </a:cubicBezTo>
                <a:cubicBezTo>
                  <a:pt x="32792" y="91027"/>
                  <a:pt x="35544" y="91200"/>
                  <a:pt x="40016" y="91200"/>
                </a:cubicBezTo>
                <a:cubicBezTo>
                  <a:pt x="42119" y="91200"/>
                  <a:pt x="44450" y="91166"/>
                  <a:pt x="47152" y="91120"/>
                </a:cubicBezTo>
                <a:lnTo>
                  <a:pt x="47379" y="91120"/>
                </a:lnTo>
                <a:cubicBezTo>
                  <a:pt x="50902" y="91061"/>
                  <a:pt x="54990" y="90997"/>
                  <a:pt x="59759" y="90997"/>
                </a:cubicBezTo>
                <a:cubicBezTo>
                  <a:pt x="62214" y="90997"/>
                  <a:pt x="64856" y="91012"/>
                  <a:pt x="67686" y="91061"/>
                </a:cubicBezTo>
                <a:lnTo>
                  <a:pt x="67692" y="91061"/>
                </a:lnTo>
                <a:cubicBezTo>
                  <a:pt x="73471" y="91061"/>
                  <a:pt x="78860" y="87948"/>
                  <a:pt x="81749" y="82942"/>
                </a:cubicBezTo>
                <a:lnTo>
                  <a:pt x="98663" y="53648"/>
                </a:lnTo>
                <a:cubicBezTo>
                  <a:pt x="101552" y="48640"/>
                  <a:pt x="101552" y="42421"/>
                  <a:pt x="98663" y="37413"/>
                </a:cubicBezTo>
                <a:lnTo>
                  <a:pt x="81749" y="8115"/>
                </a:lnTo>
                <a:cubicBezTo>
                  <a:pt x="78860" y="3108"/>
                  <a:pt x="73471" y="0"/>
                  <a:pt x="67692" y="0"/>
                </a:cubicBezTo>
                <a:close/>
              </a:path>
            </a:pathLst>
          </a:cu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bg>
      <p:bgPr>
        <a:gradFill>
          <a:gsLst>
            <a:gs pos="0">
              <a:schemeClr val="dk2"/>
            </a:gs>
            <a:gs pos="100000">
              <a:schemeClr val="accent2"/>
            </a:gs>
          </a:gsLst>
          <a:lin ang="10800025" scaled="0"/>
        </a:gradFill>
        <a:effectLst/>
      </p:bgPr>
    </p:bg>
    <p:spTree>
      <p:nvGrpSpPr>
        <p:cNvPr id="34" name="Shape 34"/>
        <p:cNvGrpSpPr/>
        <p:nvPr/>
      </p:nvGrpSpPr>
      <p:grpSpPr>
        <a:xfrm>
          <a:off x="0" y="0"/>
          <a:ext cx="0" cy="0"/>
          <a:chOff x="0" y="0"/>
          <a:chExt cx="0" cy="0"/>
        </a:xfrm>
      </p:grpSpPr>
      <p:sp>
        <p:nvSpPr>
          <p:cNvPr id="35" name="Google Shape;35;p4"/>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6" name="Google Shape;36;p4"/>
          <p:cNvSpPr txBox="1"/>
          <p:nvPr>
            <p:ph type="title"/>
          </p:nvPr>
        </p:nvSpPr>
        <p:spPr>
          <a:xfrm>
            <a:off x="713225" y="539500"/>
            <a:ext cx="7717500" cy="538200"/>
          </a:xfrm>
          <a:prstGeom prst="rect">
            <a:avLst/>
          </a:prstGeom>
        </p:spPr>
        <p:txBody>
          <a:bodyPr spcFirstLastPara="1" wrap="square" lIns="91425" tIns="91425" rIns="91425" bIns="91425" anchor="ctr" anchorCtr="0">
            <a:noAutofit/>
          </a:bodyPr>
          <a:lstStyle>
            <a:lvl1pPr lvl="0">
              <a:spcBef>
                <a:spcPts val="0"/>
              </a:spcBef>
              <a:spcAft>
                <a:spcPts val="0"/>
              </a:spcAft>
              <a:buSzPts val="32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 name="Google Shape;37;p4"/>
          <p:cNvSpPr txBox="1"/>
          <p:nvPr>
            <p:ph type="body" idx="1"/>
          </p:nvPr>
        </p:nvSpPr>
        <p:spPr>
          <a:xfrm>
            <a:off x="713225" y="1300475"/>
            <a:ext cx="7624500" cy="33081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AutoNum type="arabicPeriod"/>
              <a:defRPr sz="1150"/>
            </a:lvl1pPr>
            <a:lvl2pPr marL="914400" lvl="1" indent="-304800" rtl="0">
              <a:spcBef>
                <a:spcPts val="0"/>
              </a:spcBef>
              <a:spcAft>
                <a:spcPts val="0"/>
              </a:spcAft>
              <a:buSzPts val="1200"/>
              <a:buFont typeface="Roboto Condensed Light"/>
              <a:buAutoNum type="alphaLcPeriod"/>
              <a:defRPr/>
            </a:lvl2pPr>
            <a:lvl3pPr marL="1371600" lvl="2" indent="-304800" rtl="0">
              <a:spcBef>
                <a:spcPts val="0"/>
              </a:spcBef>
              <a:spcAft>
                <a:spcPts val="0"/>
              </a:spcAft>
              <a:buSzPts val="1200"/>
              <a:buFont typeface="Roboto Condensed Light"/>
              <a:buAutoNum type="romanLcPeriod"/>
              <a:defRPr/>
            </a:lvl3pPr>
            <a:lvl4pPr marL="1828800" lvl="3" indent="-304800" rtl="0">
              <a:spcBef>
                <a:spcPts val="0"/>
              </a:spcBef>
              <a:spcAft>
                <a:spcPts val="0"/>
              </a:spcAft>
              <a:buSzPts val="1200"/>
              <a:buFont typeface="Roboto Condensed Light"/>
              <a:buAutoNum type="arabicPeriod"/>
              <a:defRPr/>
            </a:lvl4pPr>
            <a:lvl5pPr marL="2286000" lvl="4" indent="-304800" rtl="0">
              <a:spcBef>
                <a:spcPts val="0"/>
              </a:spcBef>
              <a:spcAft>
                <a:spcPts val="0"/>
              </a:spcAft>
              <a:buSzPts val="1200"/>
              <a:buFont typeface="Roboto Condensed Light"/>
              <a:buAutoNum type="alphaLcPeriod"/>
              <a:defRPr/>
            </a:lvl5pPr>
            <a:lvl6pPr marL="2743200" lvl="5" indent="-304800" rtl="0">
              <a:spcBef>
                <a:spcPts val="0"/>
              </a:spcBef>
              <a:spcAft>
                <a:spcPts val="0"/>
              </a:spcAft>
              <a:buSzPts val="1200"/>
              <a:buFont typeface="Roboto Condensed Light"/>
              <a:buAutoNum type="romanLcPeriod"/>
              <a:defRPr/>
            </a:lvl6pPr>
            <a:lvl7pPr marL="3200400" lvl="6" indent="-304800" rtl="0">
              <a:spcBef>
                <a:spcPts val="0"/>
              </a:spcBef>
              <a:spcAft>
                <a:spcPts val="0"/>
              </a:spcAft>
              <a:buSzPts val="1200"/>
              <a:buFont typeface="Roboto Condensed Light"/>
              <a:buAutoNum type="arabicPeriod"/>
              <a:defRPr/>
            </a:lvl7pPr>
            <a:lvl8pPr marL="3657600" lvl="7" indent="-304800" rtl="0">
              <a:spcBef>
                <a:spcPts val="0"/>
              </a:spcBef>
              <a:spcAft>
                <a:spcPts val="0"/>
              </a:spcAft>
              <a:buSzPts val="1200"/>
              <a:buFont typeface="Roboto Condensed Light"/>
              <a:buAutoNum type="alphaLcPeriod"/>
              <a:defRPr/>
            </a:lvl8pPr>
            <a:lvl9pPr marL="4114800" lvl="8" indent="-304800" rtl="0">
              <a:spcBef>
                <a:spcPts val="0"/>
              </a:spcBef>
              <a:spcAft>
                <a:spcPts val="0"/>
              </a:spcAft>
              <a:buSzPts val="1200"/>
              <a:buFont typeface="Roboto Condensed Light"/>
              <a:buAutoNum type="romanLcPeriod"/>
              <a:defRPr/>
            </a:lvl9pPr>
          </a:lstStyle>
          <a:p/>
        </p:txBody>
      </p:sp>
      <p:sp>
        <p:nvSpPr>
          <p:cNvPr id="38" name="Google Shape;38;p4"/>
          <p:cNvSpPr txBox="1"/>
          <p:nvPr>
            <p:ph type="sldNum" idx="12"/>
          </p:nvPr>
        </p:nvSpPr>
        <p:spPr>
          <a:xfrm>
            <a:off x="8472449" y="4607079"/>
            <a:ext cx="671400" cy="565500"/>
          </a:xfrm>
          <a:prstGeom prst="rect">
            <a:avLst/>
          </a:prstGeom>
          <a:ln>
            <a:noFill/>
          </a:ln>
        </p:spPr>
        <p:txBody>
          <a:bodyPr spcFirstLastPara="1" wrap="square" lIns="91425" tIns="91425" rIns="91425" bIns="91425" anchor="ctr" anchorCtr="0">
            <a:noAutofit/>
          </a:bodyPr>
          <a:lstStyle>
            <a:lvl1pPr lvl="0" algn="ctr" rtl="0">
              <a:buNone/>
              <a:defRPr sz="1600" b="1">
                <a:solidFill>
                  <a:schemeClr val="dk2"/>
                </a:solidFill>
                <a:latin typeface="Space Mono"/>
                <a:ea typeface="Space Mono"/>
                <a:cs typeface="Space Mono"/>
                <a:sym typeface="Space Mono"/>
              </a:defRPr>
            </a:lvl1pPr>
            <a:lvl2pPr lvl="1" algn="ctr" rtl="0">
              <a:buNone/>
              <a:defRPr sz="1600" b="1">
                <a:solidFill>
                  <a:schemeClr val="dk2"/>
                </a:solidFill>
                <a:latin typeface="Space Mono"/>
                <a:ea typeface="Space Mono"/>
                <a:cs typeface="Space Mono"/>
                <a:sym typeface="Space Mono"/>
              </a:defRPr>
            </a:lvl2pPr>
            <a:lvl3pPr lvl="2" algn="ctr" rtl="0">
              <a:buNone/>
              <a:defRPr sz="1600" b="1">
                <a:solidFill>
                  <a:schemeClr val="dk2"/>
                </a:solidFill>
                <a:latin typeface="Space Mono"/>
                <a:ea typeface="Space Mono"/>
                <a:cs typeface="Space Mono"/>
                <a:sym typeface="Space Mono"/>
              </a:defRPr>
            </a:lvl3pPr>
            <a:lvl4pPr lvl="3" algn="ctr" rtl="0">
              <a:buNone/>
              <a:defRPr sz="1600" b="1">
                <a:solidFill>
                  <a:schemeClr val="dk2"/>
                </a:solidFill>
                <a:latin typeface="Space Mono"/>
                <a:ea typeface="Space Mono"/>
                <a:cs typeface="Space Mono"/>
                <a:sym typeface="Space Mono"/>
              </a:defRPr>
            </a:lvl4pPr>
            <a:lvl5pPr lvl="4" algn="ctr" rtl="0">
              <a:buNone/>
              <a:defRPr sz="1600" b="1">
                <a:solidFill>
                  <a:schemeClr val="dk2"/>
                </a:solidFill>
                <a:latin typeface="Space Mono"/>
                <a:ea typeface="Space Mono"/>
                <a:cs typeface="Space Mono"/>
                <a:sym typeface="Space Mono"/>
              </a:defRPr>
            </a:lvl5pPr>
            <a:lvl6pPr lvl="5" algn="ctr" rtl="0">
              <a:buNone/>
              <a:defRPr sz="1600" b="1">
                <a:solidFill>
                  <a:schemeClr val="dk2"/>
                </a:solidFill>
                <a:latin typeface="Space Mono"/>
                <a:ea typeface="Space Mono"/>
                <a:cs typeface="Space Mono"/>
                <a:sym typeface="Space Mono"/>
              </a:defRPr>
            </a:lvl6pPr>
            <a:lvl7pPr lvl="6" algn="ctr" rtl="0">
              <a:buNone/>
              <a:defRPr sz="1600" b="1">
                <a:solidFill>
                  <a:schemeClr val="dk2"/>
                </a:solidFill>
                <a:latin typeface="Space Mono"/>
                <a:ea typeface="Space Mono"/>
                <a:cs typeface="Space Mono"/>
                <a:sym typeface="Space Mono"/>
              </a:defRPr>
            </a:lvl7pPr>
            <a:lvl8pPr lvl="7" algn="ctr" rtl="0">
              <a:buNone/>
              <a:defRPr sz="1600" b="1">
                <a:solidFill>
                  <a:schemeClr val="dk2"/>
                </a:solidFill>
                <a:latin typeface="Space Mono"/>
                <a:ea typeface="Space Mono"/>
                <a:cs typeface="Space Mono"/>
                <a:sym typeface="Space Mono"/>
              </a:defRPr>
            </a:lvl8pPr>
            <a:lvl9pPr lvl="8" algn="ctr" rtl="0">
              <a:buNone/>
              <a:defRPr sz="1600" b="1">
                <a:solidFill>
                  <a:schemeClr val="dk2"/>
                </a:solidFill>
                <a:latin typeface="Space Mono"/>
                <a:ea typeface="Space Mono"/>
                <a:cs typeface="Space Mono"/>
                <a:sym typeface="Space Mono"/>
              </a:defRPr>
            </a:lvl9pPr>
          </a:lstStyle>
          <a:p>
            <a:pPr marL="0" lvl="0" indent="0" algn="ct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bg>
      <p:bgPr>
        <a:gradFill>
          <a:gsLst>
            <a:gs pos="0">
              <a:srgbClr val="E20030"/>
            </a:gs>
            <a:gs pos="100000">
              <a:srgbClr val="00216E"/>
            </a:gs>
          </a:gsLst>
          <a:lin ang="13500032" scaled="0"/>
        </a:gradFill>
        <a:effectLst/>
      </p:bgPr>
    </p:bg>
    <p:spTree>
      <p:nvGrpSpPr>
        <p:cNvPr id="39" name="Shape 39"/>
        <p:cNvGrpSpPr/>
        <p:nvPr/>
      </p:nvGrpSpPr>
      <p:grpSpPr>
        <a:xfrm>
          <a:off x="0" y="0"/>
          <a:ext cx="0" cy="0"/>
          <a:chOff x="0" y="0"/>
          <a:chExt cx="0" cy="0"/>
        </a:xfrm>
      </p:grpSpPr>
      <p:sp>
        <p:nvSpPr>
          <p:cNvPr id="40" name="Google Shape;40;p5"/>
          <p:cNvSpPr/>
          <p:nvPr/>
        </p:nvSpPr>
        <p:spPr>
          <a:xfrm flipH="1">
            <a:off x="1548550"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 name="Google Shape;41;p5"/>
          <p:cNvSpPr/>
          <p:nvPr/>
        </p:nvSpPr>
        <p:spPr>
          <a:xfrm flipH="1">
            <a:off x="2073004" y="-142025"/>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 name="Google Shape;42;p5"/>
          <p:cNvSpPr/>
          <p:nvPr/>
        </p:nvSpPr>
        <p:spPr>
          <a:xfrm flipH="1">
            <a:off x="2590800" y="-141987"/>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 name="Google Shape;43;p5"/>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4" name="Google Shape;44;p5"/>
          <p:cNvSpPr txBox="1"/>
          <p:nvPr>
            <p:ph type="title"/>
          </p:nvPr>
        </p:nvSpPr>
        <p:spPr>
          <a:xfrm>
            <a:off x="3683000" y="539500"/>
            <a:ext cx="4747800" cy="538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 name="Google Shape;45;p5"/>
          <p:cNvSpPr txBox="1"/>
          <p:nvPr>
            <p:ph type="subTitle" idx="1"/>
          </p:nvPr>
        </p:nvSpPr>
        <p:spPr>
          <a:xfrm>
            <a:off x="3856700" y="1497988"/>
            <a:ext cx="3407400" cy="388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2pPr>
            <a:lvl3pPr lvl="2"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3pPr>
            <a:lvl4pPr lvl="3"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4pPr>
            <a:lvl5pPr lvl="4"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5pPr>
            <a:lvl6pPr lvl="5"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6pPr>
            <a:lvl7pPr lvl="6"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7pPr>
            <a:lvl8pPr lvl="7"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8pPr>
            <a:lvl9pPr lvl="8"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9pPr>
          </a:lstStyle>
          <a:p/>
        </p:txBody>
      </p:sp>
      <p:sp>
        <p:nvSpPr>
          <p:cNvPr id="46" name="Google Shape;46;p5"/>
          <p:cNvSpPr txBox="1"/>
          <p:nvPr>
            <p:ph type="subTitle" idx="2"/>
          </p:nvPr>
        </p:nvSpPr>
        <p:spPr>
          <a:xfrm>
            <a:off x="3856700" y="2987238"/>
            <a:ext cx="3407400" cy="388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2pPr>
            <a:lvl3pPr lvl="2"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3pPr>
            <a:lvl4pPr lvl="3"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4pPr>
            <a:lvl5pPr lvl="4"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5pPr>
            <a:lvl6pPr lvl="5"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6pPr>
            <a:lvl7pPr lvl="6"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7pPr>
            <a:lvl8pPr lvl="7"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8pPr>
            <a:lvl9pPr lvl="8"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9pPr>
          </a:lstStyle>
          <a:p/>
        </p:txBody>
      </p:sp>
      <p:sp>
        <p:nvSpPr>
          <p:cNvPr id="47" name="Google Shape;47;p5"/>
          <p:cNvSpPr txBox="1"/>
          <p:nvPr>
            <p:ph type="subTitle" idx="3"/>
          </p:nvPr>
        </p:nvSpPr>
        <p:spPr>
          <a:xfrm>
            <a:off x="3856700" y="1988976"/>
            <a:ext cx="3407400" cy="649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8" name="Google Shape;48;p5"/>
          <p:cNvSpPr txBox="1"/>
          <p:nvPr>
            <p:ph type="subTitle" idx="4"/>
          </p:nvPr>
        </p:nvSpPr>
        <p:spPr>
          <a:xfrm>
            <a:off x="3856700" y="3478226"/>
            <a:ext cx="3407400" cy="649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9" name="Google Shape;49;p5"/>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algn="ctr" rtl="0">
              <a:buNone/>
              <a:defRPr sz="1600" b="1">
                <a:solidFill>
                  <a:schemeClr val="dk2"/>
                </a:solidFill>
                <a:latin typeface="Space Mono"/>
                <a:ea typeface="Space Mono"/>
                <a:cs typeface="Space Mono"/>
                <a:sym typeface="Space Mono"/>
              </a:defRPr>
            </a:lvl1pPr>
            <a:lvl2pPr lvl="1" algn="ctr" rtl="0">
              <a:buNone/>
              <a:defRPr sz="1600" b="1">
                <a:solidFill>
                  <a:schemeClr val="dk2"/>
                </a:solidFill>
                <a:latin typeface="Space Mono"/>
                <a:ea typeface="Space Mono"/>
                <a:cs typeface="Space Mono"/>
                <a:sym typeface="Space Mono"/>
              </a:defRPr>
            </a:lvl2pPr>
            <a:lvl3pPr lvl="2" algn="ctr" rtl="0">
              <a:buNone/>
              <a:defRPr sz="1600" b="1">
                <a:solidFill>
                  <a:schemeClr val="dk2"/>
                </a:solidFill>
                <a:latin typeface="Space Mono"/>
                <a:ea typeface="Space Mono"/>
                <a:cs typeface="Space Mono"/>
                <a:sym typeface="Space Mono"/>
              </a:defRPr>
            </a:lvl3pPr>
            <a:lvl4pPr lvl="3" algn="ctr" rtl="0">
              <a:buNone/>
              <a:defRPr sz="1600" b="1">
                <a:solidFill>
                  <a:schemeClr val="dk2"/>
                </a:solidFill>
                <a:latin typeface="Space Mono"/>
                <a:ea typeface="Space Mono"/>
                <a:cs typeface="Space Mono"/>
                <a:sym typeface="Space Mono"/>
              </a:defRPr>
            </a:lvl4pPr>
            <a:lvl5pPr lvl="4" algn="ctr" rtl="0">
              <a:buNone/>
              <a:defRPr sz="1600" b="1">
                <a:solidFill>
                  <a:schemeClr val="dk2"/>
                </a:solidFill>
                <a:latin typeface="Space Mono"/>
                <a:ea typeface="Space Mono"/>
                <a:cs typeface="Space Mono"/>
                <a:sym typeface="Space Mono"/>
              </a:defRPr>
            </a:lvl5pPr>
            <a:lvl6pPr lvl="5" algn="ctr" rtl="0">
              <a:buNone/>
              <a:defRPr sz="1600" b="1">
                <a:solidFill>
                  <a:schemeClr val="dk2"/>
                </a:solidFill>
                <a:latin typeface="Space Mono"/>
                <a:ea typeface="Space Mono"/>
                <a:cs typeface="Space Mono"/>
                <a:sym typeface="Space Mono"/>
              </a:defRPr>
            </a:lvl6pPr>
            <a:lvl7pPr lvl="6" algn="ctr" rtl="0">
              <a:buNone/>
              <a:defRPr sz="1600" b="1">
                <a:solidFill>
                  <a:schemeClr val="dk2"/>
                </a:solidFill>
                <a:latin typeface="Space Mono"/>
                <a:ea typeface="Space Mono"/>
                <a:cs typeface="Space Mono"/>
                <a:sym typeface="Space Mono"/>
              </a:defRPr>
            </a:lvl7pPr>
            <a:lvl8pPr lvl="7" algn="ctr" rtl="0">
              <a:buNone/>
              <a:defRPr sz="1600" b="1">
                <a:solidFill>
                  <a:schemeClr val="dk2"/>
                </a:solidFill>
                <a:latin typeface="Space Mono"/>
                <a:ea typeface="Space Mono"/>
                <a:cs typeface="Space Mono"/>
                <a:sym typeface="Space Mono"/>
              </a:defRPr>
            </a:lvl8pPr>
            <a:lvl9pPr lvl="8" algn="ctr" rtl="0">
              <a:buNone/>
              <a:defRPr sz="1600" b="1">
                <a:solidFill>
                  <a:schemeClr val="dk2"/>
                </a:solidFill>
                <a:latin typeface="Space Mono"/>
                <a:ea typeface="Space Mono"/>
                <a:cs typeface="Space Mono"/>
                <a:sym typeface="Space Mono"/>
              </a:defRPr>
            </a:lvl9pPr>
          </a:lstStyle>
          <a:p>
            <a:pPr marL="0" lvl="0" indent="0" algn="ctr" rtl="0">
              <a:spcBef>
                <a:spcPts val="0"/>
              </a:spcBef>
              <a:spcAft>
                <a:spcPts val="0"/>
              </a:spcAft>
              <a:buNone/>
            </a:pPr>
            <a:fld id="{00000000-1234-1234-1234-123412341234}" type="slidenum">
              <a:rPr lang="en-GB"/>
            </a:fld>
            <a:endParaRPr lang="en-GB"/>
          </a:p>
        </p:txBody>
      </p:sp>
      <p:sp>
        <p:nvSpPr>
          <p:cNvPr id="50" name="Google Shape;50;p5"/>
          <p:cNvSpPr/>
          <p:nvPr/>
        </p:nvSpPr>
        <p:spPr>
          <a:xfrm rot="10800000" flipH="1">
            <a:off x="201084" y="227507"/>
            <a:ext cx="811732" cy="728369"/>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51" name="Google Shape;51;p5"/>
          <p:cNvSpPr/>
          <p:nvPr/>
        </p:nvSpPr>
        <p:spPr>
          <a:xfrm>
            <a:off x="8335025" y="-676899"/>
            <a:ext cx="1323300" cy="1323300"/>
          </a:xfrm>
          <a:prstGeom prst="donut">
            <a:avLst>
              <a:gd name="adj" fmla="val 815"/>
            </a:avLst>
          </a:pr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 name="Google Shape;52;p5"/>
          <p:cNvSpPr/>
          <p:nvPr/>
        </p:nvSpPr>
        <p:spPr>
          <a:xfrm flipH="1">
            <a:off x="-381906" y="3625714"/>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53" name="Google Shape;53;p5"/>
          <p:cNvSpPr/>
          <p:nvPr/>
        </p:nvSpPr>
        <p:spPr>
          <a:xfrm>
            <a:off x="939953" y="484497"/>
            <a:ext cx="1323290" cy="11877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alpha val="40780"/>
                </a:srgbClr>
              </a:gs>
              <a:gs pos="100000">
                <a:srgbClr val="00216E">
                  <a:alpha val="39607"/>
                  <a:alpha val="40780"/>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bg>
      <p:bgPr>
        <a:gradFill>
          <a:gsLst>
            <a:gs pos="0">
              <a:srgbClr val="E20030"/>
            </a:gs>
            <a:gs pos="100000">
              <a:srgbClr val="00216E"/>
            </a:gs>
          </a:gsLst>
          <a:lin ang="5400700" scaled="0"/>
        </a:gradFill>
        <a:effectLst/>
      </p:bgPr>
    </p:bg>
    <p:spTree>
      <p:nvGrpSpPr>
        <p:cNvPr id="54" name="Shape 54"/>
        <p:cNvGrpSpPr/>
        <p:nvPr/>
      </p:nvGrpSpPr>
      <p:grpSpPr>
        <a:xfrm>
          <a:off x="0" y="0"/>
          <a:ext cx="0" cy="0"/>
          <a:chOff x="0" y="0"/>
          <a:chExt cx="0" cy="0"/>
        </a:xfrm>
      </p:grpSpPr>
      <p:grpSp>
        <p:nvGrpSpPr>
          <p:cNvPr id="55" name="Google Shape;55;p6"/>
          <p:cNvGrpSpPr/>
          <p:nvPr/>
        </p:nvGrpSpPr>
        <p:grpSpPr>
          <a:xfrm flipH="1">
            <a:off x="2599393" y="-142050"/>
            <a:ext cx="6544456" cy="5427560"/>
            <a:chOff x="577950" y="-142050"/>
            <a:chExt cx="6544456" cy="5427560"/>
          </a:xfrm>
        </p:grpSpPr>
        <p:sp>
          <p:nvSpPr>
            <p:cNvPr id="56" name="Google Shape;56;p6"/>
            <p:cNvSpPr/>
            <p:nvPr/>
          </p:nvSpPr>
          <p:spPr>
            <a:xfrm flipH="1">
              <a:off x="577950"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 name="Google Shape;57;p6"/>
            <p:cNvSpPr/>
            <p:nvPr/>
          </p:nvSpPr>
          <p:spPr>
            <a:xfrm flipH="1">
              <a:off x="1075529"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58" name="Google Shape;58;p6"/>
          <p:cNvSpPr/>
          <p:nvPr/>
        </p:nvSpPr>
        <p:spPr>
          <a:xfrm flipH="1">
            <a:off x="-1731700" y="-141987"/>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 name="Google Shape;59;p6"/>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60" name="Google Shape;60;p6"/>
          <p:cNvSpPr txBox="1"/>
          <p:nvPr>
            <p:ph type="title"/>
          </p:nvPr>
        </p:nvSpPr>
        <p:spPr>
          <a:xfrm>
            <a:off x="713225" y="539500"/>
            <a:ext cx="7717500" cy="538200"/>
          </a:xfrm>
          <a:prstGeom prst="rect">
            <a:avLst/>
          </a:prstGeom>
        </p:spPr>
        <p:txBody>
          <a:bodyPr spcFirstLastPara="1" wrap="square" lIns="91425" tIns="91425" rIns="91425" bIns="91425" anchor="ctr" anchorCtr="0">
            <a:noAutofit/>
          </a:bodyPr>
          <a:lstStyle>
            <a:lvl1pPr lvl="0">
              <a:spcBef>
                <a:spcPts val="0"/>
              </a:spcBef>
              <a:spcAft>
                <a:spcPts val="0"/>
              </a:spcAft>
              <a:buSzPts val="32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1" name="Google Shape;61;p6"/>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algn="ctr" rtl="0">
              <a:buNone/>
              <a:defRPr sz="1600" b="1">
                <a:solidFill>
                  <a:schemeClr val="dk2"/>
                </a:solidFill>
                <a:latin typeface="Space Mono"/>
                <a:ea typeface="Space Mono"/>
                <a:cs typeface="Space Mono"/>
                <a:sym typeface="Space Mono"/>
              </a:defRPr>
            </a:lvl1pPr>
            <a:lvl2pPr lvl="1" algn="ctr" rtl="0">
              <a:buNone/>
              <a:defRPr sz="1600" b="1">
                <a:solidFill>
                  <a:schemeClr val="dk2"/>
                </a:solidFill>
                <a:latin typeface="Space Mono"/>
                <a:ea typeface="Space Mono"/>
                <a:cs typeface="Space Mono"/>
                <a:sym typeface="Space Mono"/>
              </a:defRPr>
            </a:lvl2pPr>
            <a:lvl3pPr lvl="2" algn="ctr" rtl="0">
              <a:buNone/>
              <a:defRPr sz="1600" b="1">
                <a:solidFill>
                  <a:schemeClr val="dk2"/>
                </a:solidFill>
                <a:latin typeface="Space Mono"/>
                <a:ea typeface="Space Mono"/>
                <a:cs typeface="Space Mono"/>
                <a:sym typeface="Space Mono"/>
              </a:defRPr>
            </a:lvl3pPr>
            <a:lvl4pPr lvl="3" algn="ctr" rtl="0">
              <a:buNone/>
              <a:defRPr sz="1600" b="1">
                <a:solidFill>
                  <a:schemeClr val="dk2"/>
                </a:solidFill>
                <a:latin typeface="Space Mono"/>
                <a:ea typeface="Space Mono"/>
                <a:cs typeface="Space Mono"/>
                <a:sym typeface="Space Mono"/>
              </a:defRPr>
            </a:lvl4pPr>
            <a:lvl5pPr lvl="4" algn="ctr" rtl="0">
              <a:buNone/>
              <a:defRPr sz="1600" b="1">
                <a:solidFill>
                  <a:schemeClr val="dk2"/>
                </a:solidFill>
                <a:latin typeface="Space Mono"/>
                <a:ea typeface="Space Mono"/>
                <a:cs typeface="Space Mono"/>
                <a:sym typeface="Space Mono"/>
              </a:defRPr>
            </a:lvl5pPr>
            <a:lvl6pPr lvl="5" algn="ctr" rtl="0">
              <a:buNone/>
              <a:defRPr sz="1600" b="1">
                <a:solidFill>
                  <a:schemeClr val="dk2"/>
                </a:solidFill>
                <a:latin typeface="Space Mono"/>
                <a:ea typeface="Space Mono"/>
                <a:cs typeface="Space Mono"/>
                <a:sym typeface="Space Mono"/>
              </a:defRPr>
            </a:lvl6pPr>
            <a:lvl7pPr lvl="6" algn="ctr" rtl="0">
              <a:buNone/>
              <a:defRPr sz="1600" b="1">
                <a:solidFill>
                  <a:schemeClr val="dk2"/>
                </a:solidFill>
                <a:latin typeface="Space Mono"/>
                <a:ea typeface="Space Mono"/>
                <a:cs typeface="Space Mono"/>
                <a:sym typeface="Space Mono"/>
              </a:defRPr>
            </a:lvl7pPr>
            <a:lvl8pPr lvl="7" algn="ctr" rtl="0">
              <a:buNone/>
              <a:defRPr sz="1600" b="1">
                <a:solidFill>
                  <a:schemeClr val="dk2"/>
                </a:solidFill>
                <a:latin typeface="Space Mono"/>
                <a:ea typeface="Space Mono"/>
                <a:cs typeface="Space Mono"/>
                <a:sym typeface="Space Mono"/>
              </a:defRPr>
            </a:lvl8pPr>
            <a:lvl9pPr lvl="8" algn="ctr" rtl="0">
              <a:buNone/>
              <a:defRPr sz="1600" b="1">
                <a:solidFill>
                  <a:schemeClr val="dk2"/>
                </a:solidFill>
                <a:latin typeface="Space Mono"/>
                <a:ea typeface="Space Mono"/>
                <a:cs typeface="Space Mono"/>
                <a:sym typeface="Space Mono"/>
              </a:defRPr>
            </a:lvl9pPr>
          </a:lstStyle>
          <a:p>
            <a:pPr marL="0" lvl="0" indent="0" algn="ctr" rtl="0">
              <a:spcBef>
                <a:spcPts val="0"/>
              </a:spcBef>
              <a:spcAft>
                <a:spcPts val="0"/>
              </a:spcAft>
              <a:buNone/>
            </a:pPr>
            <a:fld id="{00000000-1234-1234-1234-123412341234}" type="slidenum">
              <a:rPr lang="en-GB"/>
            </a:fld>
            <a:endParaRPr lang="en-GB"/>
          </a:p>
        </p:txBody>
      </p:sp>
      <p:sp>
        <p:nvSpPr>
          <p:cNvPr id="62" name="Google Shape;62;p6"/>
          <p:cNvSpPr/>
          <p:nvPr/>
        </p:nvSpPr>
        <p:spPr>
          <a:xfrm>
            <a:off x="8179678" y="423797"/>
            <a:ext cx="1323290" cy="11877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63" name="Google Shape;63;p6"/>
          <p:cNvSpPr/>
          <p:nvPr/>
        </p:nvSpPr>
        <p:spPr>
          <a:xfrm rot="10800000" flipH="1">
            <a:off x="7440809" y="166807"/>
            <a:ext cx="811732" cy="728369"/>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64" name="Google Shape;64;p6"/>
          <p:cNvSpPr/>
          <p:nvPr/>
        </p:nvSpPr>
        <p:spPr>
          <a:xfrm>
            <a:off x="-439011" y="4429300"/>
            <a:ext cx="1323300" cy="1323300"/>
          </a:xfrm>
          <a:prstGeom prst="donut">
            <a:avLst>
              <a:gd name="adj" fmla="val 1419"/>
            </a:avLst>
          </a:pr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 name="Google Shape;65;p6"/>
          <p:cNvSpPr/>
          <p:nvPr/>
        </p:nvSpPr>
        <p:spPr>
          <a:xfrm>
            <a:off x="8062187" y="1722838"/>
            <a:ext cx="671483" cy="60271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gradFill>
          <a:gsLst>
            <a:gs pos="0">
              <a:srgbClr val="E20030"/>
            </a:gs>
            <a:gs pos="100000">
              <a:srgbClr val="00216E"/>
            </a:gs>
          </a:gsLst>
          <a:lin ang="2700006" scaled="0"/>
        </a:gradFill>
        <a:effectLst/>
      </p:bgPr>
    </p:bg>
    <p:spTree>
      <p:nvGrpSpPr>
        <p:cNvPr id="66" name="Shape 66"/>
        <p:cNvGrpSpPr/>
        <p:nvPr/>
      </p:nvGrpSpPr>
      <p:grpSpPr>
        <a:xfrm>
          <a:off x="0" y="0"/>
          <a:ext cx="0" cy="0"/>
          <a:chOff x="0" y="0"/>
          <a:chExt cx="0" cy="0"/>
        </a:xfrm>
      </p:grpSpPr>
      <p:sp>
        <p:nvSpPr>
          <p:cNvPr id="67" name="Google Shape;67;p7"/>
          <p:cNvSpPr/>
          <p:nvPr/>
        </p:nvSpPr>
        <p:spPr>
          <a:xfrm>
            <a:off x="2435722" y="-142025"/>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 name="Google Shape;68;p7"/>
          <p:cNvSpPr/>
          <p:nvPr/>
        </p:nvSpPr>
        <p:spPr>
          <a:xfrm>
            <a:off x="1917918" y="-142025"/>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 name="Google Shape;69;p7"/>
          <p:cNvSpPr/>
          <p:nvPr/>
        </p:nvSpPr>
        <p:spPr>
          <a:xfrm flipH="1">
            <a:off x="-2413175" y="-141987"/>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 name="Google Shape;70;p7"/>
          <p:cNvSpPr/>
          <p:nvPr/>
        </p:nvSpPr>
        <p:spPr>
          <a:xfrm flipH="1">
            <a:off x="-164285" y="4291676"/>
            <a:ext cx="1389485" cy="1247616"/>
          </a:xfrm>
          <a:custGeom>
            <a:avLst/>
            <a:gdLst/>
            <a:ahLst/>
            <a:cxnLst/>
            <a:rect l="l" t="t" r="r" b="b"/>
            <a:pathLst>
              <a:path w="101552" h="91200" extrusionOk="0">
                <a:moveTo>
                  <a:pt x="67692" y="1316"/>
                </a:moveTo>
                <a:cubicBezTo>
                  <a:pt x="73007" y="1316"/>
                  <a:pt x="77954" y="4172"/>
                  <a:pt x="80612" y="8774"/>
                </a:cubicBezTo>
                <a:lnTo>
                  <a:pt x="97524" y="38071"/>
                </a:lnTo>
                <a:cubicBezTo>
                  <a:pt x="100182" y="42673"/>
                  <a:pt x="100182" y="48388"/>
                  <a:pt x="97524" y="52990"/>
                </a:cubicBezTo>
                <a:lnTo>
                  <a:pt x="80612" y="82284"/>
                </a:lnTo>
                <a:cubicBezTo>
                  <a:pt x="77954" y="86886"/>
                  <a:pt x="73007" y="89745"/>
                  <a:pt x="67697" y="89745"/>
                </a:cubicBezTo>
                <a:cubicBezTo>
                  <a:pt x="64882" y="89699"/>
                  <a:pt x="62259" y="89681"/>
                  <a:pt x="59813" y="89681"/>
                </a:cubicBezTo>
                <a:cubicBezTo>
                  <a:pt x="55192" y="89681"/>
                  <a:pt x="51207" y="89745"/>
                  <a:pt x="47771" y="89800"/>
                </a:cubicBezTo>
                <a:lnTo>
                  <a:pt x="47241" y="89805"/>
                </a:lnTo>
                <a:cubicBezTo>
                  <a:pt x="44571" y="89847"/>
                  <a:pt x="42219" y="89885"/>
                  <a:pt x="40130" y="89885"/>
                </a:cubicBezTo>
                <a:cubicBezTo>
                  <a:pt x="33498" y="89885"/>
                  <a:pt x="29519" y="89506"/>
                  <a:pt x="26414" y="87711"/>
                </a:cubicBezTo>
                <a:cubicBezTo>
                  <a:pt x="22327" y="85351"/>
                  <a:pt x="19610" y="80457"/>
                  <a:pt x="14187" y="70715"/>
                </a:cubicBezTo>
                <a:lnTo>
                  <a:pt x="14163" y="70665"/>
                </a:lnTo>
                <a:cubicBezTo>
                  <a:pt x="11560" y="65984"/>
                  <a:pt x="8319" y="60160"/>
                  <a:pt x="4023" y="52985"/>
                </a:cubicBezTo>
                <a:cubicBezTo>
                  <a:pt x="1372" y="48384"/>
                  <a:pt x="1372" y="42668"/>
                  <a:pt x="4028" y="38071"/>
                </a:cubicBezTo>
                <a:lnTo>
                  <a:pt x="20941" y="8774"/>
                </a:lnTo>
                <a:cubicBezTo>
                  <a:pt x="23598" y="4172"/>
                  <a:pt x="28547" y="1316"/>
                  <a:pt x="33861" y="1316"/>
                </a:cubicBezTo>
                <a:close/>
                <a:moveTo>
                  <a:pt x="33861" y="0"/>
                </a:moveTo>
                <a:cubicBezTo>
                  <a:pt x="28081" y="0"/>
                  <a:pt x="22693" y="3108"/>
                  <a:pt x="19804" y="8115"/>
                </a:cubicBezTo>
                <a:lnTo>
                  <a:pt x="2886" y="37413"/>
                </a:lnTo>
                <a:cubicBezTo>
                  <a:pt x="0" y="42421"/>
                  <a:pt x="0" y="48640"/>
                  <a:pt x="2891" y="53648"/>
                </a:cubicBezTo>
                <a:lnTo>
                  <a:pt x="2895" y="53653"/>
                </a:lnTo>
                <a:cubicBezTo>
                  <a:pt x="7200" y="60853"/>
                  <a:pt x="10436" y="66672"/>
                  <a:pt x="13035" y="71348"/>
                </a:cubicBezTo>
                <a:lnTo>
                  <a:pt x="13039" y="71352"/>
                </a:lnTo>
                <a:cubicBezTo>
                  <a:pt x="17973" y="80225"/>
                  <a:pt x="20694" y="85114"/>
                  <a:pt x="24227" y="87880"/>
                </a:cubicBezTo>
                <a:cubicBezTo>
                  <a:pt x="25128" y="88583"/>
                  <a:pt x="26068" y="89136"/>
                  <a:pt x="27101" y="89581"/>
                </a:cubicBezTo>
                <a:cubicBezTo>
                  <a:pt x="28121" y="90017"/>
                  <a:pt x="29239" y="90349"/>
                  <a:pt x="30522" y="90591"/>
                </a:cubicBezTo>
                <a:cubicBezTo>
                  <a:pt x="32792" y="91027"/>
                  <a:pt x="35544" y="91200"/>
                  <a:pt x="40016" y="91200"/>
                </a:cubicBezTo>
                <a:cubicBezTo>
                  <a:pt x="42119" y="91200"/>
                  <a:pt x="44450" y="91166"/>
                  <a:pt x="47152" y="91120"/>
                </a:cubicBezTo>
                <a:lnTo>
                  <a:pt x="47379" y="91120"/>
                </a:lnTo>
                <a:cubicBezTo>
                  <a:pt x="50902" y="91061"/>
                  <a:pt x="54990" y="90997"/>
                  <a:pt x="59759" y="90997"/>
                </a:cubicBezTo>
                <a:cubicBezTo>
                  <a:pt x="62214" y="90997"/>
                  <a:pt x="64856" y="91012"/>
                  <a:pt x="67686" y="91061"/>
                </a:cubicBezTo>
                <a:lnTo>
                  <a:pt x="67692" y="91061"/>
                </a:lnTo>
                <a:cubicBezTo>
                  <a:pt x="73471" y="91061"/>
                  <a:pt x="78860" y="87948"/>
                  <a:pt x="81749" y="82942"/>
                </a:cubicBezTo>
                <a:lnTo>
                  <a:pt x="98663" y="53648"/>
                </a:lnTo>
                <a:cubicBezTo>
                  <a:pt x="101552" y="48640"/>
                  <a:pt x="101552" y="42421"/>
                  <a:pt x="98663" y="37413"/>
                </a:cubicBezTo>
                <a:lnTo>
                  <a:pt x="81749" y="8115"/>
                </a:lnTo>
                <a:cubicBezTo>
                  <a:pt x="78860" y="3108"/>
                  <a:pt x="73471" y="0"/>
                  <a:pt x="67692" y="0"/>
                </a:cubicBezTo>
                <a:close/>
              </a:path>
            </a:pathLst>
          </a:cu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 name="Google Shape;71;p7"/>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72" name="Google Shape;72;p7"/>
          <p:cNvSpPr txBox="1"/>
          <p:nvPr>
            <p:ph type="body" idx="1"/>
          </p:nvPr>
        </p:nvSpPr>
        <p:spPr>
          <a:xfrm>
            <a:off x="713225" y="1472000"/>
            <a:ext cx="4837800" cy="2498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73" name="Google Shape;73;p7"/>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algn="ctr" rtl="0">
              <a:buNone/>
              <a:defRPr sz="1600" b="1">
                <a:solidFill>
                  <a:schemeClr val="dk2"/>
                </a:solidFill>
                <a:latin typeface="Space Mono"/>
                <a:ea typeface="Space Mono"/>
                <a:cs typeface="Space Mono"/>
                <a:sym typeface="Space Mono"/>
              </a:defRPr>
            </a:lvl1pPr>
            <a:lvl2pPr lvl="1" algn="ctr" rtl="0">
              <a:buNone/>
              <a:defRPr sz="1600" b="1">
                <a:solidFill>
                  <a:schemeClr val="dk2"/>
                </a:solidFill>
                <a:latin typeface="Space Mono"/>
                <a:ea typeface="Space Mono"/>
                <a:cs typeface="Space Mono"/>
                <a:sym typeface="Space Mono"/>
              </a:defRPr>
            </a:lvl2pPr>
            <a:lvl3pPr lvl="2" algn="ctr" rtl="0">
              <a:buNone/>
              <a:defRPr sz="1600" b="1">
                <a:solidFill>
                  <a:schemeClr val="dk2"/>
                </a:solidFill>
                <a:latin typeface="Space Mono"/>
                <a:ea typeface="Space Mono"/>
                <a:cs typeface="Space Mono"/>
                <a:sym typeface="Space Mono"/>
              </a:defRPr>
            </a:lvl3pPr>
            <a:lvl4pPr lvl="3" algn="ctr" rtl="0">
              <a:buNone/>
              <a:defRPr sz="1600" b="1">
                <a:solidFill>
                  <a:schemeClr val="dk2"/>
                </a:solidFill>
                <a:latin typeface="Space Mono"/>
                <a:ea typeface="Space Mono"/>
                <a:cs typeface="Space Mono"/>
                <a:sym typeface="Space Mono"/>
              </a:defRPr>
            </a:lvl4pPr>
            <a:lvl5pPr lvl="4" algn="ctr" rtl="0">
              <a:buNone/>
              <a:defRPr sz="1600" b="1">
                <a:solidFill>
                  <a:schemeClr val="dk2"/>
                </a:solidFill>
                <a:latin typeface="Space Mono"/>
                <a:ea typeface="Space Mono"/>
                <a:cs typeface="Space Mono"/>
                <a:sym typeface="Space Mono"/>
              </a:defRPr>
            </a:lvl5pPr>
            <a:lvl6pPr lvl="5" algn="ctr" rtl="0">
              <a:buNone/>
              <a:defRPr sz="1600" b="1">
                <a:solidFill>
                  <a:schemeClr val="dk2"/>
                </a:solidFill>
                <a:latin typeface="Space Mono"/>
                <a:ea typeface="Space Mono"/>
                <a:cs typeface="Space Mono"/>
                <a:sym typeface="Space Mono"/>
              </a:defRPr>
            </a:lvl6pPr>
            <a:lvl7pPr lvl="6" algn="ctr" rtl="0">
              <a:buNone/>
              <a:defRPr sz="1600" b="1">
                <a:solidFill>
                  <a:schemeClr val="dk2"/>
                </a:solidFill>
                <a:latin typeface="Space Mono"/>
                <a:ea typeface="Space Mono"/>
                <a:cs typeface="Space Mono"/>
                <a:sym typeface="Space Mono"/>
              </a:defRPr>
            </a:lvl7pPr>
            <a:lvl8pPr lvl="7" algn="ctr" rtl="0">
              <a:buNone/>
              <a:defRPr sz="1600" b="1">
                <a:solidFill>
                  <a:schemeClr val="dk2"/>
                </a:solidFill>
                <a:latin typeface="Space Mono"/>
                <a:ea typeface="Space Mono"/>
                <a:cs typeface="Space Mono"/>
                <a:sym typeface="Space Mono"/>
              </a:defRPr>
            </a:lvl8pPr>
            <a:lvl9pPr lvl="8" algn="ctr" rtl="0">
              <a:buNone/>
              <a:defRPr sz="1600" b="1">
                <a:solidFill>
                  <a:schemeClr val="dk2"/>
                </a:solidFill>
                <a:latin typeface="Space Mono"/>
                <a:ea typeface="Space Mono"/>
                <a:cs typeface="Space Mono"/>
                <a:sym typeface="Space Mono"/>
              </a:defRPr>
            </a:lvl9pPr>
          </a:lstStyle>
          <a:p>
            <a:pPr marL="0" lvl="0" indent="0" algn="ctr" rtl="0">
              <a:spcBef>
                <a:spcPts val="0"/>
              </a:spcBef>
              <a:spcAft>
                <a:spcPts val="0"/>
              </a:spcAft>
              <a:buNone/>
            </a:pPr>
            <a:fld id="{00000000-1234-1234-1234-123412341234}" type="slidenum">
              <a:rPr lang="en-GB"/>
            </a:fld>
            <a:endParaRPr lang="en-GB"/>
          </a:p>
        </p:txBody>
      </p:sp>
      <p:sp>
        <p:nvSpPr>
          <p:cNvPr id="74" name="Google Shape;74;p7"/>
          <p:cNvSpPr txBox="1"/>
          <p:nvPr>
            <p:ph type="title"/>
          </p:nvPr>
        </p:nvSpPr>
        <p:spPr>
          <a:xfrm>
            <a:off x="713225" y="539500"/>
            <a:ext cx="7717500" cy="538200"/>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 name="Google Shape;75;p7"/>
          <p:cNvSpPr/>
          <p:nvPr/>
        </p:nvSpPr>
        <p:spPr>
          <a:xfrm>
            <a:off x="6925856" y="277075"/>
            <a:ext cx="2053042" cy="1842545"/>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00216E">
                  <a:alpha val="21568"/>
                </a:srgbClr>
              </a:gs>
              <a:gs pos="100000">
                <a:srgbClr val="E20030">
                  <a:alpha val="23137"/>
                </a:srgbClr>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gradFill>
          <a:gsLst>
            <a:gs pos="0">
              <a:srgbClr val="E20030"/>
            </a:gs>
            <a:gs pos="100000">
              <a:srgbClr val="00216E"/>
            </a:gs>
          </a:gsLst>
          <a:lin ang="13500032" scaled="0"/>
        </a:gradFill>
        <a:effectLst/>
      </p:bgPr>
    </p:bg>
    <p:spTree>
      <p:nvGrpSpPr>
        <p:cNvPr id="76" name="Shape 76"/>
        <p:cNvGrpSpPr/>
        <p:nvPr/>
      </p:nvGrpSpPr>
      <p:grpSpPr>
        <a:xfrm>
          <a:off x="0" y="0"/>
          <a:ext cx="0" cy="0"/>
          <a:chOff x="0" y="0"/>
          <a:chExt cx="0" cy="0"/>
        </a:xfrm>
      </p:grpSpPr>
      <p:grpSp>
        <p:nvGrpSpPr>
          <p:cNvPr id="77" name="Google Shape;77;p8"/>
          <p:cNvGrpSpPr/>
          <p:nvPr/>
        </p:nvGrpSpPr>
        <p:grpSpPr>
          <a:xfrm flipH="1">
            <a:off x="564610" y="-142025"/>
            <a:ext cx="6563681" cy="5427560"/>
            <a:chOff x="1727035" y="-142050"/>
            <a:chExt cx="6563681" cy="5427560"/>
          </a:xfrm>
        </p:grpSpPr>
        <p:sp>
          <p:nvSpPr>
            <p:cNvPr id="78" name="Google Shape;78;p8"/>
            <p:cNvSpPr/>
            <p:nvPr/>
          </p:nvSpPr>
          <p:spPr>
            <a:xfrm>
              <a:off x="2243839"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 name="Google Shape;79;p8"/>
            <p:cNvSpPr/>
            <p:nvPr/>
          </p:nvSpPr>
          <p:spPr>
            <a:xfrm>
              <a:off x="1727035"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80" name="Google Shape;80;p8"/>
          <p:cNvSpPr/>
          <p:nvPr/>
        </p:nvSpPr>
        <p:spPr>
          <a:xfrm>
            <a:off x="1600200" y="-142050"/>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 name="Google Shape;81;p8"/>
          <p:cNvSpPr txBox="1"/>
          <p:nvPr>
            <p:ph type="title"/>
          </p:nvPr>
        </p:nvSpPr>
        <p:spPr>
          <a:xfrm>
            <a:off x="2382325" y="1331550"/>
            <a:ext cx="6048600" cy="24804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7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82" name="Google Shape;82;p8"/>
          <p:cNvSpPr/>
          <p:nvPr/>
        </p:nvSpPr>
        <p:spPr>
          <a:xfrm flipH="1">
            <a:off x="200919" y="337371"/>
            <a:ext cx="1024629" cy="919688"/>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17254"/>
                </a:srgbClr>
              </a:gs>
              <a:gs pos="48000">
                <a:srgbClr val="E20030">
                  <a:alpha val="12156"/>
                </a:srgbClr>
              </a:gs>
              <a:gs pos="100000">
                <a:srgbClr val="E20030">
                  <a:alpha val="40784"/>
                </a:srgbClr>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83" name="Google Shape;83;p8"/>
          <p:cNvSpPr/>
          <p:nvPr/>
        </p:nvSpPr>
        <p:spPr>
          <a:xfrm flipH="1">
            <a:off x="-633353" y="3748900"/>
            <a:ext cx="1714779" cy="1538926"/>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84" name="Google Shape;84;p8"/>
          <p:cNvSpPr/>
          <p:nvPr/>
        </p:nvSpPr>
        <p:spPr>
          <a:xfrm flipH="1">
            <a:off x="713233" y="-849787"/>
            <a:ext cx="2053042" cy="1842545"/>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17254"/>
                </a:srgbClr>
              </a:gs>
              <a:gs pos="100000">
                <a:srgbClr val="E20030">
                  <a:alpha val="40784"/>
                </a:srgbClr>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85" name="Google Shape;85;p8"/>
          <p:cNvSpPr/>
          <p:nvPr/>
        </p:nvSpPr>
        <p:spPr>
          <a:xfrm>
            <a:off x="7775507" y="-697977"/>
            <a:ext cx="1714779" cy="1538926"/>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86" name="Google Shape;86;p8"/>
          <p:cNvSpPr/>
          <p:nvPr/>
        </p:nvSpPr>
        <p:spPr>
          <a:xfrm>
            <a:off x="4872025" y="4256762"/>
            <a:ext cx="1452900" cy="1452900"/>
          </a:xfrm>
          <a:prstGeom prst="donut">
            <a:avLst>
              <a:gd name="adj" fmla="val 1199"/>
            </a:avLst>
          </a:pr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gradFill>
          <a:gsLst>
            <a:gs pos="0">
              <a:srgbClr val="E20030"/>
            </a:gs>
            <a:gs pos="100000">
              <a:srgbClr val="00216E"/>
            </a:gs>
          </a:gsLst>
          <a:lin ang="2698631" scaled="0"/>
        </a:gradFill>
        <a:effectLst/>
      </p:bgPr>
    </p:bg>
    <p:spTree>
      <p:nvGrpSpPr>
        <p:cNvPr id="87" name="Shape 87"/>
        <p:cNvGrpSpPr/>
        <p:nvPr/>
      </p:nvGrpSpPr>
      <p:grpSpPr>
        <a:xfrm>
          <a:off x="0" y="0"/>
          <a:ext cx="0" cy="0"/>
          <a:chOff x="0" y="0"/>
          <a:chExt cx="0" cy="0"/>
        </a:xfrm>
      </p:grpSpPr>
      <p:grpSp>
        <p:nvGrpSpPr>
          <p:cNvPr id="88" name="Google Shape;88;p9"/>
          <p:cNvGrpSpPr/>
          <p:nvPr/>
        </p:nvGrpSpPr>
        <p:grpSpPr>
          <a:xfrm>
            <a:off x="2014734" y="-142025"/>
            <a:ext cx="6564656" cy="5427560"/>
            <a:chOff x="1724085" y="-142050"/>
            <a:chExt cx="6564656" cy="5427560"/>
          </a:xfrm>
        </p:grpSpPr>
        <p:sp>
          <p:nvSpPr>
            <p:cNvPr id="89" name="Google Shape;89;p9"/>
            <p:cNvSpPr/>
            <p:nvPr/>
          </p:nvSpPr>
          <p:spPr>
            <a:xfrm>
              <a:off x="2241864"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 name="Google Shape;90;p9"/>
            <p:cNvSpPr/>
            <p:nvPr/>
          </p:nvSpPr>
          <p:spPr>
            <a:xfrm>
              <a:off x="1724085"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91" name="Google Shape;91;p9"/>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92" name="Google Shape;92;p9"/>
          <p:cNvSpPr/>
          <p:nvPr/>
        </p:nvSpPr>
        <p:spPr>
          <a:xfrm flipH="1">
            <a:off x="-2316375" y="-141987"/>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 name="Google Shape;93;p9"/>
          <p:cNvSpPr txBox="1"/>
          <p:nvPr>
            <p:ph type="title"/>
          </p:nvPr>
        </p:nvSpPr>
        <p:spPr>
          <a:xfrm>
            <a:off x="713225" y="1407000"/>
            <a:ext cx="4746600" cy="7782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94" name="Google Shape;94;p9"/>
          <p:cNvSpPr txBox="1"/>
          <p:nvPr>
            <p:ph type="subTitle" idx="1"/>
          </p:nvPr>
        </p:nvSpPr>
        <p:spPr>
          <a:xfrm>
            <a:off x="713225" y="2272825"/>
            <a:ext cx="4746600" cy="1363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5" name="Google Shape;95;p9"/>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algn="ctr" rtl="0">
              <a:buNone/>
              <a:defRPr sz="1600" b="1">
                <a:solidFill>
                  <a:schemeClr val="dk2"/>
                </a:solidFill>
                <a:latin typeface="Space Mono"/>
                <a:ea typeface="Space Mono"/>
                <a:cs typeface="Space Mono"/>
                <a:sym typeface="Space Mono"/>
              </a:defRPr>
            </a:lvl1pPr>
            <a:lvl2pPr lvl="1" algn="ctr" rtl="0">
              <a:buNone/>
              <a:defRPr sz="1600" b="1">
                <a:solidFill>
                  <a:schemeClr val="dk2"/>
                </a:solidFill>
                <a:latin typeface="Space Mono"/>
                <a:ea typeface="Space Mono"/>
                <a:cs typeface="Space Mono"/>
                <a:sym typeface="Space Mono"/>
              </a:defRPr>
            </a:lvl2pPr>
            <a:lvl3pPr lvl="2" algn="ctr" rtl="0">
              <a:buNone/>
              <a:defRPr sz="1600" b="1">
                <a:solidFill>
                  <a:schemeClr val="dk2"/>
                </a:solidFill>
                <a:latin typeface="Space Mono"/>
                <a:ea typeface="Space Mono"/>
                <a:cs typeface="Space Mono"/>
                <a:sym typeface="Space Mono"/>
              </a:defRPr>
            </a:lvl3pPr>
            <a:lvl4pPr lvl="3" algn="ctr" rtl="0">
              <a:buNone/>
              <a:defRPr sz="1600" b="1">
                <a:solidFill>
                  <a:schemeClr val="dk2"/>
                </a:solidFill>
                <a:latin typeface="Space Mono"/>
                <a:ea typeface="Space Mono"/>
                <a:cs typeface="Space Mono"/>
                <a:sym typeface="Space Mono"/>
              </a:defRPr>
            </a:lvl4pPr>
            <a:lvl5pPr lvl="4" algn="ctr" rtl="0">
              <a:buNone/>
              <a:defRPr sz="1600" b="1">
                <a:solidFill>
                  <a:schemeClr val="dk2"/>
                </a:solidFill>
                <a:latin typeface="Space Mono"/>
                <a:ea typeface="Space Mono"/>
                <a:cs typeface="Space Mono"/>
                <a:sym typeface="Space Mono"/>
              </a:defRPr>
            </a:lvl5pPr>
            <a:lvl6pPr lvl="5" algn="ctr" rtl="0">
              <a:buNone/>
              <a:defRPr sz="1600" b="1">
                <a:solidFill>
                  <a:schemeClr val="dk2"/>
                </a:solidFill>
                <a:latin typeface="Space Mono"/>
                <a:ea typeface="Space Mono"/>
                <a:cs typeface="Space Mono"/>
                <a:sym typeface="Space Mono"/>
              </a:defRPr>
            </a:lvl6pPr>
            <a:lvl7pPr lvl="6" algn="ctr" rtl="0">
              <a:buNone/>
              <a:defRPr sz="1600" b="1">
                <a:solidFill>
                  <a:schemeClr val="dk2"/>
                </a:solidFill>
                <a:latin typeface="Space Mono"/>
                <a:ea typeface="Space Mono"/>
                <a:cs typeface="Space Mono"/>
                <a:sym typeface="Space Mono"/>
              </a:defRPr>
            </a:lvl7pPr>
            <a:lvl8pPr lvl="7" algn="ctr" rtl="0">
              <a:buNone/>
              <a:defRPr sz="1600" b="1">
                <a:solidFill>
                  <a:schemeClr val="dk2"/>
                </a:solidFill>
                <a:latin typeface="Space Mono"/>
                <a:ea typeface="Space Mono"/>
                <a:cs typeface="Space Mono"/>
                <a:sym typeface="Space Mono"/>
              </a:defRPr>
            </a:lvl8pPr>
            <a:lvl9pPr lvl="8" algn="ctr" rtl="0">
              <a:buNone/>
              <a:defRPr sz="1600" b="1">
                <a:solidFill>
                  <a:schemeClr val="dk2"/>
                </a:solidFill>
                <a:latin typeface="Space Mono"/>
                <a:ea typeface="Space Mono"/>
                <a:cs typeface="Space Mono"/>
                <a:sym typeface="Space Mono"/>
              </a:defRPr>
            </a:lvl9pPr>
          </a:lstStyle>
          <a:p>
            <a:pPr marL="0" lvl="0" indent="0" algn="ctr" rtl="0">
              <a:spcBef>
                <a:spcPts val="0"/>
              </a:spcBef>
              <a:spcAft>
                <a:spcPts val="0"/>
              </a:spcAft>
              <a:buNone/>
            </a:pPr>
            <a:fld id="{00000000-1234-1234-1234-123412341234}" type="slidenum">
              <a:rPr lang="en-GB"/>
            </a:fld>
            <a:endParaRPr lang="en-GB"/>
          </a:p>
        </p:txBody>
      </p:sp>
      <p:sp>
        <p:nvSpPr>
          <p:cNvPr id="96" name="Google Shape;96;p9"/>
          <p:cNvSpPr/>
          <p:nvPr/>
        </p:nvSpPr>
        <p:spPr>
          <a:xfrm>
            <a:off x="-288600" y="3991025"/>
            <a:ext cx="1619400" cy="1619400"/>
          </a:xfrm>
          <a:prstGeom prst="donut">
            <a:avLst>
              <a:gd name="adj" fmla="val 815"/>
            </a:avLst>
          </a:pr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 name="Google Shape;97;p9"/>
          <p:cNvSpPr/>
          <p:nvPr/>
        </p:nvSpPr>
        <p:spPr>
          <a:xfrm>
            <a:off x="7988360" y="-648249"/>
            <a:ext cx="1655500" cy="1485719"/>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98" name="Shape 98"/>
        <p:cNvGrpSpPr/>
        <p:nvPr/>
      </p:nvGrpSpPr>
      <p:grpSpPr>
        <a:xfrm>
          <a:off x="0" y="0"/>
          <a:ext cx="0" cy="0"/>
          <a:chOff x="0" y="0"/>
          <a:chExt cx="0" cy="0"/>
        </a:xfrm>
      </p:grpSpPr>
      <p:sp>
        <p:nvSpPr>
          <p:cNvPr id="99" name="Google Shape;99;p10"/>
          <p:cNvSpPr txBox="1"/>
          <p:nvPr>
            <p:ph type="body" idx="1"/>
          </p:nvPr>
        </p:nvSpPr>
        <p:spPr>
          <a:xfrm>
            <a:off x="2566344" y="1877375"/>
            <a:ext cx="4011300" cy="1388700"/>
          </a:xfrm>
          <a:prstGeom prst="rect">
            <a:avLst/>
          </a:prstGeom>
        </p:spPr>
        <p:txBody>
          <a:bodyPr spcFirstLastPara="1" wrap="square" lIns="91425" tIns="91425" rIns="91425" bIns="91425" anchor="ctr" anchorCtr="0">
            <a:noAutofit/>
          </a:bodyPr>
          <a:lstStyle>
            <a:lvl1pPr marL="457200" lvl="0" indent="-228600" algn="ctr">
              <a:lnSpc>
                <a:spcPct val="100000"/>
              </a:lnSpc>
              <a:spcBef>
                <a:spcPts val="0"/>
              </a:spcBef>
              <a:spcAft>
                <a:spcPts val="0"/>
              </a:spcAft>
              <a:buSzPts val="1400"/>
              <a:buNone/>
              <a:defRPr sz="3200">
                <a:solidFill>
                  <a:schemeClr val="dk2"/>
                </a:solidFill>
                <a:latin typeface="Space Mono"/>
                <a:ea typeface="Space Mono"/>
                <a:cs typeface="Space Mono"/>
                <a:sym typeface="Space Mono"/>
              </a:defRPr>
            </a:lvl1pPr>
          </a:lstStyle>
          <a:p/>
        </p:txBody>
      </p:sp>
      <p:sp>
        <p:nvSpPr>
          <p:cNvPr id="100" name="Google Shape;100;p10"/>
          <p:cNvSpPr/>
          <p:nvPr/>
        </p:nvSpPr>
        <p:spPr>
          <a:xfrm>
            <a:off x="-145175" y="4002525"/>
            <a:ext cx="1092600" cy="1092600"/>
          </a:xfrm>
          <a:prstGeom prst="donut">
            <a:avLst>
              <a:gd name="adj" fmla="val 815"/>
            </a:avLst>
          </a:pr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gradFill>
          <a:gsLst>
            <a:gs pos="0">
              <a:srgbClr val="E20030"/>
            </a:gs>
            <a:gs pos="100000">
              <a:srgbClr val="00216E"/>
            </a:gs>
          </a:gsLst>
          <a:lin ang="2698631" scaled="0"/>
        </a:gradFill>
        <a:effectLst/>
      </p:bgPr>
    </p:bg>
    <p:spTree>
      <p:nvGrpSpPr>
        <p:cNvPr id="101" name="Shape 101"/>
        <p:cNvGrpSpPr/>
        <p:nvPr/>
      </p:nvGrpSpPr>
      <p:grpSpPr>
        <a:xfrm>
          <a:off x="0" y="0"/>
          <a:ext cx="0" cy="0"/>
          <a:chOff x="0" y="0"/>
          <a:chExt cx="0" cy="0"/>
        </a:xfrm>
      </p:grpSpPr>
      <p:sp>
        <p:nvSpPr>
          <p:cNvPr id="102" name="Google Shape;102;p11"/>
          <p:cNvSpPr/>
          <p:nvPr/>
        </p:nvSpPr>
        <p:spPr>
          <a:xfrm>
            <a:off x="-431172" y="-328528"/>
            <a:ext cx="1323290" cy="11877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alpha val="40780"/>
                </a:srgbClr>
              </a:gs>
              <a:gs pos="100000">
                <a:srgbClr val="00216E">
                  <a:alpha val="39607"/>
                  <a:alpha val="40780"/>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03" name="Google Shape;103;p11"/>
          <p:cNvSpPr/>
          <p:nvPr/>
        </p:nvSpPr>
        <p:spPr>
          <a:xfrm flipH="1">
            <a:off x="0" y="-142087"/>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 name="Google Shape;104;p11"/>
          <p:cNvSpPr/>
          <p:nvPr/>
        </p:nvSpPr>
        <p:spPr>
          <a:xfrm flipH="1">
            <a:off x="532404"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 name="Google Shape;105;p11"/>
          <p:cNvSpPr/>
          <p:nvPr/>
        </p:nvSpPr>
        <p:spPr>
          <a:xfrm>
            <a:off x="1035600" y="-142050"/>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 name="Google Shape;106;p11"/>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07" name="Google Shape;107;p11"/>
          <p:cNvSpPr txBox="1"/>
          <p:nvPr>
            <p:ph type="title" hasCustomPrompt="1"/>
          </p:nvPr>
        </p:nvSpPr>
        <p:spPr>
          <a:xfrm>
            <a:off x="2010900" y="1549200"/>
            <a:ext cx="6419700" cy="1438200"/>
          </a:xfrm>
          <a:prstGeom prst="rect">
            <a:avLst/>
          </a:prstGeom>
        </p:spPr>
        <p:txBody>
          <a:bodyPr spcFirstLastPara="1" wrap="square" lIns="91425" tIns="91425" rIns="91425" bIns="91425" anchor="ctr" anchorCtr="0">
            <a:noAutofit/>
          </a:bodyPr>
          <a:lstStyle>
            <a:lvl1pPr lvl="0" algn="r">
              <a:spcBef>
                <a:spcPts val="0"/>
              </a:spcBef>
              <a:spcAft>
                <a:spcPts val="0"/>
              </a:spcAft>
              <a:buSzPts val="12000"/>
              <a:buNone/>
              <a:defRPr sz="10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08" name="Google Shape;108;p11"/>
          <p:cNvSpPr txBox="1"/>
          <p:nvPr>
            <p:ph type="sldNum" idx="12"/>
          </p:nvPr>
        </p:nvSpPr>
        <p:spPr>
          <a:xfrm>
            <a:off x="8472449" y="4615826"/>
            <a:ext cx="671400" cy="565500"/>
          </a:xfrm>
          <a:prstGeom prst="rect">
            <a:avLst/>
          </a:prstGeom>
        </p:spPr>
        <p:txBody>
          <a:bodyPr spcFirstLastPara="1" wrap="square" lIns="91425" tIns="91425" rIns="91425" bIns="91425" anchor="ctr" anchorCtr="0">
            <a:noAutofit/>
          </a:bodyPr>
          <a:lstStyle>
            <a:lvl1pPr lvl="0" algn="ctr" rtl="0">
              <a:buNone/>
              <a:defRPr sz="1600" b="1">
                <a:solidFill>
                  <a:schemeClr val="dk2"/>
                </a:solidFill>
                <a:latin typeface="Space Mono"/>
                <a:ea typeface="Space Mono"/>
                <a:cs typeface="Space Mono"/>
                <a:sym typeface="Space Mono"/>
              </a:defRPr>
            </a:lvl1pPr>
            <a:lvl2pPr lvl="1" algn="ctr" rtl="0">
              <a:buNone/>
              <a:defRPr sz="1600" b="1">
                <a:solidFill>
                  <a:schemeClr val="dk2"/>
                </a:solidFill>
                <a:latin typeface="Space Mono"/>
                <a:ea typeface="Space Mono"/>
                <a:cs typeface="Space Mono"/>
                <a:sym typeface="Space Mono"/>
              </a:defRPr>
            </a:lvl2pPr>
            <a:lvl3pPr lvl="2" algn="ctr" rtl="0">
              <a:buNone/>
              <a:defRPr sz="1600" b="1">
                <a:solidFill>
                  <a:schemeClr val="dk2"/>
                </a:solidFill>
                <a:latin typeface="Space Mono"/>
                <a:ea typeface="Space Mono"/>
                <a:cs typeface="Space Mono"/>
                <a:sym typeface="Space Mono"/>
              </a:defRPr>
            </a:lvl3pPr>
            <a:lvl4pPr lvl="3" algn="ctr" rtl="0">
              <a:buNone/>
              <a:defRPr sz="1600" b="1">
                <a:solidFill>
                  <a:schemeClr val="dk2"/>
                </a:solidFill>
                <a:latin typeface="Space Mono"/>
                <a:ea typeface="Space Mono"/>
                <a:cs typeface="Space Mono"/>
                <a:sym typeface="Space Mono"/>
              </a:defRPr>
            </a:lvl4pPr>
            <a:lvl5pPr lvl="4" algn="ctr" rtl="0">
              <a:buNone/>
              <a:defRPr sz="1600" b="1">
                <a:solidFill>
                  <a:schemeClr val="dk2"/>
                </a:solidFill>
                <a:latin typeface="Space Mono"/>
                <a:ea typeface="Space Mono"/>
                <a:cs typeface="Space Mono"/>
                <a:sym typeface="Space Mono"/>
              </a:defRPr>
            </a:lvl5pPr>
            <a:lvl6pPr lvl="5" algn="ctr" rtl="0">
              <a:buNone/>
              <a:defRPr sz="1600" b="1">
                <a:solidFill>
                  <a:schemeClr val="dk2"/>
                </a:solidFill>
                <a:latin typeface="Space Mono"/>
                <a:ea typeface="Space Mono"/>
                <a:cs typeface="Space Mono"/>
                <a:sym typeface="Space Mono"/>
              </a:defRPr>
            </a:lvl6pPr>
            <a:lvl7pPr lvl="6" algn="ctr" rtl="0">
              <a:buNone/>
              <a:defRPr sz="1600" b="1">
                <a:solidFill>
                  <a:schemeClr val="dk2"/>
                </a:solidFill>
                <a:latin typeface="Space Mono"/>
                <a:ea typeface="Space Mono"/>
                <a:cs typeface="Space Mono"/>
                <a:sym typeface="Space Mono"/>
              </a:defRPr>
            </a:lvl7pPr>
            <a:lvl8pPr lvl="7" algn="ctr" rtl="0">
              <a:buNone/>
              <a:defRPr sz="1600" b="1">
                <a:solidFill>
                  <a:schemeClr val="dk2"/>
                </a:solidFill>
                <a:latin typeface="Space Mono"/>
                <a:ea typeface="Space Mono"/>
                <a:cs typeface="Space Mono"/>
                <a:sym typeface="Space Mono"/>
              </a:defRPr>
            </a:lvl8pPr>
            <a:lvl9pPr lvl="8" algn="ctr" rtl="0">
              <a:buNone/>
              <a:defRPr sz="1600" b="1">
                <a:solidFill>
                  <a:schemeClr val="dk2"/>
                </a:solidFill>
                <a:latin typeface="Space Mono"/>
                <a:ea typeface="Space Mono"/>
                <a:cs typeface="Space Mono"/>
                <a:sym typeface="Space Mono"/>
              </a:defRPr>
            </a:lvl9pPr>
          </a:lstStyle>
          <a:p>
            <a:pPr marL="0" lvl="0" indent="0" algn="ctr" rtl="0">
              <a:spcBef>
                <a:spcPts val="0"/>
              </a:spcBef>
              <a:spcAft>
                <a:spcPts val="0"/>
              </a:spcAft>
              <a:buNone/>
            </a:pPr>
            <a:fld id="{00000000-1234-1234-1234-123412341234}" type="slidenum">
              <a:rPr lang="en-GB"/>
            </a:fld>
            <a:endParaRPr lang="en-GB"/>
          </a:p>
        </p:txBody>
      </p:sp>
      <p:sp>
        <p:nvSpPr>
          <p:cNvPr id="109" name="Google Shape;109;p11"/>
          <p:cNvSpPr txBox="1"/>
          <p:nvPr>
            <p:ph type="subTitle" idx="1"/>
          </p:nvPr>
        </p:nvSpPr>
        <p:spPr>
          <a:xfrm>
            <a:off x="2011091" y="3139800"/>
            <a:ext cx="6419700" cy="4545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16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p:txBody>
      </p:sp>
      <p:sp>
        <p:nvSpPr>
          <p:cNvPr id="110" name="Google Shape;110;p11"/>
          <p:cNvSpPr/>
          <p:nvPr/>
        </p:nvSpPr>
        <p:spPr>
          <a:xfrm>
            <a:off x="8150174" y="-71475"/>
            <a:ext cx="1036592" cy="930696"/>
          </a:xfrm>
          <a:custGeom>
            <a:avLst/>
            <a:gdLst/>
            <a:ahLst/>
            <a:cxnLst/>
            <a:rect l="l" t="t" r="r" b="b"/>
            <a:pathLst>
              <a:path w="101552" h="91200" extrusionOk="0">
                <a:moveTo>
                  <a:pt x="67692" y="1316"/>
                </a:moveTo>
                <a:cubicBezTo>
                  <a:pt x="73007" y="1316"/>
                  <a:pt x="77954" y="4172"/>
                  <a:pt x="80612" y="8774"/>
                </a:cubicBezTo>
                <a:lnTo>
                  <a:pt x="97524" y="38071"/>
                </a:lnTo>
                <a:cubicBezTo>
                  <a:pt x="100182" y="42673"/>
                  <a:pt x="100182" y="48388"/>
                  <a:pt x="97524" y="52990"/>
                </a:cubicBezTo>
                <a:lnTo>
                  <a:pt x="80612" y="82284"/>
                </a:lnTo>
                <a:cubicBezTo>
                  <a:pt x="77954" y="86886"/>
                  <a:pt x="73007" y="89745"/>
                  <a:pt x="67697" y="89745"/>
                </a:cubicBezTo>
                <a:cubicBezTo>
                  <a:pt x="64882" y="89699"/>
                  <a:pt x="62259" y="89681"/>
                  <a:pt x="59813" y="89681"/>
                </a:cubicBezTo>
                <a:cubicBezTo>
                  <a:pt x="55192" y="89681"/>
                  <a:pt x="51207" y="89745"/>
                  <a:pt x="47771" y="89800"/>
                </a:cubicBezTo>
                <a:lnTo>
                  <a:pt x="47241" y="89805"/>
                </a:lnTo>
                <a:cubicBezTo>
                  <a:pt x="44571" y="89847"/>
                  <a:pt x="42219" y="89885"/>
                  <a:pt x="40130" y="89885"/>
                </a:cubicBezTo>
                <a:cubicBezTo>
                  <a:pt x="33498" y="89885"/>
                  <a:pt x="29519" y="89506"/>
                  <a:pt x="26414" y="87711"/>
                </a:cubicBezTo>
                <a:cubicBezTo>
                  <a:pt x="22327" y="85351"/>
                  <a:pt x="19610" y="80457"/>
                  <a:pt x="14187" y="70715"/>
                </a:cubicBezTo>
                <a:lnTo>
                  <a:pt x="14163" y="70665"/>
                </a:lnTo>
                <a:cubicBezTo>
                  <a:pt x="11560" y="65984"/>
                  <a:pt x="8319" y="60160"/>
                  <a:pt x="4023" y="52985"/>
                </a:cubicBezTo>
                <a:cubicBezTo>
                  <a:pt x="1372" y="48384"/>
                  <a:pt x="1372" y="42668"/>
                  <a:pt x="4028" y="38071"/>
                </a:cubicBezTo>
                <a:lnTo>
                  <a:pt x="20941" y="8774"/>
                </a:lnTo>
                <a:cubicBezTo>
                  <a:pt x="23598" y="4172"/>
                  <a:pt x="28547" y="1316"/>
                  <a:pt x="33861" y="1316"/>
                </a:cubicBezTo>
                <a:close/>
                <a:moveTo>
                  <a:pt x="33861" y="0"/>
                </a:moveTo>
                <a:cubicBezTo>
                  <a:pt x="28081" y="0"/>
                  <a:pt x="22693" y="3108"/>
                  <a:pt x="19804" y="8115"/>
                </a:cubicBezTo>
                <a:lnTo>
                  <a:pt x="2886" y="37413"/>
                </a:lnTo>
                <a:cubicBezTo>
                  <a:pt x="0" y="42421"/>
                  <a:pt x="0" y="48640"/>
                  <a:pt x="2891" y="53648"/>
                </a:cubicBezTo>
                <a:lnTo>
                  <a:pt x="2895" y="53653"/>
                </a:lnTo>
                <a:cubicBezTo>
                  <a:pt x="7200" y="60853"/>
                  <a:pt x="10436" y="66672"/>
                  <a:pt x="13035" y="71348"/>
                </a:cubicBezTo>
                <a:lnTo>
                  <a:pt x="13039" y="71352"/>
                </a:lnTo>
                <a:cubicBezTo>
                  <a:pt x="17973" y="80225"/>
                  <a:pt x="20694" y="85114"/>
                  <a:pt x="24227" y="87880"/>
                </a:cubicBezTo>
                <a:cubicBezTo>
                  <a:pt x="25128" y="88583"/>
                  <a:pt x="26068" y="89136"/>
                  <a:pt x="27101" y="89581"/>
                </a:cubicBezTo>
                <a:cubicBezTo>
                  <a:pt x="28121" y="90017"/>
                  <a:pt x="29239" y="90349"/>
                  <a:pt x="30522" y="90591"/>
                </a:cubicBezTo>
                <a:cubicBezTo>
                  <a:pt x="32792" y="91027"/>
                  <a:pt x="35544" y="91200"/>
                  <a:pt x="40016" y="91200"/>
                </a:cubicBezTo>
                <a:cubicBezTo>
                  <a:pt x="42119" y="91200"/>
                  <a:pt x="44450" y="91166"/>
                  <a:pt x="47152" y="91120"/>
                </a:cubicBezTo>
                <a:lnTo>
                  <a:pt x="47379" y="91120"/>
                </a:lnTo>
                <a:cubicBezTo>
                  <a:pt x="50902" y="91061"/>
                  <a:pt x="54990" y="90997"/>
                  <a:pt x="59759" y="90997"/>
                </a:cubicBezTo>
                <a:cubicBezTo>
                  <a:pt x="62214" y="90997"/>
                  <a:pt x="64856" y="91012"/>
                  <a:pt x="67686" y="91061"/>
                </a:cubicBezTo>
                <a:lnTo>
                  <a:pt x="67692" y="91061"/>
                </a:lnTo>
                <a:cubicBezTo>
                  <a:pt x="73471" y="91061"/>
                  <a:pt x="78860" y="87948"/>
                  <a:pt x="81749" y="82942"/>
                </a:cubicBezTo>
                <a:lnTo>
                  <a:pt x="98663" y="53648"/>
                </a:lnTo>
                <a:cubicBezTo>
                  <a:pt x="101552" y="48640"/>
                  <a:pt x="101552" y="42421"/>
                  <a:pt x="98663" y="37413"/>
                </a:cubicBezTo>
                <a:lnTo>
                  <a:pt x="81749" y="8115"/>
                </a:lnTo>
                <a:cubicBezTo>
                  <a:pt x="78860" y="3108"/>
                  <a:pt x="73471" y="0"/>
                  <a:pt x="67692" y="0"/>
                </a:cubicBezTo>
                <a:close/>
              </a:path>
            </a:pathLst>
          </a:cu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 name="Google Shape;111;p11"/>
          <p:cNvSpPr/>
          <p:nvPr/>
        </p:nvSpPr>
        <p:spPr>
          <a:xfrm>
            <a:off x="4553483" y="-669473"/>
            <a:ext cx="1945080" cy="1745867"/>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12" name="Google Shape;112;p11"/>
          <p:cNvSpPr/>
          <p:nvPr/>
        </p:nvSpPr>
        <p:spPr>
          <a:xfrm flipH="1">
            <a:off x="87744" y="3583389"/>
            <a:ext cx="1642131" cy="1473945"/>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3" name="Shape 113"/>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bg>
      <p:bgPr>
        <a:gradFill>
          <a:gsLst>
            <a:gs pos="0">
              <a:srgbClr val="E20030"/>
            </a:gs>
            <a:gs pos="100000">
              <a:srgbClr val="00216E"/>
            </a:gs>
          </a:gsLst>
          <a:lin ang="2698631" scaled="0"/>
        </a:gradFill>
        <a:effectLst/>
      </p:bgPr>
    </p:bg>
    <p:spTree>
      <p:nvGrpSpPr>
        <p:cNvPr id="114" name="Shape 114"/>
        <p:cNvGrpSpPr/>
        <p:nvPr/>
      </p:nvGrpSpPr>
      <p:grpSpPr>
        <a:xfrm>
          <a:off x="0" y="0"/>
          <a:ext cx="0" cy="0"/>
          <a:chOff x="0" y="0"/>
          <a:chExt cx="0" cy="0"/>
        </a:xfrm>
      </p:grpSpPr>
      <p:sp>
        <p:nvSpPr>
          <p:cNvPr id="115" name="Google Shape;115;p13"/>
          <p:cNvSpPr/>
          <p:nvPr/>
        </p:nvSpPr>
        <p:spPr>
          <a:xfrm flipH="1">
            <a:off x="564600" y="-142025"/>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 name="Google Shape;116;p13"/>
          <p:cNvSpPr/>
          <p:nvPr/>
        </p:nvSpPr>
        <p:spPr>
          <a:xfrm flipH="1">
            <a:off x="1082404" y="-142087"/>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 name="Google Shape;117;p13"/>
          <p:cNvSpPr/>
          <p:nvPr/>
        </p:nvSpPr>
        <p:spPr>
          <a:xfrm>
            <a:off x="1600200" y="-142050"/>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 name="Google Shape;118;p13"/>
          <p:cNvSpPr/>
          <p:nvPr/>
        </p:nvSpPr>
        <p:spPr>
          <a:xfrm flipH="1">
            <a:off x="902146" y="-697977"/>
            <a:ext cx="1714779" cy="1538926"/>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19" name="Google Shape;119;p13"/>
          <p:cNvSpPr/>
          <p:nvPr/>
        </p:nvSpPr>
        <p:spPr>
          <a:xfrm>
            <a:off x="65235" y="3625714"/>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20" name="Google Shape;120;p13"/>
          <p:cNvSpPr/>
          <p:nvPr/>
        </p:nvSpPr>
        <p:spPr>
          <a:xfrm>
            <a:off x="404446" y="337371"/>
            <a:ext cx="1024629" cy="919688"/>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00216E">
                  <a:alpha val="21568"/>
                </a:srgbClr>
              </a:gs>
              <a:gs pos="100000">
                <a:srgbClr val="E20030">
                  <a:alpha val="23137"/>
                </a:srgbClr>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21" name="Google Shape;121;p13"/>
          <p:cNvSpPr/>
          <p:nvPr/>
        </p:nvSpPr>
        <p:spPr>
          <a:xfrm flipH="1">
            <a:off x="-517804" y="1331476"/>
            <a:ext cx="1419951" cy="1275204"/>
          </a:xfrm>
          <a:custGeom>
            <a:avLst/>
            <a:gdLst/>
            <a:ahLst/>
            <a:cxnLst/>
            <a:rect l="l" t="t" r="r" b="b"/>
            <a:pathLst>
              <a:path w="101552" h="91200" extrusionOk="0">
                <a:moveTo>
                  <a:pt x="67692" y="1316"/>
                </a:moveTo>
                <a:cubicBezTo>
                  <a:pt x="73007" y="1316"/>
                  <a:pt x="77954" y="4172"/>
                  <a:pt x="80612" y="8774"/>
                </a:cubicBezTo>
                <a:lnTo>
                  <a:pt x="97524" y="38071"/>
                </a:lnTo>
                <a:cubicBezTo>
                  <a:pt x="100182" y="42673"/>
                  <a:pt x="100182" y="48388"/>
                  <a:pt x="97524" y="52990"/>
                </a:cubicBezTo>
                <a:lnTo>
                  <a:pt x="80612" y="82284"/>
                </a:lnTo>
                <a:cubicBezTo>
                  <a:pt x="77954" y="86886"/>
                  <a:pt x="73007" y="89745"/>
                  <a:pt x="67697" y="89745"/>
                </a:cubicBezTo>
                <a:cubicBezTo>
                  <a:pt x="64882" y="89699"/>
                  <a:pt x="62259" y="89681"/>
                  <a:pt x="59813" y="89681"/>
                </a:cubicBezTo>
                <a:cubicBezTo>
                  <a:pt x="55192" y="89681"/>
                  <a:pt x="51207" y="89745"/>
                  <a:pt x="47771" y="89800"/>
                </a:cubicBezTo>
                <a:lnTo>
                  <a:pt x="47241" y="89805"/>
                </a:lnTo>
                <a:cubicBezTo>
                  <a:pt x="44571" y="89847"/>
                  <a:pt x="42219" y="89885"/>
                  <a:pt x="40130" y="89885"/>
                </a:cubicBezTo>
                <a:cubicBezTo>
                  <a:pt x="33498" y="89885"/>
                  <a:pt x="29519" y="89506"/>
                  <a:pt x="26414" y="87711"/>
                </a:cubicBezTo>
                <a:cubicBezTo>
                  <a:pt x="22327" y="85351"/>
                  <a:pt x="19610" y="80457"/>
                  <a:pt x="14187" y="70715"/>
                </a:cubicBezTo>
                <a:lnTo>
                  <a:pt x="14163" y="70665"/>
                </a:lnTo>
                <a:cubicBezTo>
                  <a:pt x="11560" y="65984"/>
                  <a:pt x="8319" y="60160"/>
                  <a:pt x="4023" y="52985"/>
                </a:cubicBezTo>
                <a:cubicBezTo>
                  <a:pt x="1372" y="48384"/>
                  <a:pt x="1372" y="42668"/>
                  <a:pt x="4028" y="38071"/>
                </a:cubicBezTo>
                <a:lnTo>
                  <a:pt x="20941" y="8774"/>
                </a:lnTo>
                <a:cubicBezTo>
                  <a:pt x="23598" y="4172"/>
                  <a:pt x="28547" y="1316"/>
                  <a:pt x="33861" y="1316"/>
                </a:cubicBezTo>
                <a:close/>
                <a:moveTo>
                  <a:pt x="33861" y="0"/>
                </a:moveTo>
                <a:cubicBezTo>
                  <a:pt x="28081" y="0"/>
                  <a:pt x="22693" y="3108"/>
                  <a:pt x="19804" y="8115"/>
                </a:cubicBezTo>
                <a:lnTo>
                  <a:pt x="2886" y="37413"/>
                </a:lnTo>
                <a:cubicBezTo>
                  <a:pt x="0" y="42421"/>
                  <a:pt x="0" y="48640"/>
                  <a:pt x="2891" y="53648"/>
                </a:cubicBezTo>
                <a:lnTo>
                  <a:pt x="2895" y="53653"/>
                </a:lnTo>
                <a:cubicBezTo>
                  <a:pt x="7200" y="60853"/>
                  <a:pt x="10436" y="66672"/>
                  <a:pt x="13035" y="71348"/>
                </a:cubicBezTo>
                <a:lnTo>
                  <a:pt x="13039" y="71352"/>
                </a:lnTo>
                <a:cubicBezTo>
                  <a:pt x="17973" y="80225"/>
                  <a:pt x="20694" y="85114"/>
                  <a:pt x="24227" y="87880"/>
                </a:cubicBezTo>
                <a:cubicBezTo>
                  <a:pt x="25128" y="88583"/>
                  <a:pt x="26068" y="89136"/>
                  <a:pt x="27101" y="89581"/>
                </a:cubicBezTo>
                <a:cubicBezTo>
                  <a:pt x="28121" y="90017"/>
                  <a:pt x="29239" y="90349"/>
                  <a:pt x="30522" y="90591"/>
                </a:cubicBezTo>
                <a:cubicBezTo>
                  <a:pt x="32792" y="91027"/>
                  <a:pt x="35544" y="91200"/>
                  <a:pt x="40016" y="91200"/>
                </a:cubicBezTo>
                <a:cubicBezTo>
                  <a:pt x="42119" y="91200"/>
                  <a:pt x="44450" y="91166"/>
                  <a:pt x="47152" y="91120"/>
                </a:cubicBezTo>
                <a:lnTo>
                  <a:pt x="47379" y="91120"/>
                </a:lnTo>
                <a:cubicBezTo>
                  <a:pt x="50902" y="91061"/>
                  <a:pt x="54990" y="90997"/>
                  <a:pt x="59759" y="90997"/>
                </a:cubicBezTo>
                <a:cubicBezTo>
                  <a:pt x="62214" y="90997"/>
                  <a:pt x="64856" y="91012"/>
                  <a:pt x="67686" y="91061"/>
                </a:cubicBezTo>
                <a:lnTo>
                  <a:pt x="67692" y="91061"/>
                </a:lnTo>
                <a:cubicBezTo>
                  <a:pt x="73471" y="91061"/>
                  <a:pt x="78860" y="87948"/>
                  <a:pt x="81749" y="82942"/>
                </a:cubicBezTo>
                <a:lnTo>
                  <a:pt x="98663" y="53648"/>
                </a:lnTo>
                <a:cubicBezTo>
                  <a:pt x="101552" y="48640"/>
                  <a:pt x="101552" y="42421"/>
                  <a:pt x="98663" y="37413"/>
                </a:cubicBezTo>
                <a:lnTo>
                  <a:pt x="81749" y="8115"/>
                </a:lnTo>
                <a:cubicBezTo>
                  <a:pt x="78860" y="3108"/>
                  <a:pt x="73471" y="0"/>
                  <a:pt x="67692" y="0"/>
                </a:cubicBezTo>
                <a:close/>
              </a:path>
            </a:pathLst>
          </a:cu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 name="Google Shape;122;p13"/>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23" name="Google Shape;123;p13"/>
          <p:cNvSpPr txBox="1"/>
          <p:nvPr>
            <p:ph type="title"/>
          </p:nvPr>
        </p:nvSpPr>
        <p:spPr>
          <a:xfrm>
            <a:off x="2354575" y="539500"/>
            <a:ext cx="6076200" cy="538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4" name="Google Shape;124;p13"/>
          <p:cNvSpPr txBox="1"/>
          <p:nvPr>
            <p:ph type="title" idx="2" hasCustomPrompt="1"/>
          </p:nvPr>
        </p:nvSpPr>
        <p:spPr>
          <a:xfrm>
            <a:off x="4555525" y="1851013"/>
            <a:ext cx="659400" cy="3885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200"/>
              <a:buNone/>
              <a:defRPr sz="2200">
                <a:solidFill>
                  <a:schemeClr val="dk2"/>
                </a:solidFill>
              </a:defRPr>
            </a:lvl1pPr>
            <a:lvl2pPr lvl="1"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2pPr>
            <a:lvl3pPr lvl="2"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3pPr>
            <a:lvl4pPr lvl="3"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4pPr>
            <a:lvl5pPr lvl="4"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5pPr>
            <a:lvl6pPr lvl="5"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6pPr>
            <a:lvl7pPr lvl="6"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7pPr>
            <a:lvl8pPr lvl="7"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8pPr>
            <a:lvl9pPr lvl="8"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9pPr>
          </a:lstStyle>
          <a:p>
            <a:r>
              <a:t>xx%</a:t>
            </a:r>
          </a:p>
        </p:txBody>
      </p:sp>
      <p:sp>
        <p:nvSpPr>
          <p:cNvPr id="125" name="Google Shape;125;p13"/>
          <p:cNvSpPr txBox="1"/>
          <p:nvPr>
            <p:ph type="title" idx="3" hasCustomPrompt="1"/>
          </p:nvPr>
        </p:nvSpPr>
        <p:spPr>
          <a:xfrm>
            <a:off x="7584174" y="1851013"/>
            <a:ext cx="659400" cy="3885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200"/>
              <a:buNone/>
              <a:defRPr sz="2200">
                <a:solidFill>
                  <a:schemeClr val="dk2"/>
                </a:solidFill>
              </a:defRPr>
            </a:lvl1pPr>
            <a:lvl2pPr lvl="1"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2pPr>
            <a:lvl3pPr lvl="2"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3pPr>
            <a:lvl4pPr lvl="3"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4pPr>
            <a:lvl5pPr lvl="4"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5pPr>
            <a:lvl6pPr lvl="5"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6pPr>
            <a:lvl7pPr lvl="6"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7pPr>
            <a:lvl8pPr lvl="7"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8pPr>
            <a:lvl9pPr lvl="8"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9pPr>
          </a:lstStyle>
          <a:p>
            <a:r>
              <a:t>xx%</a:t>
            </a:r>
          </a:p>
        </p:txBody>
      </p:sp>
      <p:sp>
        <p:nvSpPr>
          <p:cNvPr id="126" name="Google Shape;126;p13"/>
          <p:cNvSpPr txBox="1"/>
          <p:nvPr>
            <p:ph type="title" idx="4" hasCustomPrompt="1"/>
          </p:nvPr>
        </p:nvSpPr>
        <p:spPr>
          <a:xfrm>
            <a:off x="4555525" y="3407925"/>
            <a:ext cx="659400" cy="387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200"/>
              <a:buNone/>
              <a:defRPr sz="2200">
                <a:solidFill>
                  <a:schemeClr val="dk2"/>
                </a:solidFill>
              </a:defRPr>
            </a:lvl1pPr>
            <a:lvl2pPr lvl="1"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2pPr>
            <a:lvl3pPr lvl="2"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3pPr>
            <a:lvl4pPr lvl="3"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4pPr>
            <a:lvl5pPr lvl="4"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5pPr>
            <a:lvl6pPr lvl="5"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6pPr>
            <a:lvl7pPr lvl="6"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7pPr>
            <a:lvl8pPr lvl="7"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8pPr>
            <a:lvl9pPr lvl="8"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9pPr>
          </a:lstStyle>
          <a:p>
            <a:r>
              <a:t>xx%</a:t>
            </a:r>
          </a:p>
        </p:txBody>
      </p:sp>
      <p:sp>
        <p:nvSpPr>
          <p:cNvPr id="127" name="Google Shape;127;p13"/>
          <p:cNvSpPr txBox="1"/>
          <p:nvPr>
            <p:ph type="title" idx="5" hasCustomPrompt="1"/>
          </p:nvPr>
        </p:nvSpPr>
        <p:spPr>
          <a:xfrm>
            <a:off x="7584174" y="3408800"/>
            <a:ext cx="659400" cy="387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200"/>
              <a:buNone/>
              <a:defRPr sz="2200">
                <a:solidFill>
                  <a:schemeClr val="dk2"/>
                </a:solidFill>
              </a:defRPr>
            </a:lvl1pPr>
            <a:lvl2pPr lvl="1"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2pPr>
            <a:lvl3pPr lvl="2"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3pPr>
            <a:lvl4pPr lvl="3"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4pPr>
            <a:lvl5pPr lvl="4"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5pPr>
            <a:lvl6pPr lvl="5"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6pPr>
            <a:lvl7pPr lvl="6"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7pPr>
            <a:lvl8pPr lvl="7"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8pPr>
            <a:lvl9pPr lvl="8"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9pPr>
          </a:lstStyle>
          <a:p>
            <a:r>
              <a:t>xx%</a:t>
            </a:r>
          </a:p>
        </p:txBody>
      </p:sp>
      <p:sp>
        <p:nvSpPr>
          <p:cNvPr id="128" name="Google Shape;128;p13"/>
          <p:cNvSpPr txBox="1"/>
          <p:nvPr>
            <p:ph type="subTitle" idx="1"/>
          </p:nvPr>
        </p:nvSpPr>
        <p:spPr>
          <a:xfrm>
            <a:off x="2485738" y="3012858"/>
            <a:ext cx="1862400" cy="388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2pPr>
            <a:lvl3pPr lvl="2"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3pPr>
            <a:lvl4pPr lvl="3"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4pPr>
            <a:lvl5pPr lvl="4"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5pPr>
            <a:lvl6pPr lvl="5"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6pPr>
            <a:lvl7pPr lvl="6"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7pPr>
            <a:lvl8pPr lvl="7"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8pPr>
            <a:lvl9pPr lvl="8"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9pPr>
          </a:lstStyle>
          <a:p/>
        </p:txBody>
      </p:sp>
      <p:sp>
        <p:nvSpPr>
          <p:cNvPr id="129" name="Google Shape;129;p13"/>
          <p:cNvSpPr txBox="1"/>
          <p:nvPr>
            <p:ph type="subTitle" idx="6"/>
          </p:nvPr>
        </p:nvSpPr>
        <p:spPr>
          <a:xfrm>
            <a:off x="5515449" y="3012857"/>
            <a:ext cx="1862400" cy="388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2pPr>
            <a:lvl3pPr lvl="2"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3pPr>
            <a:lvl4pPr lvl="3"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4pPr>
            <a:lvl5pPr lvl="4"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5pPr>
            <a:lvl6pPr lvl="5"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6pPr>
            <a:lvl7pPr lvl="6"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7pPr>
            <a:lvl8pPr lvl="7"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8pPr>
            <a:lvl9pPr lvl="8"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9pPr>
          </a:lstStyle>
          <a:p/>
        </p:txBody>
      </p:sp>
      <p:sp>
        <p:nvSpPr>
          <p:cNvPr id="130" name="Google Shape;130;p13"/>
          <p:cNvSpPr txBox="1"/>
          <p:nvPr>
            <p:ph type="subTitle" idx="7"/>
          </p:nvPr>
        </p:nvSpPr>
        <p:spPr>
          <a:xfrm>
            <a:off x="2485750" y="3504750"/>
            <a:ext cx="1862400" cy="6876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31" name="Google Shape;131;p13"/>
          <p:cNvSpPr txBox="1"/>
          <p:nvPr>
            <p:ph type="subTitle" idx="8"/>
          </p:nvPr>
        </p:nvSpPr>
        <p:spPr>
          <a:xfrm>
            <a:off x="5515451" y="3501688"/>
            <a:ext cx="1862400" cy="6876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32" name="Google Shape;132;p13"/>
          <p:cNvSpPr txBox="1"/>
          <p:nvPr>
            <p:ph type="subTitle" idx="9"/>
          </p:nvPr>
        </p:nvSpPr>
        <p:spPr>
          <a:xfrm>
            <a:off x="2485738" y="1454475"/>
            <a:ext cx="1862400" cy="388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2pPr>
            <a:lvl3pPr lvl="2"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3pPr>
            <a:lvl4pPr lvl="3"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4pPr>
            <a:lvl5pPr lvl="4"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5pPr>
            <a:lvl6pPr lvl="5"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6pPr>
            <a:lvl7pPr lvl="6"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7pPr>
            <a:lvl8pPr lvl="7"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8pPr>
            <a:lvl9pPr lvl="8"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9pPr>
          </a:lstStyle>
          <a:p/>
        </p:txBody>
      </p:sp>
      <p:sp>
        <p:nvSpPr>
          <p:cNvPr id="133" name="Google Shape;133;p13"/>
          <p:cNvSpPr txBox="1"/>
          <p:nvPr>
            <p:ph type="subTitle" idx="13"/>
          </p:nvPr>
        </p:nvSpPr>
        <p:spPr>
          <a:xfrm>
            <a:off x="5515449" y="1454475"/>
            <a:ext cx="1862400" cy="388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2pPr>
            <a:lvl3pPr lvl="2"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3pPr>
            <a:lvl4pPr lvl="3"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4pPr>
            <a:lvl5pPr lvl="4"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5pPr>
            <a:lvl6pPr lvl="5"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6pPr>
            <a:lvl7pPr lvl="6"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7pPr>
            <a:lvl8pPr lvl="7"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8pPr>
            <a:lvl9pPr lvl="8"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9pPr>
          </a:lstStyle>
          <a:p/>
        </p:txBody>
      </p:sp>
      <p:sp>
        <p:nvSpPr>
          <p:cNvPr id="134" name="Google Shape;134;p13"/>
          <p:cNvSpPr txBox="1"/>
          <p:nvPr>
            <p:ph type="subTitle" idx="14"/>
          </p:nvPr>
        </p:nvSpPr>
        <p:spPr>
          <a:xfrm>
            <a:off x="2485750" y="1945451"/>
            <a:ext cx="1862400" cy="6876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35" name="Google Shape;135;p13"/>
          <p:cNvSpPr txBox="1"/>
          <p:nvPr>
            <p:ph type="subTitle" idx="15"/>
          </p:nvPr>
        </p:nvSpPr>
        <p:spPr>
          <a:xfrm>
            <a:off x="5515450" y="1945450"/>
            <a:ext cx="1862400" cy="6876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36" name="Google Shape;136;p13"/>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algn="ctr" rtl="0">
              <a:buNone/>
              <a:defRPr sz="1600" b="1">
                <a:solidFill>
                  <a:schemeClr val="dk2"/>
                </a:solidFill>
                <a:latin typeface="Space Mono"/>
                <a:ea typeface="Space Mono"/>
                <a:cs typeface="Space Mono"/>
                <a:sym typeface="Space Mono"/>
              </a:defRPr>
            </a:lvl1pPr>
            <a:lvl2pPr lvl="1" algn="ctr" rtl="0">
              <a:buNone/>
              <a:defRPr sz="1600" b="1">
                <a:solidFill>
                  <a:schemeClr val="dk2"/>
                </a:solidFill>
                <a:latin typeface="Space Mono"/>
                <a:ea typeface="Space Mono"/>
                <a:cs typeface="Space Mono"/>
                <a:sym typeface="Space Mono"/>
              </a:defRPr>
            </a:lvl2pPr>
            <a:lvl3pPr lvl="2" algn="ctr" rtl="0">
              <a:buNone/>
              <a:defRPr sz="1600" b="1">
                <a:solidFill>
                  <a:schemeClr val="dk2"/>
                </a:solidFill>
                <a:latin typeface="Space Mono"/>
                <a:ea typeface="Space Mono"/>
                <a:cs typeface="Space Mono"/>
                <a:sym typeface="Space Mono"/>
              </a:defRPr>
            </a:lvl3pPr>
            <a:lvl4pPr lvl="3" algn="ctr" rtl="0">
              <a:buNone/>
              <a:defRPr sz="1600" b="1">
                <a:solidFill>
                  <a:schemeClr val="dk2"/>
                </a:solidFill>
                <a:latin typeface="Space Mono"/>
                <a:ea typeface="Space Mono"/>
                <a:cs typeface="Space Mono"/>
                <a:sym typeface="Space Mono"/>
              </a:defRPr>
            </a:lvl4pPr>
            <a:lvl5pPr lvl="4" algn="ctr" rtl="0">
              <a:buNone/>
              <a:defRPr sz="1600" b="1">
                <a:solidFill>
                  <a:schemeClr val="dk2"/>
                </a:solidFill>
                <a:latin typeface="Space Mono"/>
                <a:ea typeface="Space Mono"/>
                <a:cs typeface="Space Mono"/>
                <a:sym typeface="Space Mono"/>
              </a:defRPr>
            </a:lvl5pPr>
            <a:lvl6pPr lvl="5" algn="ctr" rtl="0">
              <a:buNone/>
              <a:defRPr sz="1600" b="1">
                <a:solidFill>
                  <a:schemeClr val="dk2"/>
                </a:solidFill>
                <a:latin typeface="Space Mono"/>
                <a:ea typeface="Space Mono"/>
                <a:cs typeface="Space Mono"/>
                <a:sym typeface="Space Mono"/>
              </a:defRPr>
            </a:lvl6pPr>
            <a:lvl7pPr lvl="6" algn="ctr" rtl="0">
              <a:buNone/>
              <a:defRPr sz="1600" b="1">
                <a:solidFill>
                  <a:schemeClr val="dk2"/>
                </a:solidFill>
                <a:latin typeface="Space Mono"/>
                <a:ea typeface="Space Mono"/>
                <a:cs typeface="Space Mono"/>
                <a:sym typeface="Space Mono"/>
              </a:defRPr>
            </a:lvl7pPr>
            <a:lvl8pPr lvl="7" algn="ctr" rtl="0">
              <a:buNone/>
              <a:defRPr sz="1600" b="1">
                <a:solidFill>
                  <a:schemeClr val="dk2"/>
                </a:solidFill>
                <a:latin typeface="Space Mono"/>
                <a:ea typeface="Space Mono"/>
                <a:cs typeface="Space Mono"/>
                <a:sym typeface="Space Mono"/>
              </a:defRPr>
            </a:lvl8pPr>
            <a:lvl9pPr lvl="8" algn="ctr" rtl="0">
              <a:buNone/>
              <a:defRPr sz="1600" b="1">
                <a:solidFill>
                  <a:schemeClr val="dk2"/>
                </a:solidFill>
                <a:latin typeface="Space Mono"/>
                <a:ea typeface="Space Mono"/>
                <a:cs typeface="Space Mono"/>
                <a:sym typeface="Space Mono"/>
              </a:defRPr>
            </a:lvl9pPr>
          </a:lstStyle>
          <a:p>
            <a:pPr marL="0" lvl="0" indent="0" algn="ct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CUSTOM_8">
    <p:bg>
      <p:bgPr>
        <a:gradFill>
          <a:gsLst>
            <a:gs pos="0">
              <a:srgbClr val="E20030"/>
            </a:gs>
            <a:gs pos="100000">
              <a:srgbClr val="00216E"/>
            </a:gs>
          </a:gsLst>
          <a:lin ang="13500032" scaled="0"/>
        </a:gradFill>
        <a:effectLst/>
      </p:bgPr>
    </p:bg>
    <p:spTree>
      <p:nvGrpSpPr>
        <p:cNvPr id="137" name="Shape 137"/>
        <p:cNvGrpSpPr/>
        <p:nvPr/>
      </p:nvGrpSpPr>
      <p:grpSpPr>
        <a:xfrm>
          <a:off x="0" y="0"/>
          <a:ext cx="0" cy="0"/>
          <a:chOff x="0" y="0"/>
          <a:chExt cx="0" cy="0"/>
        </a:xfrm>
      </p:grpSpPr>
      <p:sp>
        <p:nvSpPr>
          <p:cNvPr id="138" name="Google Shape;138;p14"/>
          <p:cNvSpPr/>
          <p:nvPr/>
        </p:nvSpPr>
        <p:spPr>
          <a:xfrm flipH="1">
            <a:off x="7"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 name="Google Shape;139;p14"/>
          <p:cNvSpPr/>
          <p:nvPr/>
        </p:nvSpPr>
        <p:spPr>
          <a:xfrm flipH="1">
            <a:off x="517811"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 name="Google Shape;140;p14"/>
          <p:cNvSpPr/>
          <p:nvPr/>
        </p:nvSpPr>
        <p:spPr>
          <a:xfrm>
            <a:off x="1035607" y="-142037"/>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 name="Google Shape;141;p14"/>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42" name="Google Shape;142;p14"/>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a:buNone/>
              <a:defRPr sz="1600" b="1"/>
            </a:lvl1pPr>
            <a:lvl2pPr lvl="1">
              <a:buNone/>
              <a:defRPr sz="1600" b="1"/>
            </a:lvl2pPr>
            <a:lvl3pPr lvl="2">
              <a:buNone/>
              <a:defRPr sz="1600" b="1"/>
            </a:lvl3pPr>
            <a:lvl4pPr lvl="3">
              <a:buNone/>
              <a:defRPr sz="1600" b="1"/>
            </a:lvl4pPr>
            <a:lvl5pPr lvl="4">
              <a:buNone/>
              <a:defRPr sz="1600" b="1"/>
            </a:lvl5pPr>
            <a:lvl6pPr lvl="5">
              <a:buNone/>
              <a:defRPr sz="1600" b="1"/>
            </a:lvl6pPr>
            <a:lvl7pPr lvl="6">
              <a:buNone/>
              <a:defRPr sz="1600" b="1"/>
            </a:lvl7pPr>
            <a:lvl8pPr lvl="7">
              <a:buNone/>
              <a:defRPr sz="1600" b="1"/>
            </a:lvl8pPr>
            <a:lvl9pPr lvl="8">
              <a:buNone/>
              <a:defRPr sz="1600" b="1"/>
            </a:lvl9pPr>
          </a:lstStyle>
          <a:p>
            <a:pPr marL="0" lvl="0" indent="0" algn="ctr" rtl="0">
              <a:spcBef>
                <a:spcPts val="0"/>
              </a:spcBef>
              <a:spcAft>
                <a:spcPts val="0"/>
              </a:spcAft>
              <a:buNone/>
            </a:pPr>
            <a:fld id="{00000000-1234-1234-1234-123412341234}" type="slidenum">
              <a:rPr lang="en-GB"/>
            </a:fld>
            <a:endParaRPr lang="en-GB"/>
          </a:p>
        </p:txBody>
      </p:sp>
      <p:sp>
        <p:nvSpPr>
          <p:cNvPr id="143" name="Google Shape;143;p14"/>
          <p:cNvSpPr txBox="1"/>
          <p:nvPr>
            <p:ph type="title"/>
          </p:nvPr>
        </p:nvSpPr>
        <p:spPr>
          <a:xfrm>
            <a:off x="2259175" y="3011550"/>
            <a:ext cx="6171600" cy="538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4" name="Google Shape;144;p14"/>
          <p:cNvSpPr txBox="1"/>
          <p:nvPr>
            <p:ph type="subTitle" idx="1"/>
          </p:nvPr>
        </p:nvSpPr>
        <p:spPr>
          <a:xfrm>
            <a:off x="2259100" y="1593750"/>
            <a:ext cx="6171600" cy="13416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sz="2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45" name="Google Shape;145;p14"/>
          <p:cNvSpPr/>
          <p:nvPr/>
        </p:nvSpPr>
        <p:spPr>
          <a:xfrm>
            <a:off x="287150" y="3581029"/>
            <a:ext cx="1412082" cy="1267457"/>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46" name="Google Shape;146;p14"/>
          <p:cNvSpPr/>
          <p:nvPr/>
        </p:nvSpPr>
        <p:spPr>
          <a:xfrm>
            <a:off x="255812" y="1525534"/>
            <a:ext cx="811732" cy="728595"/>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47" name="Google Shape;147;p14"/>
          <p:cNvSpPr/>
          <p:nvPr/>
        </p:nvSpPr>
        <p:spPr>
          <a:xfrm>
            <a:off x="204344" y="83055"/>
            <a:ext cx="1494819" cy="1341494"/>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1">
  <p:cSld name="CUSTOM_2">
    <p:bg>
      <p:bgPr>
        <a:gradFill>
          <a:gsLst>
            <a:gs pos="0">
              <a:srgbClr val="E20030"/>
            </a:gs>
            <a:gs pos="100000">
              <a:srgbClr val="00216E"/>
            </a:gs>
          </a:gsLst>
          <a:lin ang="13500032" scaled="0"/>
        </a:gradFill>
        <a:effectLst/>
      </p:bgPr>
    </p:bg>
    <p:spTree>
      <p:nvGrpSpPr>
        <p:cNvPr id="148" name="Shape 148"/>
        <p:cNvGrpSpPr/>
        <p:nvPr/>
      </p:nvGrpSpPr>
      <p:grpSpPr>
        <a:xfrm>
          <a:off x="0" y="0"/>
          <a:ext cx="0" cy="0"/>
          <a:chOff x="0" y="0"/>
          <a:chExt cx="0" cy="0"/>
        </a:xfrm>
      </p:grpSpPr>
      <p:sp>
        <p:nvSpPr>
          <p:cNvPr id="149" name="Google Shape;149;p15"/>
          <p:cNvSpPr/>
          <p:nvPr/>
        </p:nvSpPr>
        <p:spPr>
          <a:xfrm>
            <a:off x="3117197"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 name="Google Shape;150;p15"/>
          <p:cNvSpPr/>
          <p:nvPr/>
        </p:nvSpPr>
        <p:spPr>
          <a:xfrm>
            <a:off x="2599393"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 name="Google Shape;151;p15"/>
          <p:cNvSpPr/>
          <p:nvPr/>
        </p:nvSpPr>
        <p:spPr>
          <a:xfrm flipH="1">
            <a:off x="-1731700" y="-141987"/>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 name="Google Shape;152;p15"/>
          <p:cNvSpPr/>
          <p:nvPr/>
        </p:nvSpPr>
        <p:spPr>
          <a:xfrm>
            <a:off x="8430778" y="4279052"/>
            <a:ext cx="1479684" cy="1328362"/>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53" name="Google Shape;153;p15"/>
          <p:cNvSpPr txBox="1"/>
          <p:nvPr>
            <p:ph type="title"/>
          </p:nvPr>
        </p:nvSpPr>
        <p:spPr>
          <a:xfrm>
            <a:off x="2506950" y="2449346"/>
            <a:ext cx="4130100" cy="949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53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p:txBody>
      </p:sp>
      <p:sp>
        <p:nvSpPr>
          <p:cNvPr id="154" name="Google Shape;154;p15"/>
          <p:cNvSpPr txBox="1"/>
          <p:nvPr>
            <p:ph type="title" idx="2" hasCustomPrompt="1"/>
          </p:nvPr>
        </p:nvSpPr>
        <p:spPr>
          <a:xfrm>
            <a:off x="3509250" y="1046551"/>
            <a:ext cx="2125500" cy="1174200"/>
          </a:xfrm>
          <a:prstGeom prst="rect">
            <a:avLst/>
          </a:prstGeom>
        </p:spPr>
        <p:txBody>
          <a:bodyPr spcFirstLastPara="1" wrap="square" lIns="91425" tIns="91425" rIns="91425" bIns="91425" anchor="ctr" anchorCtr="0">
            <a:noAutofit/>
          </a:bodyPr>
          <a:lstStyle>
            <a:lvl1pPr lvl="0"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55" name="Google Shape;155;p15"/>
          <p:cNvSpPr txBox="1"/>
          <p:nvPr>
            <p:ph type="subTitle" idx="1"/>
          </p:nvPr>
        </p:nvSpPr>
        <p:spPr>
          <a:xfrm>
            <a:off x="3193150" y="3398849"/>
            <a:ext cx="2757900" cy="698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2">
  <p:cSld name="CUSTOM_2_1">
    <p:bg>
      <p:bgPr>
        <a:gradFill>
          <a:gsLst>
            <a:gs pos="0">
              <a:srgbClr val="E20030"/>
            </a:gs>
            <a:gs pos="100000">
              <a:srgbClr val="00216E"/>
            </a:gs>
          </a:gsLst>
          <a:lin ang="5400700" scaled="0"/>
        </a:gradFill>
        <a:effectLst/>
      </p:bgPr>
    </p:bg>
    <p:spTree>
      <p:nvGrpSpPr>
        <p:cNvPr id="156" name="Shape 156"/>
        <p:cNvGrpSpPr/>
        <p:nvPr/>
      </p:nvGrpSpPr>
      <p:grpSpPr>
        <a:xfrm>
          <a:off x="0" y="0"/>
          <a:ext cx="0" cy="0"/>
          <a:chOff x="0" y="0"/>
          <a:chExt cx="0" cy="0"/>
        </a:xfrm>
      </p:grpSpPr>
      <p:grpSp>
        <p:nvGrpSpPr>
          <p:cNvPr id="157" name="Google Shape;157;p16"/>
          <p:cNvGrpSpPr/>
          <p:nvPr/>
        </p:nvGrpSpPr>
        <p:grpSpPr>
          <a:xfrm>
            <a:off x="2102945" y="-142018"/>
            <a:ext cx="6564681" cy="5427560"/>
            <a:chOff x="502750" y="-142050"/>
            <a:chExt cx="6564681" cy="5427560"/>
          </a:xfrm>
        </p:grpSpPr>
        <p:sp>
          <p:nvSpPr>
            <p:cNvPr id="158" name="Google Shape;158;p16"/>
            <p:cNvSpPr/>
            <p:nvPr/>
          </p:nvSpPr>
          <p:spPr>
            <a:xfrm flipH="1">
              <a:off x="502750"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 name="Google Shape;159;p16"/>
            <p:cNvSpPr/>
            <p:nvPr/>
          </p:nvSpPr>
          <p:spPr>
            <a:xfrm flipH="1">
              <a:off x="1020554"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60" name="Google Shape;160;p16"/>
          <p:cNvSpPr/>
          <p:nvPr/>
        </p:nvSpPr>
        <p:spPr>
          <a:xfrm>
            <a:off x="3138550" y="-142037"/>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 name="Google Shape;161;p16"/>
          <p:cNvSpPr txBox="1"/>
          <p:nvPr>
            <p:ph type="title"/>
          </p:nvPr>
        </p:nvSpPr>
        <p:spPr>
          <a:xfrm>
            <a:off x="4300675" y="2449346"/>
            <a:ext cx="4130100" cy="949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53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p:txBody>
      </p:sp>
      <p:sp>
        <p:nvSpPr>
          <p:cNvPr id="162" name="Google Shape;162;p16"/>
          <p:cNvSpPr txBox="1"/>
          <p:nvPr>
            <p:ph type="title" idx="2" hasCustomPrompt="1"/>
          </p:nvPr>
        </p:nvSpPr>
        <p:spPr>
          <a:xfrm>
            <a:off x="5302975" y="1046551"/>
            <a:ext cx="2125500" cy="1174200"/>
          </a:xfrm>
          <a:prstGeom prst="rect">
            <a:avLst/>
          </a:prstGeom>
        </p:spPr>
        <p:txBody>
          <a:bodyPr spcFirstLastPara="1" wrap="square" lIns="91425" tIns="91425" rIns="91425" bIns="91425" anchor="ctr" anchorCtr="0">
            <a:noAutofit/>
          </a:bodyPr>
          <a:lstStyle>
            <a:lvl1pPr lvl="0"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63" name="Google Shape;163;p16"/>
          <p:cNvSpPr txBox="1"/>
          <p:nvPr>
            <p:ph type="subTitle" idx="1"/>
          </p:nvPr>
        </p:nvSpPr>
        <p:spPr>
          <a:xfrm>
            <a:off x="4986875" y="3398849"/>
            <a:ext cx="2757900" cy="698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p:txBody>
      </p:sp>
      <p:sp>
        <p:nvSpPr>
          <p:cNvPr id="164" name="Google Shape;164;p16"/>
          <p:cNvSpPr/>
          <p:nvPr/>
        </p:nvSpPr>
        <p:spPr>
          <a:xfrm flipH="1">
            <a:off x="902146" y="-697977"/>
            <a:ext cx="1714779" cy="1538926"/>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65" name="Google Shape;165;p16"/>
          <p:cNvSpPr/>
          <p:nvPr/>
        </p:nvSpPr>
        <p:spPr>
          <a:xfrm>
            <a:off x="65235" y="3625714"/>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66" name="Google Shape;166;p16"/>
          <p:cNvSpPr/>
          <p:nvPr/>
        </p:nvSpPr>
        <p:spPr>
          <a:xfrm>
            <a:off x="404446" y="337371"/>
            <a:ext cx="1024629" cy="919688"/>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00216E">
                  <a:alpha val="21568"/>
                </a:srgbClr>
              </a:gs>
              <a:gs pos="100000">
                <a:srgbClr val="E20030">
                  <a:alpha val="23137"/>
                </a:srgbClr>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67" name="Google Shape;167;p16"/>
          <p:cNvSpPr/>
          <p:nvPr/>
        </p:nvSpPr>
        <p:spPr>
          <a:xfrm flipH="1">
            <a:off x="-364795" y="2220751"/>
            <a:ext cx="1444369" cy="1296438"/>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68" name="Google Shape;168;p16"/>
          <p:cNvSpPr/>
          <p:nvPr/>
        </p:nvSpPr>
        <p:spPr>
          <a:xfrm>
            <a:off x="7924950" y="-632602"/>
            <a:ext cx="1679100" cy="1679100"/>
          </a:xfrm>
          <a:prstGeom prst="donut">
            <a:avLst>
              <a:gd name="adj" fmla="val 1199"/>
            </a:avLst>
          </a:pr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3">
  <p:cSld name="CUSTOM_2_1_1">
    <p:bg>
      <p:bgPr>
        <a:gradFill>
          <a:gsLst>
            <a:gs pos="0">
              <a:srgbClr val="E20030"/>
            </a:gs>
            <a:gs pos="100000">
              <a:srgbClr val="00216E"/>
            </a:gs>
          </a:gsLst>
          <a:lin ang="10801400" scaled="0"/>
        </a:gradFill>
        <a:effectLst/>
      </p:bgPr>
    </p:bg>
    <p:spTree>
      <p:nvGrpSpPr>
        <p:cNvPr id="169" name="Shape 169"/>
        <p:cNvGrpSpPr/>
        <p:nvPr/>
      </p:nvGrpSpPr>
      <p:grpSpPr>
        <a:xfrm>
          <a:off x="0" y="0"/>
          <a:ext cx="0" cy="0"/>
          <a:chOff x="0" y="0"/>
          <a:chExt cx="0" cy="0"/>
        </a:xfrm>
      </p:grpSpPr>
      <p:sp>
        <p:nvSpPr>
          <p:cNvPr id="170" name="Google Shape;170;p17"/>
          <p:cNvSpPr/>
          <p:nvPr/>
        </p:nvSpPr>
        <p:spPr>
          <a:xfrm>
            <a:off x="-2329526" y="-14203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 name="Google Shape;171;p17"/>
          <p:cNvSpPr/>
          <p:nvPr/>
        </p:nvSpPr>
        <p:spPr>
          <a:xfrm>
            <a:off x="-2847330" y="-14203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 name="Google Shape;172;p17"/>
          <p:cNvSpPr/>
          <p:nvPr/>
        </p:nvSpPr>
        <p:spPr>
          <a:xfrm>
            <a:off x="-7178425" y="-142037"/>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 name="Google Shape;173;p17"/>
          <p:cNvSpPr txBox="1"/>
          <p:nvPr>
            <p:ph type="title"/>
          </p:nvPr>
        </p:nvSpPr>
        <p:spPr>
          <a:xfrm>
            <a:off x="4300675" y="2449346"/>
            <a:ext cx="4130100" cy="9495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600"/>
              <a:buNone/>
              <a:defRPr sz="5300">
                <a:solidFill>
                  <a:schemeClr val="dk2"/>
                </a:solidFill>
              </a:defRPr>
            </a:lvl1pPr>
            <a:lvl2pPr lvl="1" algn="r" rtl="0">
              <a:spcBef>
                <a:spcPts val="0"/>
              </a:spcBef>
              <a:spcAft>
                <a:spcPts val="0"/>
              </a:spcAft>
              <a:buSzPts val="3600"/>
              <a:buNone/>
              <a:defRPr sz="3600"/>
            </a:lvl2pPr>
            <a:lvl3pPr lvl="2" algn="r" rtl="0">
              <a:spcBef>
                <a:spcPts val="0"/>
              </a:spcBef>
              <a:spcAft>
                <a:spcPts val="0"/>
              </a:spcAft>
              <a:buSzPts val="3600"/>
              <a:buNone/>
              <a:defRPr sz="3600"/>
            </a:lvl3pPr>
            <a:lvl4pPr lvl="3" algn="r" rtl="0">
              <a:spcBef>
                <a:spcPts val="0"/>
              </a:spcBef>
              <a:spcAft>
                <a:spcPts val="0"/>
              </a:spcAft>
              <a:buSzPts val="3600"/>
              <a:buNone/>
              <a:defRPr sz="3600"/>
            </a:lvl4pPr>
            <a:lvl5pPr lvl="4" algn="r" rtl="0">
              <a:spcBef>
                <a:spcPts val="0"/>
              </a:spcBef>
              <a:spcAft>
                <a:spcPts val="0"/>
              </a:spcAft>
              <a:buSzPts val="3600"/>
              <a:buNone/>
              <a:defRPr sz="3600"/>
            </a:lvl5pPr>
            <a:lvl6pPr lvl="5" algn="r" rtl="0">
              <a:spcBef>
                <a:spcPts val="0"/>
              </a:spcBef>
              <a:spcAft>
                <a:spcPts val="0"/>
              </a:spcAft>
              <a:buSzPts val="3600"/>
              <a:buNone/>
              <a:defRPr sz="3600"/>
            </a:lvl6pPr>
            <a:lvl7pPr lvl="6" algn="r" rtl="0">
              <a:spcBef>
                <a:spcPts val="0"/>
              </a:spcBef>
              <a:spcAft>
                <a:spcPts val="0"/>
              </a:spcAft>
              <a:buSzPts val="3600"/>
              <a:buNone/>
              <a:defRPr sz="3600"/>
            </a:lvl7pPr>
            <a:lvl8pPr lvl="7" algn="r" rtl="0">
              <a:spcBef>
                <a:spcPts val="0"/>
              </a:spcBef>
              <a:spcAft>
                <a:spcPts val="0"/>
              </a:spcAft>
              <a:buSzPts val="3600"/>
              <a:buNone/>
              <a:defRPr sz="3600"/>
            </a:lvl8pPr>
            <a:lvl9pPr lvl="8" algn="r" rtl="0">
              <a:spcBef>
                <a:spcPts val="0"/>
              </a:spcBef>
              <a:spcAft>
                <a:spcPts val="0"/>
              </a:spcAft>
              <a:buSzPts val="3600"/>
              <a:buNone/>
              <a:defRPr sz="3600"/>
            </a:lvl9pPr>
          </a:lstStyle>
          <a:p/>
        </p:txBody>
      </p:sp>
      <p:sp>
        <p:nvSpPr>
          <p:cNvPr id="174" name="Google Shape;174;p17"/>
          <p:cNvSpPr txBox="1"/>
          <p:nvPr>
            <p:ph type="title" idx="2" hasCustomPrompt="1"/>
          </p:nvPr>
        </p:nvSpPr>
        <p:spPr>
          <a:xfrm>
            <a:off x="6305275" y="1046551"/>
            <a:ext cx="2125500" cy="1174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2000"/>
              <a:buNone/>
              <a:defRPr sz="12000">
                <a:solidFill>
                  <a:schemeClr val="dk2"/>
                </a:solidFill>
              </a:defRPr>
            </a:lvl1pPr>
            <a:lvl2pPr lvl="1" algn="r" rtl="0">
              <a:spcBef>
                <a:spcPts val="0"/>
              </a:spcBef>
              <a:spcAft>
                <a:spcPts val="0"/>
              </a:spcAft>
              <a:buSzPts val="12000"/>
              <a:buNone/>
              <a:defRPr sz="12000"/>
            </a:lvl2pPr>
            <a:lvl3pPr lvl="2" algn="r" rtl="0">
              <a:spcBef>
                <a:spcPts val="0"/>
              </a:spcBef>
              <a:spcAft>
                <a:spcPts val="0"/>
              </a:spcAft>
              <a:buSzPts val="12000"/>
              <a:buNone/>
              <a:defRPr sz="12000"/>
            </a:lvl3pPr>
            <a:lvl4pPr lvl="3" algn="r" rtl="0">
              <a:spcBef>
                <a:spcPts val="0"/>
              </a:spcBef>
              <a:spcAft>
                <a:spcPts val="0"/>
              </a:spcAft>
              <a:buSzPts val="12000"/>
              <a:buNone/>
              <a:defRPr sz="12000"/>
            </a:lvl4pPr>
            <a:lvl5pPr lvl="4" algn="r" rtl="0">
              <a:spcBef>
                <a:spcPts val="0"/>
              </a:spcBef>
              <a:spcAft>
                <a:spcPts val="0"/>
              </a:spcAft>
              <a:buSzPts val="12000"/>
              <a:buNone/>
              <a:defRPr sz="12000"/>
            </a:lvl5pPr>
            <a:lvl6pPr lvl="5" algn="r" rtl="0">
              <a:spcBef>
                <a:spcPts val="0"/>
              </a:spcBef>
              <a:spcAft>
                <a:spcPts val="0"/>
              </a:spcAft>
              <a:buSzPts val="12000"/>
              <a:buNone/>
              <a:defRPr sz="12000"/>
            </a:lvl6pPr>
            <a:lvl7pPr lvl="6" algn="r" rtl="0">
              <a:spcBef>
                <a:spcPts val="0"/>
              </a:spcBef>
              <a:spcAft>
                <a:spcPts val="0"/>
              </a:spcAft>
              <a:buSzPts val="12000"/>
              <a:buNone/>
              <a:defRPr sz="12000"/>
            </a:lvl7pPr>
            <a:lvl8pPr lvl="7" algn="r" rtl="0">
              <a:spcBef>
                <a:spcPts val="0"/>
              </a:spcBef>
              <a:spcAft>
                <a:spcPts val="0"/>
              </a:spcAft>
              <a:buSzPts val="12000"/>
              <a:buNone/>
              <a:defRPr sz="12000"/>
            </a:lvl8pPr>
            <a:lvl9pPr lvl="8" algn="r" rtl="0">
              <a:spcBef>
                <a:spcPts val="0"/>
              </a:spcBef>
              <a:spcAft>
                <a:spcPts val="0"/>
              </a:spcAft>
              <a:buSzPts val="12000"/>
              <a:buNone/>
              <a:defRPr sz="12000"/>
            </a:lvl9pPr>
          </a:lstStyle>
          <a:p>
            <a:r>
              <a:t>xx%</a:t>
            </a:r>
          </a:p>
        </p:txBody>
      </p:sp>
      <p:sp>
        <p:nvSpPr>
          <p:cNvPr id="175" name="Google Shape;175;p17"/>
          <p:cNvSpPr txBox="1"/>
          <p:nvPr>
            <p:ph type="subTitle" idx="1"/>
          </p:nvPr>
        </p:nvSpPr>
        <p:spPr>
          <a:xfrm>
            <a:off x="5672875" y="3398849"/>
            <a:ext cx="2757900" cy="698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600"/>
              <a:buNone/>
              <a:defRPr sz="1600">
                <a:solidFill>
                  <a:schemeClr val="dk2"/>
                </a:solidFill>
              </a:defRPr>
            </a:lvl1pPr>
            <a:lvl2pPr lvl="1" algn="r" rtl="0">
              <a:lnSpc>
                <a:spcPct val="100000"/>
              </a:lnSpc>
              <a:spcBef>
                <a:spcPts val="0"/>
              </a:spcBef>
              <a:spcAft>
                <a:spcPts val="0"/>
              </a:spcAft>
              <a:buSzPts val="1600"/>
              <a:buNone/>
              <a:defRPr sz="1600"/>
            </a:lvl2pPr>
            <a:lvl3pPr lvl="2" algn="r" rtl="0">
              <a:lnSpc>
                <a:spcPct val="100000"/>
              </a:lnSpc>
              <a:spcBef>
                <a:spcPts val="0"/>
              </a:spcBef>
              <a:spcAft>
                <a:spcPts val="0"/>
              </a:spcAft>
              <a:buSzPts val="1600"/>
              <a:buNone/>
              <a:defRPr sz="1600"/>
            </a:lvl3pPr>
            <a:lvl4pPr lvl="3" algn="r" rtl="0">
              <a:lnSpc>
                <a:spcPct val="100000"/>
              </a:lnSpc>
              <a:spcBef>
                <a:spcPts val="0"/>
              </a:spcBef>
              <a:spcAft>
                <a:spcPts val="0"/>
              </a:spcAft>
              <a:buSzPts val="1600"/>
              <a:buNone/>
              <a:defRPr sz="1600"/>
            </a:lvl4pPr>
            <a:lvl5pPr lvl="4" algn="r" rtl="0">
              <a:lnSpc>
                <a:spcPct val="100000"/>
              </a:lnSpc>
              <a:spcBef>
                <a:spcPts val="0"/>
              </a:spcBef>
              <a:spcAft>
                <a:spcPts val="0"/>
              </a:spcAft>
              <a:buSzPts val="1600"/>
              <a:buNone/>
              <a:defRPr sz="1600"/>
            </a:lvl5pPr>
            <a:lvl6pPr lvl="5" algn="r" rtl="0">
              <a:lnSpc>
                <a:spcPct val="100000"/>
              </a:lnSpc>
              <a:spcBef>
                <a:spcPts val="0"/>
              </a:spcBef>
              <a:spcAft>
                <a:spcPts val="0"/>
              </a:spcAft>
              <a:buSzPts val="1600"/>
              <a:buNone/>
              <a:defRPr sz="1600"/>
            </a:lvl6pPr>
            <a:lvl7pPr lvl="6" algn="r" rtl="0">
              <a:lnSpc>
                <a:spcPct val="100000"/>
              </a:lnSpc>
              <a:spcBef>
                <a:spcPts val="0"/>
              </a:spcBef>
              <a:spcAft>
                <a:spcPts val="0"/>
              </a:spcAft>
              <a:buSzPts val="1600"/>
              <a:buNone/>
              <a:defRPr sz="1600"/>
            </a:lvl7pPr>
            <a:lvl8pPr lvl="7" algn="r" rtl="0">
              <a:lnSpc>
                <a:spcPct val="100000"/>
              </a:lnSpc>
              <a:spcBef>
                <a:spcPts val="0"/>
              </a:spcBef>
              <a:spcAft>
                <a:spcPts val="0"/>
              </a:spcAft>
              <a:buSzPts val="1600"/>
              <a:buNone/>
              <a:defRPr sz="1600"/>
            </a:lvl8pPr>
            <a:lvl9pPr lvl="8" algn="r" rtl="0">
              <a:lnSpc>
                <a:spcPct val="100000"/>
              </a:lnSpc>
              <a:spcBef>
                <a:spcPts val="0"/>
              </a:spcBef>
              <a:spcAft>
                <a:spcPts val="0"/>
              </a:spcAft>
              <a:buSzPts val="1600"/>
              <a:buNone/>
              <a:defRPr sz="1600"/>
            </a:lvl9pPr>
          </a:lstStyle>
          <a:p/>
        </p:txBody>
      </p:sp>
      <p:sp>
        <p:nvSpPr>
          <p:cNvPr id="176" name="Google Shape;176;p17"/>
          <p:cNvSpPr/>
          <p:nvPr/>
        </p:nvSpPr>
        <p:spPr>
          <a:xfrm flipH="1">
            <a:off x="2868861" y="-697977"/>
            <a:ext cx="1714779" cy="1538926"/>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77" name="Google Shape;177;p17"/>
          <p:cNvSpPr/>
          <p:nvPr/>
        </p:nvSpPr>
        <p:spPr>
          <a:xfrm>
            <a:off x="162003" y="245872"/>
            <a:ext cx="1323290" cy="11877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0"/>
                </a:srgbClr>
              </a:gs>
              <a:gs pos="100000">
                <a:srgbClr val="00216E">
                  <a:alpha val="40780"/>
                </a:srgbClr>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78" name="Google Shape;178;p17"/>
          <p:cNvSpPr/>
          <p:nvPr/>
        </p:nvSpPr>
        <p:spPr>
          <a:xfrm>
            <a:off x="-939350" y="3699577"/>
            <a:ext cx="1818000" cy="1818000"/>
          </a:xfrm>
          <a:prstGeom prst="donut">
            <a:avLst>
              <a:gd name="adj" fmla="val 815"/>
            </a:avLst>
          </a:pr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 name="Google Shape;179;p17"/>
          <p:cNvSpPr/>
          <p:nvPr/>
        </p:nvSpPr>
        <p:spPr>
          <a:xfrm flipH="1">
            <a:off x="545716" y="2522723"/>
            <a:ext cx="1547034" cy="1388588"/>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Numbers and text">
  <p:cSld name="CUSTOM_9">
    <p:bg>
      <p:bgPr>
        <a:gradFill>
          <a:gsLst>
            <a:gs pos="0">
              <a:schemeClr val="dk2"/>
            </a:gs>
            <a:gs pos="100000">
              <a:schemeClr val="accent2"/>
            </a:gs>
          </a:gsLst>
          <a:lin ang="10801400" scaled="0"/>
        </a:gradFill>
        <a:effectLst/>
      </p:bgPr>
    </p:bg>
    <p:spTree>
      <p:nvGrpSpPr>
        <p:cNvPr id="180" name="Shape 180"/>
        <p:cNvGrpSpPr/>
        <p:nvPr/>
      </p:nvGrpSpPr>
      <p:grpSpPr>
        <a:xfrm>
          <a:off x="0" y="0"/>
          <a:ext cx="0" cy="0"/>
          <a:chOff x="0" y="0"/>
          <a:chExt cx="0" cy="0"/>
        </a:xfrm>
      </p:grpSpPr>
      <p:sp>
        <p:nvSpPr>
          <p:cNvPr id="181" name="Google Shape;181;p18"/>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82" name="Google Shape;182;p18"/>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a:buNone/>
              <a:defRPr sz="1600" b="1"/>
            </a:lvl1pPr>
            <a:lvl2pPr lvl="1">
              <a:buNone/>
              <a:defRPr sz="1600" b="1"/>
            </a:lvl2pPr>
            <a:lvl3pPr lvl="2">
              <a:buNone/>
              <a:defRPr sz="1600" b="1"/>
            </a:lvl3pPr>
            <a:lvl4pPr lvl="3">
              <a:buNone/>
              <a:defRPr sz="1600" b="1"/>
            </a:lvl4pPr>
            <a:lvl5pPr lvl="4">
              <a:buNone/>
              <a:defRPr sz="1600" b="1"/>
            </a:lvl5pPr>
            <a:lvl6pPr lvl="5">
              <a:buNone/>
              <a:defRPr sz="1600" b="1"/>
            </a:lvl6pPr>
            <a:lvl7pPr lvl="6">
              <a:buNone/>
              <a:defRPr sz="1600" b="1"/>
            </a:lvl7pPr>
            <a:lvl8pPr lvl="7">
              <a:buNone/>
              <a:defRPr sz="1600" b="1"/>
            </a:lvl8pPr>
            <a:lvl9pPr lvl="8">
              <a:buNone/>
              <a:defRPr sz="1600" b="1"/>
            </a:lvl9pPr>
          </a:lstStyle>
          <a:p>
            <a:pPr marL="0" lvl="0" indent="0" algn="ctr" rtl="0">
              <a:spcBef>
                <a:spcPts val="0"/>
              </a:spcBef>
              <a:spcAft>
                <a:spcPts val="0"/>
              </a:spcAft>
              <a:buNone/>
            </a:pPr>
            <a:fld id="{00000000-1234-1234-1234-123412341234}" type="slidenum">
              <a:rPr lang="en-GB"/>
            </a:fld>
            <a:endParaRPr lang="en-GB"/>
          </a:p>
        </p:txBody>
      </p:sp>
      <p:sp>
        <p:nvSpPr>
          <p:cNvPr id="183" name="Google Shape;183;p18"/>
          <p:cNvSpPr txBox="1"/>
          <p:nvPr>
            <p:ph type="title" hasCustomPrompt="1"/>
          </p:nvPr>
        </p:nvSpPr>
        <p:spPr>
          <a:xfrm>
            <a:off x="911231" y="2976738"/>
            <a:ext cx="2258700" cy="430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200"/>
              <a:buNone/>
              <a:defRPr sz="2200"/>
            </a:lvl1pPr>
            <a:lvl2pPr lvl="1"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2pPr>
            <a:lvl3pPr lvl="2"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3pPr>
            <a:lvl4pPr lvl="3"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4pPr>
            <a:lvl5pPr lvl="4"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5pPr>
            <a:lvl6pPr lvl="5"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6pPr>
            <a:lvl7pPr lvl="6"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7pPr>
            <a:lvl8pPr lvl="7"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8pPr>
            <a:lvl9pPr lvl="8"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9pPr>
          </a:lstStyle>
          <a:p>
            <a:r>
              <a:t>xx%</a:t>
            </a:r>
          </a:p>
        </p:txBody>
      </p:sp>
      <p:sp>
        <p:nvSpPr>
          <p:cNvPr id="184" name="Google Shape;184;p18"/>
          <p:cNvSpPr txBox="1"/>
          <p:nvPr>
            <p:ph type="title" idx="2" hasCustomPrompt="1"/>
          </p:nvPr>
        </p:nvSpPr>
        <p:spPr>
          <a:xfrm>
            <a:off x="3442637" y="2976738"/>
            <a:ext cx="2258700" cy="430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200"/>
              <a:buNone/>
              <a:defRPr sz="2200"/>
            </a:lvl1pPr>
            <a:lvl2pPr lvl="1"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2pPr>
            <a:lvl3pPr lvl="2"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3pPr>
            <a:lvl4pPr lvl="3"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4pPr>
            <a:lvl5pPr lvl="4"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5pPr>
            <a:lvl6pPr lvl="5"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6pPr>
            <a:lvl7pPr lvl="6"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7pPr>
            <a:lvl8pPr lvl="7"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8pPr>
            <a:lvl9pPr lvl="8"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9pPr>
          </a:lstStyle>
          <a:p>
            <a:r>
              <a:t>xx%</a:t>
            </a:r>
          </a:p>
        </p:txBody>
      </p:sp>
      <p:sp>
        <p:nvSpPr>
          <p:cNvPr id="185" name="Google Shape;185;p18"/>
          <p:cNvSpPr txBox="1"/>
          <p:nvPr>
            <p:ph type="title" idx="3" hasCustomPrompt="1"/>
          </p:nvPr>
        </p:nvSpPr>
        <p:spPr>
          <a:xfrm>
            <a:off x="5974069" y="2976738"/>
            <a:ext cx="2258700" cy="430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200"/>
              <a:buNone/>
              <a:defRPr sz="2200"/>
            </a:lvl1pPr>
            <a:lvl2pPr lvl="1"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2pPr>
            <a:lvl3pPr lvl="2"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3pPr>
            <a:lvl4pPr lvl="3"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4pPr>
            <a:lvl5pPr lvl="4"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5pPr>
            <a:lvl6pPr lvl="5"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6pPr>
            <a:lvl7pPr lvl="6"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7pPr>
            <a:lvl8pPr lvl="7"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8pPr>
            <a:lvl9pPr lvl="8" algn="ctr" rtl="0">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9pPr>
          </a:lstStyle>
          <a:p>
            <a:r>
              <a:t>xx%</a:t>
            </a:r>
          </a:p>
        </p:txBody>
      </p:sp>
      <p:sp>
        <p:nvSpPr>
          <p:cNvPr id="186" name="Google Shape;186;p18"/>
          <p:cNvSpPr txBox="1"/>
          <p:nvPr>
            <p:ph type="subTitle" idx="1"/>
          </p:nvPr>
        </p:nvSpPr>
        <p:spPr>
          <a:xfrm>
            <a:off x="911231" y="4001288"/>
            <a:ext cx="2258700" cy="480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87" name="Google Shape;187;p18"/>
          <p:cNvSpPr txBox="1"/>
          <p:nvPr>
            <p:ph type="subTitle" idx="4"/>
          </p:nvPr>
        </p:nvSpPr>
        <p:spPr>
          <a:xfrm>
            <a:off x="3442637" y="4001288"/>
            <a:ext cx="2258700" cy="480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88" name="Google Shape;188;p18"/>
          <p:cNvSpPr txBox="1"/>
          <p:nvPr>
            <p:ph type="subTitle" idx="5"/>
          </p:nvPr>
        </p:nvSpPr>
        <p:spPr>
          <a:xfrm>
            <a:off x="5974069" y="4001288"/>
            <a:ext cx="2258700" cy="480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89" name="Google Shape;189;p18"/>
          <p:cNvSpPr txBox="1"/>
          <p:nvPr>
            <p:ph type="title" idx="6"/>
          </p:nvPr>
        </p:nvSpPr>
        <p:spPr>
          <a:xfrm>
            <a:off x="713225" y="539500"/>
            <a:ext cx="7717500" cy="53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200"/>
              <a:buNone/>
              <a:defRPr sz="32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p:txBody>
      </p:sp>
      <p:sp>
        <p:nvSpPr>
          <p:cNvPr id="190" name="Google Shape;190;p18"/>
          <p:cNvSpPr/>
          <p:nvPr/>
        </p:nvSpPr>
        <p:spPr>
          <a:xfrm>
            <a:off x="-817575" y="-608499"/>
            <a:ext cx="1617915" cy="145221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0"/>
                </a:srgbClr>
              </a:gs>
              <a:gs pos="100000">
                <a:srgbClr val="00216E">
                  <a:alpha val="40780"/>
                </a:srgbClr>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91" name="Google Shape;191;p18"/>
          <p:cNvSpPr/>
          <p:nvPr/>
        </p:nvSpPr>
        <p:spPr>
          <a:xfrm flipH="1">
            <a:off x="-522941" y="4482202"/>
            <a:ext cx="1323290" cy="11877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92" name="Google Shape;192;p18"/>
          <p:cNvSpPr/>
          <p:nvPr/>
        </p:nvSpPr>
        <p:spPr>
          <a:xfrm>
            <a:off x="-288593" y="913313"/>
            <a:ext cx="1088952" cy="97742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0"/>
                </a:srgbClr>
              </a:gs>
              <a:gs pos="100000">
                <a:srgbClr val="00216E">
                  <a:alpha val="40780"/>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93" name="Google Shape;193;p18"/>
          <p:cNvSpPr/>
          <p:nvPr/>
        </p:nvSpPr>
        <p:spPr>
          <a:xfrm flipH="1">
            <a:off x="8232751" y="219502"/>
            <a:ext cx="712641" cy="639996"/>
          </a:xfrm>
          <a:custGeom>
            <a:avLst/>
            <a:gdLst/>
            <a:ahLst/>
            <a:cxnLst/>
            <a:rect l="l" t="t" r="r" b="b"/>
            <a:pathLst>
              <a:path w="101552" h="91200" extrusionOk="0">
                <a:moveTo>
                  <a:pt x="67692" y="1316"/>
                </a:moveTo>
                <a:cubicBezTo>
                  <a:pt x="73007" y="1316"/>
                  <a:pt x="77954" y="4172"/>
                  <a:pt x="80612" y="8774"/>
                </a:cubicBezTo>
                <a:lnTo>
                  <a:pt x="97524" y="38071"/>
                </a:lnTo>
                <a:cubicBezTo>
                  <a:pt x="100182" y="42673"/>
                  <a:pt x="100182" y="48388"/>
                  <a:pt x="97524" y="52990"/>
                </a:cubicBezTo>
                <a:lnTo>
                  <a:pt x="80612" y="82284"/>
                </a:lnTo>
                <a:cubicBezTo>
                  <a:pt x="77954" y="86886"/>
                  <a:pt x="73007" y="89745"/>
                  <a:pt x="67697" y="89745"/>
                </a:cubicBezTo>
                <a:cubicBezTo>
                  <a:pt x="64882" y="89699"/>
                  <a:pt x="62259" y="89681"/>
                  <a:pt x="59813" y="89681"/>
                </a:cubicBezTo>
                <a:cubicBezTo>
                  <a:pt x="55192" y="89681"/>
                  <a:pt x="51207" y="89745"/>
                  <a:pt x="47771" y="89800"/>
                </a:cubicBezTo>
                <a:lnTo>
                  <a:pt x="47241" y="89805"/>
                </a:lnTo>
                <a:cubicBezTo>
                  <a:pt x="44571" y="89847"/>
                  <a:pt x="42219" y="89885"/>
                  <a:pt x="40130" y="89885"/>
                </a:cubicBezTo>
                <a:cubicBezTo>
                  <a:pt x="33498" y="89885"/>
                  <a:pt x="29519" y="89506"/>
                  <a:pt x="26414" y="87711"/>
                </a:cubicBezTo>
                <a:cubicBezTo>
                  <a:pt x="22327" y="85351"/>
                  <a:pt x="19610" y="80457"/>
                  <a:pt x="14187" y="70715"/>
                </a:cubicBezTo>
                <a:lnTo>
                  <a:pt x="14163" y="70665"/>
                </a:lnTo>
                <a:cubicBezTo>
                  <a:pt x="11560" y="65984"/>
                  <a:pt x="8319" y="60160"/>
                  <a:pt x="4023" y="52985"/>
                </a:cubicBezTo>
                <a:cubicBezTo>
                  <a:pt x="1372" y="48384"/>
                  <a:pt x="1372" y="42668"/>
                  <a:pt x="4028" y="38071"/>
                </a:cubicBezTo>
                <a:lnTo>
                  <a:pt x="20941" y="8774"/>
                </a:lnTo>
                <a:cubicBezTo>
                  <a:pt x="23598" y="4172"/>
                  <a:pt x="28547" y="1316"/>
                  <a:pt x="33861" y="1316"/>
                </a:cubicBezTo>
                <a:close/>
                <a:moveTo>
                  <a:pt x="33861" y="0"/>
                </a:moveTo>
                <a:cubicBezTo>
                  <a:pt x="28081" y="0"/>
                  <a:pt x="22693" y="3108"/>
                  <a:pt x="19804" y="8115"/>
                </a:cubicBezTo>
                <a:lnTo>
                  <a:pt x="2886" y="37413"/>
                </a:lnTo>
                <a:cubicBezTo>
                  <a:pt x="0" y="42421"/>
                  <a:pt x="0" y="48640"/>
                  <a:pt x="2891" y="53648"/>
                </a:cubicBezTo>
                <a:lnTo>
                  <a:pt x="2895" y="53653"/>
                </a:lnTo>
                <a:cubicBezTo>
                  <a:pt x="7200" y="60853"/>
                  <a:pt x="10436" y="66672"/>
                  <a:pt x="13035" y="71348"/>
                </a:cubicBezTo>
                <a:lnTo>
                  <a:pt x="13039" y="71352"/>
                </a:lnTo>
                <a:cubicBezTo>
                  <a:pt x="17973" y="80225"/>
                  <a:pt x="20694" y="85114"/>
                  <a:pt x="24227" y="87880"/>
                </a:cubicBezTo>
                <a:cubicBezTo>
                  <a:pt x="25128" y="88583"/>
                  <a:pt x="26068" y="89136"/>
                  <a:pt x="27101" y="89581"/>
                </a:cubicBezTo>
                <a:cubicBezTo>
                  <a:pt x="28121" y="90017"/>
                  <a:pt x="29239" y="90349"/>
                  <a:pt x="30522" y="90591"/>
                </a:cubicBezTo>
                <a:cubicBezTo>
                  <a:pt x="32792" y="91027"/>
                  <a:pt x="35544" y="91200"/>
                  <a:pt x="40016" y="91200"/>
                </a:cubicBezTo>
                <a:cubicBezTo>
                  <a:pt x="42119" y="91200"/>
                  <a:pt x="44450" y="91166"/>
                  <a:pt x="47152" y="91120"/>
                </a:cubicBezTo>
                <a:lnTo>
                  <a:pt x="47379" y="91120"/>
                </a:lnTo>
                <a:cubicBezTo>
                  <a:pt x="50902" y="91061"/>
                  <a:pt x="54990" y="90997"/>
                  <a:pt x="59759" y="90997"/>
                </a:cubicBezTo>
                <a:cubicBezTo>
                  <a:pt x="62214" y="90997"/>
                  <a:pt x="64856" y="91012"/>
                  <a:pt x="67686" y="91061"/>
                </a:cubicBezTo>
                <a:lnTo>
                  <a:pt x="67692" y="91061"/>
                </a:lnTo>
                <a:cubicBezTo>
                  <a:pt x="73471" y="91061"/>
                  <a:pt x="78860" y="87948"/>
                  <a:pt x="81749" y="82942"/>
                </a:cubicBezTo>
                <a:lnTo>
                  <a:pt x="98663" y="53648"/>
                </a:lnTo>
                <a:cubicBezTo>
                  <a:pt x="101552" y="48640"/>
                  <a:pt x="101552" y="42421"/>
                  <a:pt x="98663" y="37413"/>
                </a:cubicBezTo>
                <a:lnTo>
                  <a:pt x="81749" y="8115"/>
                </a:lnTo>
                <a:cubicBezTo>
                  <a:pt x="78860" y="3108"/>
                  <a:pt x="73471" y="0"/>
                  <a:pt x="67692" y="0"/>
                </a:cubicBezTo>
                <a:close/>
              </a:path>
            </a:pathLst>
          </a:cu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4" name="Google Shape;194;p18"/>
          <p:cNvSpPr txBox="1"/>
          <p:nvPr>
            <p:ph type="subTitle" idx="7"/>
          </p:nvPr>
        </p:nvSpPr>
        <p:spPr>
          <a:xfrm>
            <a:off x="911231" y="3444188"/>
            <a:ext cx="2258700" cy="480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2pPr>
            <a:lvl3pPr lvl="2"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3pPr>
            <a:lvl4pPr lvl="3"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4pPr>
            <a:lvl5pPr lvl="4"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5pPr>
            <a:lvl6pPr lvl="5"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6pPr>
            <a:lvl7pPr lvl="6"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7pPr>
            <a:lvl8pPr lvl="7"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8pPr>
            <a:lvl9pPr lvl="8"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9pPr>
          </a:lstStyle>
          <a:p/>
        </p:txBody>
      </p:sp>
      <p:sp>
        <p:nvSpPr>
          <p:cNvPr id="195" name="Google Shape;195;p18"/>
          <p:cNvSpPr txBox="1"/>
          <p:nvPr>
            <p:ph type="subTitle" idx="8"/>
          </p:nvPr>
        </p:nvSpPr>
        <p:spPr>
          <a:xfrm>
            <a:off x="3442637" y="3444188"/>
            <a:ext cx="2258700" cy="480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2pPr>
            <a:lvl3pPr lvl="2"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3pPr>
            <a:lvl4pPr lvl="3"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4pPr>
            <a:lvl5pPr lvl="4"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5pPr>
            <a:lvl6pPr lvl="5"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6pPr>
            <a:lvl7pPr lvl="6"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7pPr>
            <a:lvl8pPr lvl="7"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8pPr>
            <a:lvl9pPr lvl="8"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9pPr>
          </a:lstStyle>
          <a:p/>
        </p:txBody>
      </p:sp>
      <p:sp>
        <p:nvSpPr>
          <p:cNvPr id="196" name="Google Shape;196;p18"/>
          <p:cNvSpPr txBox="1"/>
          <p:nvPr>
            <p:ph type="subTitle" idx="9"/>
          </p:nvPr>
        </p:nvSpPr>
        <p:spPr>
          <a:xfrm>
            <a:off x="5974069" y="3444188"/>
            <a:ext cx="2258700" cy="480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2pPr>
            <a:lvl3pPr lvl="2"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3pPr>
            <a:lvl4pPr lvl="3"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4pPr>
            <a:lvl5pPr lvl="4"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5pPr>
            <a:lvl6pPr lvl="5"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6pPr>
            <a:lvl7pPr lvl="6"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7pPr>
            <a:lvl8pPr lvl="7"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8pPr>
            <a:lvl9pPr lvl="8"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9pPr>
          </a:lstStyle>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Numbers and text 1">
  <p:cSld name="CUSTOM_10">
    <p:bg>
      <p:bgPr>
        <a:gradFill>
          <a:gsLst>
            <a:gs pos="0">
              <a:srgbClr val="00216E"/>
            </a:gs>
            <a:gs pos="100000">
              <a:srgbClr val="E20030"/>
            </a:gs>
          </a:gsLst>
          <a:lin ang="5400700" scaled="0"/>
        </a:gradFill>
        <a:effectLst/>
      </p:bgPr>
    </p:bg>
    <p:spTree>
      <p:nvGrpSpPr>
        <p:cNvPr id="197" name="Shape 197"/>
        <p:cNvGrpSpPr/>
        <p:nvPr/>
      </p:nvGrpSpPr>
      <p:grpSpPr>
        <a:xfrm>
          <a:off x="0" y="0"/>
          <a:ext cx="0" cy="0"/>
          <a:chOff x="0" y="0"/>
          <a:chExt cx="0" cy="0"/>
        </a:xfrm>
      </p:grpSpPr>
      <p:sp>
        <p:nvSpPr>
          <p:cNvPr id="198" name="Google Shape;198;p19"/>
          <p:cNvSpPr/>
          <p:nvPr/>
        </p:nvSpPr>
        <p:spPr>
          <a:xfrm>
            <a:off x="-2329539" y="-14203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9" name="Google Shape;199;p19"/>
          <p:cNvSpPr/>
          <p:nvPr/>
        </p:nvSpPr>
        <p:spPr>
          <a:xfrm>
            <a:off x="-2847330" y="-14203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0" name="Google Shape;200;p19"/>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01" name="Google Shape;201;p19"/>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GB"/>
            </a:fld>
            <a:endParaRPr sz="1600"/>
          </a:p>
        </p:txBody>
      </p:sp>
      <p:sp>
        <p:nvSpPr>
          <p:cNvPr id="202" name="Google Shape;202;p19"/>
          <p:cNvSpPr txBox="1"/>
          <p:nvPr>
            <p:ph type="subTitle" idx="1"/>
          </p:nvPr>
        </p:nvSpPr>
        <p:spPr>
          <a:xfrm>
            <a:off x="3724025" y="1459561"/>
            <a:ext cx="4706700" cy="445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600"/>
              <a:buNone/>
              <a:defRPr sz="1600">
                <a:solidFill>
                  <a:schemeClr val="dk2"/>
                </a:solidFill>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p:txBody>
      </p:sp>
      <p:sp>
        <p:nvSpPr>
          <p:cNvPr id="203" name="Google Shape;203;p19"/>
          <p:cNvSpPr txBox="1"/>
          <p:nvPr>
            <p:ph type="title" hasCustomPrompt="1"/>
          </p:nvPr>
        </p:nvSpPr>
        <p:spPr>
          <a:xfrm>
            <a:off x="3724025" y="1934994"/>
            <a:ext cx="4706700" cy="8283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300"/>
              <a:buNone/>
              <a:defRPr sz="5300">
                <a:solidFill>
                  <a:schemeClr val="dk2"/>
                </a:solidFill>
              </a:defRPr>
            </a:lvl1pPr>
            <a:lvl2pPr lvl="1"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2pPr>
            <a:lvl3pPr lvl="2"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3pPr>
            <a:lvl4pPr lvl="3"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4pPr>
            <a:lvl5pPr lvl="4"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5pPr>
            <a:lvl6pPr lvl="5"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6pPr>
            <a:lvl7pPr lvl="6"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7pPr>
            <a:lvl8pPr lvl="7"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8pPr>
            <a:lvl9pPr lvl="8"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9pPr>
          </a:lstStyle>
          <a:p>
            <a:r>
              <a:t>xx%</a:t>
            </a:r>
          </a:p>
        </p:txBody>
      </p:sp>
      <p:sp>
        <p:nvSpPr>
          <p:cNvPr id="204" name="Google Shape;204;p19"/>
          <p:cNvSpPr txBox="1"/>
          <p:nvPr>
            <p:ph type="subTitle" idx="2"/>
          </p:nvPr>
        </p:nvSpPr>
        <p:spPr>
          <a:xfrm>
            <a:off x="3724064" y="2763306"/>
            <a:ext cx="4706700" cy="445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600"/>
              <a:buNone/>
              <a:defRPr sz="1600">
                <a:solidFill>
                  <a:schemeClr val="dk2"/>
                </a:solidFill>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p:txBody>
      </p:sp>
      <p:sp>
        <p:nvSpPr>
          <p:cNvPr id="205" name="Google Shape;205;p19"/>
          <p:cNvSpPr txBox="1"/>
          <p:nvPr>
            <p:ph type="title" idx="3" hasCustomPrompt="1"/>
          </p:nvPr>
        </p:nvSpPr>
        <p:spPr>
          <a:xfrm>
            <a:off x="3724025" y="631249"/>
            <a:ext cx="4706700" cy="8283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300"/>
              <a:buNone/>
              <a:defRPr sz="5300">
                <a:solidFill>
                  <a:schemeClr val="dk2"/>
                </a:solidFill>
              </a:defRPr>
            </a:lvl1pPr>
            <a:lvl2pPr lvl="1"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2pPr>
            <a:lvl3pPr lvl="2"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3pPr>
            <a:lvl4pPr lvl="3"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4pPr>
            <a:lvl5pPr lvl="4"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5pPr>
            <a:lvl6pPr lvl="5"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6pPr>
            <a:lvl7pPr lvl="6"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7pPr>
            <a:lvl8pPr lvl="7"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8pPr>
            <a:lvl9pPr lvl="8"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9pPr>
          </a:lstStyle>
          <a:p>
            <a:r>
              <a:t>xx%</a:t>
            </a:r>
          </a:p>
        </p:txBody>
      </p:sp>
      <p:sp>
        <p:nvSpPr>
          <p:cNvPr id="206" name="Google Shape;206;p19"/>
          <p:cNvSpPr txBox="1"/>
          <p:nvPr>
            <p:ph type="title" idx="4" hasCustomPrompt="1"/>
          </p:nvPr>
        </p:nvSpPr>
        <p:spPr>
          <a:xfrm>
            <a:off x="3724025" y="3238739"/>
            <a:ext cx="4706700" cy="8283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300"/>
              <a:buNone/>
              <a:defRPr sz="5300">
                <a:solidFill>
                  <a:schemeClr val="dk2"/>
                </a:solidFill>
              </a:defRPr>
            </a:lvl1pPr>
            <a:lvl2pPr lvl="1"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2pPr>
            <a:lvl3pPr lvl="2"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3pPr>
            <a:lvl4pPr lvl="3"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4pPr>
            <a:lvl5pPr lvl="4"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5pPr>
            <a:lvl6pPr lvl="5"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6pPr>
            <a:lvl7pPr lvl="6"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7pPr>
            <a:lvl8pPr lvl="7"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8pPr>
            <a:lvl9pPr lvl="8" algn="ctr" rtl="0">
              <a:spcBef>
                <a:spcPts val="0"/>
              </a:spcBef>
              <a:spcAft>
                <a:spcPts val="0"/>
              </a:spcAft>
              <a:buClr>
                <a:schemeClr val="accent1"/>
              </a:buClr>
              <a:buSzPts val="5300"/>
              <a:buFont typeface="Space Mono"/>
              <a:buNone/>
              <a:defRPr sz="5300">
                <a:solidFill>
                  <a:schemeClr val="accent1"/>
                </a:solidFill>
                <a:latin typeface="Space Mono"/>
                <a:ea typeface="Space Mono"/>
                <a:cs typeface="Space Mono"/>
                <a:sym typeface="Space Mono"/>
              </a:defRPr>
            </a:lvl9pPr>
          </a:lstStyle>
          <a:p>
            <a:r>
              <a:t>xx%</a:t>
            </a:r>
          </a:p>
        </p:txBody>
      </p:sp>
      <p:sp>
        <p:nvSpPr>
          <p:cNvPr id="207" name="Google Shape;207;p19"/>
          <p:cNvSpPr/>
          <p:nvPr/>
        </p:nvSpPr>
        <p:spPr>
          <a:xfrm>
            <a:off x="-7178425" y="-142037"/>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8" name="Google Shape;208;p19"/>
          <p:cNvSpPr txBox="1"/>
          <p:nvPr>
            <p:ph type="subTitle" idx="5"/>
          </p:nvPr>
        </p:nvSpPr>
        <p:spPr>
          <a:xfrm>
            <a:off x="3724064" y="4067051"/>
            <a:ext cx="4706700" cy="445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600"/>
              <a:buNone/>
              <a:defRPr sz="1600">
                <a:solidFill>
                  <a:schemeClr val="dk2"/>
                </a:solidFill>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p:txBody>
      </p:sp>
      <p:sp>
        <p:nvSpPr>
          <p:cNvPr id="209" name="Google Shape;209;p19"/>
          <p:cNvSpPr/>
          <p:nvPr/>
        </p:nvSpPr>
        <p:spPr>
          <a:xfrm flipH="1">
            <a:off x="-459903" y="1267501"/>
            <a:ext cx="1384154" cy="1243056"/>
          </a:xfrm>
          <a:custGeom>
            <a:avLst/>
            <a:gdLst/>
            <a:ahLst/>
            <a:cxnLst/>
            <a:rect l="l" t="t" r="r" b="b"/>
            <a:pathLst>
              <a:path w="101552" h="91200" extrusionOk="0">
                <a:moveTo>
                  <a:pt x="67692" y="1316"/>
                </a:moveTo>
                <a:cubicBezTo>
                  <a:pt x="73007" y="1316"/>
                  <a:pt x="77954" y="4172"/>
                  <a:pt x="80612" y="8774"/>
                </a:cubicBezTo>
                <a:lnTo>
                  <a:pt x="97524" y="38071"/>
                </a:lnTo>
                <a:cubicBezTo>
                  <a:pt x="100182" y="42673"/>
                  <a:pt x="100182" y="48388"/>
                  <a:pt x="97524" y="52990"/>
                </a:cubicBezTo>
                <a:lnTo>
                  <a:pt x="80612" y="82284"/>
                </a:lnTo>
                <a:cubicBezTo>
                  <a:pt x="77954" y="86886"/>
                  <a:pt x="73007" y="89745"/>
                  <a:pt x="67697" y="89745"/>
                </a:cubicBezTo>
                <a:cubicBezTo>
                  <a:pt x="64882" y="89699"/>
                  <a:pt x="62259" y="89681"/>
                  <a:pt x="59813" y="89681"/>
                </a:cubicBezTo>
                <a:cubicBezTo>
                  <a:pt x="55192" y="89681"/>
                  <a:pt x="51207" y="89745"/>
                  <a:pt x="47771" y="89800"/>
                </a:cubicBezTo>
                <a:lnTo>
                  <a:pt x="47241" y="89805"/>
                </a:lnTo>
                <a:cubicBezTo>
                  <a:pt x="44571" y="89847"/>
                  <a:pt x="42219" y="89885"/>
                  <a:pt x="40130" y="89885"/>
                </a:cubicBezTo>
                <a:cubicBezTo>
                  <a:pt x="33498" y="89885"/>
                  <a:pt x="29519" y="89506"/>
                  <a:pt x="26414" y="87711"/>
                </a:cubicBezTo>
                <a:cubicBezTo>
                  <a:pt x="22327" y="85351"/>
                  <a:pt x="19610" y="80457"/>
                  <a:pt x="14187" y="70715"/>
                </a:cubicBezTo>
                <a:lnTo>
                  <a:pt x="14163" y="70665"/>
                </a:lnTo>
                <a:cubicBezTo>
                  <a:pt x="11560" y="65984"/>
                  <a:pt x="8319" y="60160"/>
                  <a:pt x="4023" y="52985"/>
                </a:cubicBezTo>
                <a:cubicBezTo>
                  <a:pt x="1372" y="48384"/>
                  <a:pt x="1372" y="42668"/>
                  <a:pt x="4028" y="38071"/>
                </a:cubicBezTo>
                <a:lnTo>
                  <a:pt x="20941" y="8774"/>
                </a:lnTo>
                <a:cubicBezTo>
                  <a:pt x="23598" y="4172"/>
                  <a:pt x="28547" y="1316"/>
                  <a:pt x="33861" y="1316"/>
                </a:cubicBezTo>
                <a:close/>
                <a:moveTo>
                  <a:pt x="33861" y="0"/>
                </a:moveTo>
                <a:cubicBezTo>
                  <a:pt x="28081" y="0"/>
                  <a:pt x="22693" y="3108"/>
                  <a:pt x="19804" y="8115"/>
                </a:cubicBezTo>
                <a:lnTo>
                  <a:pt x="2886" y="37413"/>
                </a:lnTo>
                <a:cubicBezTo>
                  <a:pt x="0" y="42421"/>
                  <a:pt x="0" y="48640"/>
                  <a:pt x="2891" y="53648"/>
                </a:cubicBezTo>
                <a:lnTo>
                  <a:pt x="2895" y="53653"/>
                </a:lnTo>
                <a:cubicBezTo>
                  <a:pt x="7200" y="60853"/>
                  <a:pt x="10436" y="66672"/>
                  <a:pt x="13035" y="71348"/>
                </a:cubicBezTo>
                <a:lnTo>
                  <a:pt x="13039" y="71352"/>
                </a:lnTo>
                <a:cubicBezTo>
                  <a:pt x="17973" y="80225"/>
                  <a:pt x="20694" y="85114"/>
                  <a:pt x="24227" y="87880"/>
                </a:cubicBezTo>
                <a:cubicBezTo>
                  <a:pt x="25128" y="88583"/>
                  <a:pt x="26068" y="89136"/>
                  <a:pt x="27101" y="89581"/>
                </a:cubicBezTo>
                <a:cubicBezTo>
                  <a:pt x="28121" y="90017"/>
                  <a:pt x="29239" y="90349"/>
                  <a:pt x="30522" y="90591"/>
                </a:cubicBezTo>
                <a:cubicBezTo>
                  <a:pt x="32792" y="91027"/>
                  <a:pt x="35544" y="91200"/>
                  <a:pt x="40016" y="91200"/>
                </a:cubicBezTo>
                <a:cubicBezTo>
                  <a:pt x="42119" y="91200"/>
                  <a:pt x="44450" y="91166"/>
                  <a:pt x="47152" y="91120"/>
                </a:cubicBezTo>
                <a:lnTo>
                  <a:pt x="47379" y="91120"/>
                </a:lnTo>
                <a:cubicBezTo>
                  <a:pt x="50902" y="91061"/>
                  <a:pt x="54990" y="90997"/>
                  <a:pt x="59759" y="90997"/>
                </a:cubicBezTo>
                <a:cubicBezTo>
                  <a:pt x="62214" y="90997"/>
                  <a:pt x="64856" y="91012"/>
                  <a:pt x="67686" y="91061"/>
                </a:cubicBezTo>
                <a:lnTo>
                  <a:pt x="67692" y="91061"/>
                </a:lnTo>
                <a:cubicBezTo>
                  <a:pt x="73471" y="91061"/>
                  <a:pt x="78860" y="87948"/>
                  <a:pt x="81749" y="82942"/>
                </a:cubicBezTo>
                <a:lnTo>
                  <a:pt x="98663" y="53648"/>
                </a:lnTo>
                <a:cubicBezTo>
                  <a:pt x="101552" y="48640"/>
                  <a:pt x="101552" y="42421"/>
                  <a:pt x="98663" y="37413"/>
                </a:cubicBezTo>
                <a:lnTo>
                  <a:pt x="81749" y="8115"/>
                </a:lnTo>
                <a:cubicBezTo>
                  <a:pt x="78860" y="3108"/>
                  <a:pt x="73471" y="0"/>
                  <a:pt x="67692" y="0"/>
                </a:cubicBezTo>
                <a:close/>
              </a:path>
            </a:pathLst>
          </a:cu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0" name="Google Shape;210;p19"/>
          <p:cNvSpPr/>
          <p:nvPr/>
        </p:nvSpPr>
        <p:spPr>
          <a:xfrm flipH="1">
            <a:off x="713215" y="2510550"/>
            <a:ext cx="980738" cy="880065"/>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p:cSld name="CUSTOM_16">
    <p:bg>
      <p:bgPr>
        <a:gradFill>
          <a:gsLst>
            <a:gs pos="0">
              <a:srgbClr val="E20030"/>
            </a:gs>
            <a:gs pos="100000">
              <a:srgbClr val="00216E"/>
            </a:gs>
          </a:gsLst>
          <a:lin ang="10801400" scaled="0"/>
        </a:gradFill>
        <a:effectLst/>
      </p:bgPr>
    </p:bg>
    <p:spTree>
      <p:nvGrpSpPr>
        <p:cNvPr id="211" name="Shape 211"/>
        <p:cNvGrpSpPr/>
        <p:nvPr/>
      </p:nvGrpSpPr>
      <p:grpSpPr>
        <a:xfrm>
          <a:off x="0" y="0"/>
          <a:ext cx="0" cy="0"/>
          <a:chOff x="0" y="0"/>
          <a:chExt cx="0" cy="0"/>
        </a:xfrm>
      </p:grpSpPr>
      <p:sp>
        <p:nvSpPr>
          <p:cNvPr id="212" name="Google Shape;212;p20"/>
          <p:cNvSpPr/>
          <p:nvPr/>
        </p:nvSpPr>
        <p:spPr>
          <a:xfrm>
            <a:off x="-2329539" y="-14203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3" name="Google Shape;213;p20"/>
          <p:cNvSpPr txBox="1"/>
          <p:nvPr>
            <p:ph type="subTitle" idx="1"/>
          </p:nvPr>
        </p:nvSpPr>
        <p:spPr>
          <a:xfrm flipH="1">
            <a:off x="4238100" y="3075450"/>
            <a:ext cx="3695700" cy="775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None/>
              <a:defRPr sz="1400">
                <a:solidFill>
                  <a:schemeClr val="dk2"/>
                </a:solidFill>
              </a:defRPr>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p:txBody>
      </p:sp>
      <p:sp>
        <p:nvSpPr>
          <p:cNvPr id="214" name="Google Shape;214;p20"/>
          <p:cNvSpPr txBox="1"/>
          <p:nvPr>
            <p:ph type="title"/>
          </p:nvPr>
        </p:nvSpPr>
        <p:spPr>
          <a:xfrm flipH="1">
            <a:off x="3741150" y="1574250"/>
            <a:ext cx="4689600" cy="1501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200"/>
              <a:buNone/>
              <a:defRPr sz="10000">
                <a:solidFill>
                  <a:schemeClr val="dk2"/>
                </a:solidFill>
              </a:defRPr>
            </a:lvl1pPr>
            <a:lvl2pPr lvl="1" algn="ctr" rtl="0">
              <a:spcBef>
                <a:spcPts val="0"/>
              </a:spcBef>
              <a:spcAft>
                <a:spcPts val="0"/>
              </a:spcAft>
              <a:buClr>
                <a:schemeClr val="accent1"/>
              </a:buClr>
              <a:buSzPts val="2800"/>
              <a:buNone/>
              <a:defRPr>
                <a:solidFill>
                  <a:schemeClr val="accent1"/>
                </a:solidFill>
              </a:defRPr>
            </a:lvl2pPr>
            <a:lvl3pPr lvl="2" algn="ctr" rtl="0">
              <a:spcBef>
                <a:spcPts val="0"/>
              </a:spcBef>
              <a:spcAft>
                <a:spcPts val="0"/>
              </a:spcAft>
              <a:buClr>
                <a:schemeClr val="accent1"/>
              </a:buClr>
              <a:buSzPts val="2800"/>
              <a:buNone/>
              <a:defRPr>
                <a:solidFill>
                  <a:schemeClr val="accent1"/>
                </a:solidFill>
              </a:defRPr>
            </a:lvl3pPr>
            <a:lvl4pPr lvl="3" algn="ctr" rtl="0">
              <a:spcBef>
                <a:spcPts val="0"/>
              </a:spcBef>
              <a:spcAft>
                <a:spcPts val="0"/>
              </a:spcAft>
              <a:buClr>
                <a:schemeClr val="accent1"/>
              </a:buClr>
              <a:buSzPts val="2800"/>
              <a:buNone/>
              <a:defRPr>
                <a:solidFill>
                  <a:schemeClr val="accent1"/>
                </a:solidFill>
              </a:defRPr>
            </a:lvl4pPr>
            <a:lvl5pPr lvl="4" algn="ctr" rtl="0">
              <a:spcBef>
                <a:spcPts val="0"/>
              </a:spcBef>
              <a:spcAft>
                <a:spcPts val="0"/>
              </a:spcAft>
              <a:buClr>
                <a:schemeClr val="accent1"/>
              </a:buClr>
              <a:buSzPts val="2800"/>
              <a:buNone/>
              <a:defRPr>
                <a:solidFill>
                  <a:schemeClr val="accent1"/>
                </a:solidFill>
              </a:defRPr>
            </a:lvl5pPr>
            <a:lvl6pPr lvl="5" algn="ctr" rtl="0">
              <a:spcBef>
                <a:spcPts val="0"/>
              </a:spcBef>
              <a:spcAft>
                <a:spcPts val="0"/>
              </a:spcAft>
              <a:buClr>
                <a:schemeClr val="accent1"/>
              </a:buClr>
              <a:buSzPts val="2800"/>
              <a:buNone/>
              <a:defRPr>
                <a:solidFill>
                  <a:schemeClr val="accent1"/>
                </a:solidFill>
              </a:defRPr>
            </a:lvl6pPr>
            <a:lvl7pPr lvl="6" algn="ctr" rtl="0">
              <a:spcBef>
                <a:spcPts val="0"/>
              </a:spcBef>
              <a:spcAft>
                <a:spcPts val="0"/>
              </a:spcAft>
              <a:buClr>
                <a:schemeClr val="accent1"/>
              </a:buClr>
              <a:buSzPts val="2800"/>
              <a:buNone/>
              <a:defRPr>
                <a:solidFill>
                  <a:schemeClr val="accent1"/>
                </a:solidFill>
              </a:defRPr>
            </a:lvl7pPr>
            <a:lvl8pPr lvl="7" algn="ctr" rtl="0">
              <a:spcBef>
                <a:spcPts val="0"/>
              </a:spcBef>
              <a:spcAft>
                <a:spcPts val="0"/>
              </a:spcAft>
              <a:buClr>
                <a:schemeClr val="accent1"/>
              </a:buClr>
              <a:buSzPts val="2800"/>
              <a:buNone/>
              <a:defRPr>
                <a:solidFill>
                  <a:schemeClr val="accent1"/>
                </a:solidFill>
              </a:defRPr>
            </a:lvl8pPr>
            <a:lvl9pPr lvl="8" algn="ctr" rtl="0">
              <a:spcBef>
                <a:spcPts val="0"/>
              </a:spcBef>
              <a:spcAft>
                <a:spcPts val="0"/>
              </a:spcAft>
              <a:buClr>
                <a:schemeClr val="accent1"/>
              </a:buClr>
              <a:buSzPts val="2800"/>
              <a:buNone/>
              <a:defRPr>
                <a:solidFill>
                  <a:schemeClr val="accent1"/>
                </a:solidFill>
              </a:defRPr>
            </a:lvl9pPr>
          </a:lstStyle>
          <a:p/>
        </p:txBody>
      </p:sp>
      <p:sp>
        <p:nvSpPr>
          <p:cNvPr id="215" name="Google Shape;215;p20"/>
          <p:cNvSpPr/>
          <p:nvPr/>
        </p:nvSpPr>
        <p:spPr>
          <a:xfrm>
            <a:off x="-2847330" y="-14203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6" name="Google Shape;216;p20"/>
          <p:cNvSpPr/>
          <p:nvPr/>
        </p:nvSpPr>
        <p:spPr>
          <a:xfrm>
            <a:off x="-7178425" y="-142037"/>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7" name="Google Shape;217;p20"/>
          <p:cNvSpPr/>
          <p:nvPr/>
        </p:nvSpPr>
        <p:spPr>
          <a:xfrm>
            <a:off x="-208572" y="4172297"/>
            <a:ext cx="1323290" cy="11877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18" name="Google Shape;218;p20"/>
          <p:cNvSpPr/>
          <p:nvPr/>
        </p:nvSpPr>
        <p:spPr>
          <a:xfrm flipH="1">
            <a:off x="-61237" y="-87777"/>
            <a:ext cx="1265338" cy="1136352"/>
          </a:xfrm>
          <a:custGeom>
            <a:avLst/>
            <a:gdLst/>
            <a:ahLst/>
            <a:cxnLst/>
            <a:rect l="l" t="t" r="r" b="b"/>
            <a:pathLst>
              <a:path w="101552" h="91200" extrusionOk="0">
                <a:moveTo>
                  <a:pt x="67692" y="1316"/>
                </a:moveTo>
                <a:cubicBezTo>
                  <a:pt x="73007" y="1316"/>
                  <a:pt x="77954" y="4172"/>
                  <a:pt x="80612" y="8774"/>
                </a:cubicBezTo>
                <a:lnTo>
                  <a:pt x="97524" y="38071"/>
                </a:lnTo>
                <a:cubicBezTo>
                  <a:pt x="100182" y="42673"/>
                  <a:pt x="100182" y="48388"/>
                  <a:pt x="97524" y="52990"/>
                </a:cubicBezTo>
                <a:lnTo>
                  <a:pt x="80612" y="82284"/>
                </a:lnTo>
                <a:cubicBezTo>
                  <a:pt x="77954" y="86886"/>
                  <a:pt x="73007" y="89745"/>
                  <a:pt x="67697" y="89745"/>
                </a:cubicBezTo>
                <a:cubicBezTo>
                  <a:pt x="64882" y="89699"/>
                  <a:pt x="62259" y="89681"/>
                  <a:pt x="59813" y="89681"/>
                </a:cubicBezTo>
                <a:cubicBezTo>
                  <a:pt x="55192" y="89681"/>
                  <a:pt x="51207" y="89745"/>
                  <a:pt x="47771" y="89800"/>
                </a:cubicBezTo>
                <a:lnTo>
                  <a:pt x="47241" y="89805"/>
                </a:lnTo>
                <a:cubicBezTo>
                  <a:pt x="44571" y="89847"/>
                  <a:pt x="42219" y="89885"/>
                  <a:pt x="40130" y="89885"/>
                </a:cubicBezTo>
                <a:cubicBezTo>
                  <a:pt x="33498" y="89885"/>
                  <a:pt x="29519" y="89506"/>
                  <a:pt x="26414" y="87711"/>
                </a:cubicBezTo>
                <a:cubicBezTo>
                  <a:pt x="22327" y="85351"/>
                  <a:pt x="19610" y="80457"/>
                  <a:pt x="14187" y="70715"/>
                </a:cubicBezTo>
                <a:lnTo>
                  <a:pt x="14163" y="70665"/>
                </a:lnTo>
                <a:cubicBezTo>
                  <a:pt x="11560" y="65984"/>
                  <a:pt x="8319" y="60160"/>
                  <a:pt x="4023" y="52985"/>
                </a:cubicBezTo>
                <a:cubicBezTo>
                  <a:pt x="1372" y="48384"/>
                  <a:pt x="1372" y="42668"/>
                  <a:pt x="4028" y="38071"/>
                </a:cubicBezTo>
                <a:lnTo>
                  <a:pt x="20941" y="8774"/>
                </a:lnTo>
                <a:cubicBezTo>
                  <a:pt x="23598" y="4172"/>
                  <a:pt x="28547" y="1316"/>
                  <a:pt x="33861" y="1316"/>
                </a:cubicBezTo>
                <a:close/>
                <a:moveTo>
                  <a:pt x="33861" y="0"/>
                </a:moveTo>
                <a:cubicBezTo>
                  <a:pt x="28081" y="0"/>
                  <a:pt x="22693" y="3108"/>
                  <a:pt x="19804" y="8115"/>
                </a:cubicBezTo>
                <a:lnTo>
                  <a:pt x="2886" y="37413"/>
                </a:lnTo>
                <a:cubicBezTo>
                  <a:pt x="0" y="42421"/>
                  <a:pt x="0" y="48640"/>
                  <a:pt x="2891" y="53648"/>
                </a:cubicBezTo>
                <a:lnTo>
                  <a:pt x="2895" y="53653"/>
                </a:lnTo>
                <a:cubicBezTo>
                  <a:pt x="7200" y="60853"/>
                  <a:pt x="10436" y="66672"/>
                  <a:pt x="13035" y="71348"/>
                </a:cubicBezTo>
                <a:lnTo>
                  <a:pt x="13039" y="71352"/>
                </a:lnTo>
                <a:cubicBezTo>
                  <a:pt x="17973" y="80225"/>
                  <a:pt x="20694" y="85114"/>
                  <a:pt x="24227" y="87880"/>
                </a:cubicBezTo>
                <a:cubicBezTo>
                  <a:pt x="25128" y="88583"/>
                  <a:pt x="26068" y="89136"/>
                  <a:pt x="27101" y="89581"/>
                </a:cubicBezTo>
                <a:cubicBezTo>
                  <a:pt x="28121" y="90017"/>
                  <a:pt x="29239" y="90349"/>
                  <a:pt x="30522" y="90591"/>
                </a:cubicBezTo>
                <a:cubicBezTo>
                  <a:pt x="32792" y="91027"/>
                  <a:pt x="35544" y="91200"/>
                  <a:pt x="40016" y="91200"/>
                </a:cubicBezTo>
                <a:cubicBezTo>
                  <a:pt x="42119" y="91200"/>
                  <a:pt x="44450" y="91166"/>
                  <a:pt x="47152" y="91120"/>
                </a:cubicBezTo>
                <a:lnTo>
                  <a:pt x="47379" y="91120"/>
                </a:lnTo>
                <a:cubicBezTo>
                  <a:pt x="50902" y="91061"/>
                  <a:pt x="54990" y="90997"/>
                  <a:pt x="59759" y="90997"/>
                </a:cubicBezTo>
                <a:cubicBezTo>
                  <a:pt x="62214" y="90997"/>
                  <a:pt x="64856" y="91012"/>
                  <a:pt x="67686" y="91061"/>
                </a:cubicBezTo>
                <a:lnTo>
                  <a:pt x="67692" y="91061"/>
                </a:lnTo>
                <a:cubicBezTo>
                  <a:pt x="73471" y="91061"/>
                  <a:pt x="78860" y="87948"/>
                  <a:pt x="81749" y="82942"/>
                </a:cubicBezTo>
                <a:lnTo>
                  <a:pt x="98663" y="53648"/>
                </a:lnTo>
                <a:cubicBezTo>
                  <a:pt x="101552" y="48640"/>
                  <a:pt x="101552" y="42421"/>
                  <a:pt x="98663" y="37413"/>
                </a:cubicBezTo>
                <a:lnTo>
                  <a:pt x="81749" y="8115"/>
                </a:lnTo>
                <a:cubicBezTo>
                  <a:pt x="78860" y="3108"/>
                  <a:pt x="73471" y="0"/>
                  <a:pt x="67692" y="0"/>
                </a:cubicBezTo>
                <a:close/>
              </a:path>
            </a:pathLst>
          </a:cu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9" name="Google Shape;219;p20"/>
          <p:cNvSpPr/>
          <p:nvPr/>
        </p:nvSpPr>
        <p:spPr>
          <a:xfrm>
            <a:off x="791962" y="3512559"/>
            <a:ext cx="811732" cy="728595"/>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00216E"/>
              </a:gs>
              <a:gs pos="100000">
                <a:srgbClr val="E20030"/>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20" name="Google Shape;220;p20"/>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21" name="Google Shape;221;p20"/>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rtl="0">
              <a:buNone/>
              <a:defRPr sz="1600" b="1"/>
            </a:lvl1pPr>
            <a:lvl2pPr lvl="1" rtl="0">
              <a:buNone/>
              <a:defRPr sz="1600" b="1"/>
            </a:lvl2pPr>
            <a:lvl3pPr lvl="2" rtl="0">
              <a:buNone/>
              <a:defRPr sz="1600" b="1"/>
            </a:lvl3pPr>
            <a:lvl4pPr lvl="3" rtl="0">
              <a:buNone/>
              <a:defRPr sz="1600" b="1"/>
            </a:lvl4pPr>
            <a:lvl5pPr lvl="4" rtl="0">
              <a:buNone/>
              <a:defRPr sz="1600" b="1"/>
            </a:lvl5pPr>
            <a:lvl6pPr lvl="5" rtl="0">
              <a:buNone/>
              <a:defRPr sz="1600" b="1"/>
            </a:lvl6pPr>
            <a:lvl7pPr lvl="6" rtl="0">
              <a:buNone/>
              <a:defRPr sz="1600" b="1"/>
            </a:lvl7pPr>
            <a:lvl8pPr lvl="7" rtl="0">
              <a:buNone/>
              <a:defRPr sz="1600" b="1"/>
            </a:lvl8pPr>
            <a:lvl9pPr lvl="8" rtl="0">
              <a:buNone/>
              <a:defRPr sz="1600" b="1"/>
            </a:lvl9pPr>
          </a:lstStyle>
          <a:p>
            <a:pPr marL="0" lvl="0" indent="0" algn="ct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1">
  <p:cSld name="CUSTOM_18">
    <p:bg>
      <p:bgPr>
        <a:gradFill>
          <a:gsLst>
            <a:gs pos="0">
              <a:srgbClr val="E20030"/>
            </a:gs>
            <a:gs pos="100000">
              <a:srgbClr val="00216E"/>
            </a:gs>
          </a:gsLst>
          <a:lin ang="2698631" scaled="0"/>
        </a:gradFill>
        <a:effectLst/>
      </p:bgPr>
    </p:bg>
    <p:spTree>
      <p:nvGrpSpPr>
        <p:cNvPr id="222" name="Shape 222"/>
        <p:cNvGrpSpPr/>
        <p:nvPr/>
      </p:nvGrpSpPr>
      <p:grpSpPr>
        <a:xfrm>
          <a:off x="0" y="0"/>
          <a:ext cx="0" cy="0"/>
          <a:chOff x="0" y="0"/>
          <a:chExt cx="0" cy="0"/>
        </a:xfrm>
      </p:grpSpPr>
      <p:sp>
        <p:nvSpPr>
          <p:cNvPr id="223" name="Google Shape;223;p21"/>
          <p:cNvSpPr/>
          <p:nvPr/>
        </p:nvSpPr>
        <p:spPr>
          <a:xfrm flipH="1">
            <a:off x="688178" y="-142025"/>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4" name="Google Shape;224;p21"/>
          <p:cNvSpPr/>
          <p:nvPr/>
        </p:nvSpPr>
        <p:spPr>
          <a:xfrm flipH="1">
            <a:off x="1205982" y="-142025"/>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5" name="Google Shape;225;p21"/>
          <p:cNvSpPr/>
          <p:nvPr/>
        </p:nvSpPr>
        <p:spPr>
          <a:xfrm>
            <a:off x="1723778" y="-142025"/>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6" name="Google Shape;226;p21"/>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27" name="Google Shape;227;p21"/>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GB"/>
            </a:fld>
            <a:endParaRPr sz="1600"/>
          </a:p>
        </p:txBody>
      </p:sp>
      <p:sp>
        <p:nvSpPr>
          <p:cNvPr id="228" name="Google Shape;228;p21"/>
          <p:cNvSpPr txBox="1"/>
          <p:nvPr>
            <p:ph type="subTitle" idx="1"/>
          </p:nvPr>
        </p:nvSpPr>
        <p:spPr>
          <a:xfrm flipH="1">
            <a:off x="3706075" y="3736775"/>
            <a:ext cx="4724700" cy="794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000"/>
              <a:buNone/>
              <a:defRPr sz="1400"/>
            </a:lvl1pPr>
            <a:lvl2pPr lvl="1" algn="r" rtl="0">
              <a:lnSpc>
                <a:spcPct val="100000"/>
              </a:lnSpc>
              <a:spcBef>
                <a:spcPts val="0"/>
              </a:spcBef>
              <a:spcAft>
                <a:spcPts val="0"/>
              </a:spcAft>
              <a:buSzPts val="2000"/>
              <a:buNone/>
              <a:defRPr sz="2000"/>
            </a:lvl2pPr>
            <a:lvl3pPr lvl="2" algn="r" rtl="0">
              <a:lnSpc>
                <a:spcPct val="100000"/>
              </a:lnSpc>
              <a:spcBef>
                <a:spcPts val="0"/>
              </a:spcBef>
              <a:spcAft>
                <a:spcPts val="0"/>
              </a:spcAft>
              <a:buSzPts val="2000"/>
              <a:buNone/>
              <a:defRPr sz="2000"/>
            </a:lvl3pPr>
            <a:lvl4pPr lvl="3" algn="r" rtl="0">
              <a:lnSpc>
                <a:spcPct val="100000"/>
              </a:lnSpc>
              <a:spcBef>
                <a:spcPts val="0"/>
              </a:spcBef>
              <a:spcAft>
                <a:spcPts val="0"/>
              </a:spcAft>
              <a:buSzPts val="2000"/>
              <a:buNone/>
              <a:defRPr sz="2000"/>
            </a:lvl4pPr>
            <a:lvl5pPr lvl="4" algn="r" rtl="0">
              <a:lnSpc>
                <a:spcPct val="100000"/>
              </a:lnSpc>
              <a:spcBef>
                <a:spcPts val="0"/>
              </a:spcBef>
              <a:spcAft>
                <a:spcPts val="0"/>
              </a:spcAft>
              <a:buSzPts val="2000"/>
              <a:buNone/>
              <a:defRPr sz="2000"/>
            </a:lvl5pPr>
            <a:lvl6pPr lvl="5" algn="r" rtl="0">
              <a:lnSpc>
                <a:spcPct val="100000"/>
              </a:lnSpc>
              <a:spcBef>
                <a:spcPts val="0"/>
              </a:spcBef>
              <a:spcAft>
                <a:spcPts val="0"/>
              </a:spcAft>
              <a:buSzPts val="2000"/>
              <a:buNone/>
              <a:defRPr sz="2000"/>
            </a:lvl6pPr>
            <a:lvl7pPr lvl="6" algn="r" rtl="0">
              <a:lnSpc>
                <a:spcPct val="100000"/>
              </a:lnSpc>
              <a:spcBef>
                <a:spcPts val="0"/>
              </a:spcBef>
              <a:spcAft>
                <a:spcPts val="0"/>
              </a:spcAft>
              <a:buSzPts val="2000"/>
              <a:buNone/>
              <a:defRPr sz="2000"/>
            </a:lvl7pPr>
            <a:lvl8pPr lvl="7" algn="r" rtl="0">
              <a:lnSpc>
                <a:spcPct val="100000"/>
              </a:lnSpc>
              <a:spcBef>
                <a:spcPts val="0"/>
              </a:spcBef>
              <a:spcAft>
                <a:spcPts val="0"/>
              </a:spcAft>
              <a:buSzPts val="2000"/>
              <a:buNone/>
              <a:defRPr sz="2000"/>
            </a:lvl8pPr>
            <a:lvl9pPr lvl="8" algn="r" rtl="0">
              <a:lnSpc>
                <a:spcPct val="100000"/>
              </a:lnSpc>
              <a:spcBef>
                <a:spcPts val="0"/>
              </a:spcBef>
              <a:spcAft>
                <a:spcPts val="0"/>
              </a:spcAft>
              <a:buSzPts val="2000"/>
              <a:buNone/>
              <a:defRPr sz="2000"/>
            </a:lvl9pPr>
          </a:lstStyle>
          <a:p/>
        </p:txBody>
      </p:sp>
      <p:sp>
        <p:nvSpPr>
          <p:cNvPr id="229" name="Google Shape;229;p21"/>
          <p:cNvSpPr txBox="1"/>
          <p:nvPr>
            <p:ph type="title"/>
          </p:nvPr>
        </p:nvSpPr>
        <p:spPr>
          <a:xfrm flipH="1">
            <a:off x="2749075" y="2647775"/>
            <a:ext cx="5681700" cy="1089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200"/>
              <a:buNone/>
              <a:defRPr/>
            </a:lvl1pPr>
            <a:lvl2pPr lvl="1" algn="r" rtl="0">
              <a:spcBef>
                <a:spcPts val="0"/>
              </a:spcBef>
              <a:spcAft>
                <a:spcPts val="0"/>
              </a:spcAft>
              <a:buClr>
                <a:schemeClr val="accent1"/>
              </a:buClr>
              <a:buSzPts val="3200"/>
              <a:buNone/>
              <a:defRPr sz="3200">
                <a:solidFill>
                  <a:schemeClr val="accent1"/>
                </a:solidFill>
              </a:defRPr>
            </a:lvl2pPr>
            <a:lvl3pPr lvl="2" algn="r" rtl="0">
              <a:spcBef>
                <a:spcPts val="0"/>
              </a:spcBef>
              <a:spcAft>
                <a:spcPts val="0"/>
              </a:spcAft>
              <a:buClr>
                <a:schemeClr val="accent1"/>
              </a:buClr>
              <a:buSzPts val="3200"/>
              <a:buNone/>
              <a:defRPr sz="3200">
                <a:solidFill>
                  <a:schemeClr val="accent1"/>
                </a:solidFill>
              </a:defRPr>
            </a:lvl3pPr>
            <a:lvl4pPr lvl="3" algn="r" rtl="0">
              <a:spcBef>
                <a:spcPts val="0"/>
              </a:spcBef>
              <a:spcAft>
                <a:spcPts val="0"/>
              </a:spcAft>
              <a:buClr>
                <a:schemeClr val="accent1"/>
              </a:buClr>
              <a:buSzPts val="3200"/>
              <a:buNone/>
              <a:defRPr sz="3200">
                <a:solidFill>
                  <a:schemeClr val="accent1"/>
                </a:solidFill>
              </a:defRPr>
            </a:lvl4pPr>
            <a:lvl5pPr lvl="4" algn="r" rtl="0">
              <a:spcBef>
                <a:spcPts val="0"/>
              </a:spcBef>
              <a:spcAft>
                <a:spcPts val="0"/>
              </a:spcAft>
              <a:buClr>
                <a:schemeClr val="accent1"/>
              </a:buClr>
              <a:buSzPts val="3200"/>
              <a:buNone/>
              <a:defRPr sz="3200">
                <a:solidFill>
                  <a:schemeClr val="accent1"/>
                </a:solidFill>
              </a:defRPr>
            </a:lvl5pPr>
            <a:lvl6pPr lvl="5" algn="r" rtl="0">
              <a:spcBef>
                <a:spcPts val="0"/>
              </a:spcBef>
              <a:spcAft>
                <a:spcPts val="0"/>
              </a:spcAft>
              <a:buClr>
                <a:schemeClr val="accent1"/>
              </a:buClr>
              <a:buSzPts val="3200"/>
              <a:buNone/>
              <a:defRPr sz="3200">
                <a:solidFill>
                  <a:schemeClr val="accent1"/>
                </a:solidFill>
              </a:defRPr>
            </a:lvl6pPr>
            <a:lvl7pPr lvl="6" algn="r" rtl="0">
              <a:spcBef>
                <a:spcPts val="0"/>
              </a:spcBef>
              <a:spcAft>
                <a:spcPts val="0"/>
              </a:spcAft>
              <a:buClr>
                <a:schemeClr val="accent1"/>
              </a:buClr>
              <a:buSzPts val="3200"/>
              <a:buNone/>
              <a:defRPr sz="3200">
                <a:solidFill>
                  <a:schemeClr val="accent1"/>
                </a:solidFill>
              </a:defRPr>
            </a:lvl7pPr>
            <a:lvl8pPr lvl="7" algn="r" rtl="0">
              <a:spcBef>
                <a:spcPts val="0"/>
              </a:spcBef>
              <a:spcAft>
                <a:spcPts val="0"/>
              </a:spcAft>
              <a:buClr>
                <a:schemeClr val="accent1"/>
              </a:buClr>
              <a:buSzPts val="3200"/>
              <a:buNone/>
              <a:defRPr sz="3200">
                <a:solidFill>
                  <a:schemeClr val="accent1"/>
                </a:solidFill>
              </a:defRPr>
            </a:lvl8pPr>
            <a:lvl9pPr lvl="8" algn="r" rtl="0">
              <a:spcBef>
                <a:spcPts val="0"/>
              </a:spcBef>
              <a:spcAft>
                <a:spcPts val="0"/>
              </a:spcAft>
              <a:buClr>
                <a:schemeClr val="accent1"/>
              </a:buClr>
              <a:buSzPts val="3200"/>
              <a:buNone/>
              <a:defRPr sz="3200">
                <a:solidFill>
                  <a:schemeClr val="accent1"/>
                </a:solidFill>
              </a:defRPr>
            </a:lvl9pPr>
          </a:lstStyle>
          <a:p/>
        </p:txBody>
      </p:sp>
      <p:sp>
        <p:nvSpPr>
          <p:cNvPr id="230" name="Google Shape;230;p21"/>
          <p:cNvSpPr/>
          <p:nvPr/>
        </p:nvSpPr>
        <p:spPr>
          <a:xfrm flipH="1">
            <a:off x="200906" y="38446"/>
            <a:ext cx="1024629" cy="919688"/>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31" name="Google Shape;231;p21"/>
          <p:cNvSpPr/>
          <p:nvPr/>
        </p:nvSpPr>
        <p:spPr>
          <a:xfrm flipH="1">
            <a:off x="-633353" y="3748900"/>
            <a:ext cx="1714779" cy="1538926"/>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32" name="Google Shape;232;p21"/>
          <p:cNvSpPr/>
          <p:nvPr/>
        </p:nvSpPr>
        <p:spPr>
          <a:xfrm flipH="1">
            <a:off x="298869" y="539500"/>
            <a:ext cx="1872181" cy="1680207"/>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00216E">
                  <a:alpha val="21568"/>
                </a:srgbClr>
              </a:gs>
              <a:gs pos="100000">
                <a:srgbClr val="E20030">
                  <a:alpha val="23137"/>
                </a:srgbClr>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2">
  <p:cSld name="CUSTOM_18_1">
    <p:bg>
      <p:bgPr>
        <a:gradFill>
          <a:gsLst>
            <a:gs pos="0">
              <a:srgbClr val="E20030"/>
            </a:gs>
            <a:gs pos="100000">
              <a:srgbClr val="00216E"/>
            </a:gs>
          </a:gsLst>
          <a:lin ang="13500032" scaled="0"/>
        </a:gradFill>
        <a:effectLst/>
      </p:bgPr>
    </p:bg>
    <p:spTree>
      <p:nvGrpSpPr>
        <p:cNvPr id="233" name="Shape 233"/>
        <p:cNvGrpSpPr/>
        <p:nvPr/>
      </p:nvGrpSpPr>
      <p:grpSpPr>
        <a:xfrm>
          <a:off x="0" y="0"/>
          <a:ext cx="0" cy="0"/>
          <a:chOff x="0" y="0"/>
          <a:chExt cx="0" cy="0"/>
        </a:xfrm>
      </p:grpSpPr>
      <p:sp>
        <p:nvSpPr>
          <p:cNvPr id="234" name="Google Shape;234;p22"/>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35" name="Google Shape;235;p22"/>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rtl="0">
              <a:buNone/>
              <a:defRPr sz="1600" b="1"/>
            </a:lvl1pPr>
            <a:lvl2pPr lvl="1" rtl="0">
              <a:buNone/>
              <a:defRPr sz="1600" b="1"/>
            </a:lvl2pPr>
            <a:lvl3pPr lvl="2" rtl="0">
              <a:buNone/>
              <a:defRPr sz="1600" b="1"/>
            </a:lvl3pPr>
            <a:lvl4pPr lvl="3" rtl="0">
              <a:buNone/>
              <a:defRPr sz="1600" b="1"/>
            </a:lvl4pPr>
            <a:lvl5pPr lvl="4" rtl="0">
              <a:buNone/>
              <a:defRPr sz="1600" b="1"/>
            </a:lvl5pPr>
            <a:lvl6pPr lvl="5" rtl="0">
              <a:buNone/>
              <a:defRPr sz="1600" b="1"/>
            </a:lvl6pPr>
            <a:lvl7pPr lvl="6" rtl="0">
              <a:buNone/>
              <a:defRPr sz="1600" b="1"/>
            </a:lvl7pPr>
            <a:lvl8pPr lvl="7" rtl="0">
              <a:buNone/>
              <a:defRPr sz="1600" b="1"/>
            </a:lvl8pPr>
            <a:lvl9pPr lvl="8" rtl="0">
              <a:buNone/>
              <a:defRPr sz="1600" b="1"/>
            </a:lvl9pPr>
          </a:lstStyle>
          <a:p>
            <a:pPr marL="0" lvl="0" indent="0" algn="ctr" rtl="0">
              <a:spcBef>
                <a:spcPts val="0"/>
              </a:spcBef>
              <a:spcAft>
                <a:spcPts val="0"/>
              </a:spcAft>
              <a:buNone/>
            </a:pPr>
            <a:fld id="{00000000-1234-1234-1234-123412341234}" type="slidenum">
              <a:rPr lang="en-GB"/>
            </a:fld>
            <a:endParaRPr lang="en-GB"/>
          </a:p>
        </p:txBody>
      </p:sp>
      <p:sp>
        <p:nvSpPr>
          <p:cNvPr id="236" name="Google Shape;236;p22"/>
          <p:cNvSpPr/>
          <p:nvPr/>
        </p:nvSpPr>
        <p:spPr>
          <a:xfrm rot="10800000">
            <a:off x="3097133" y="-142063"/>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00216E">
                  <a:alpha val="34509"/>
                  <a:alpha val="40780"/>
                </a:srgbClr>
              </a:gs>
              <a:gs pos="48000">
                <a:srgbClr val="00216E">
                  <a:alpha val="34509"/>
                  <a:alpha val="40780"/>
                </a:srgbClr>
              </a:gs>
              <a:gs pos="100000">
                <a:srgbClr val="00216E">
                  <a:alpha val="34509"/>
                  <a:alpha val="4078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7" name="Google Shape;237;p22"/>
          <p:cNvSpPr/>
          <p:nvPr/>
        </p:nvSpPr>
        <p:spPr>
          <a:xfrm rot="10800000">
            <a:off x="2579329" y="-142063"/>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00216E">
                  <a:alpha val="34509"/>
                  <a:alpha val="17320"/>
                </a:srgbClr>
              </a:gs>
              <a:gs pos="48000">
                <a:srgbClr val="00216E">
                  <a:alpha val="34509"/>
                  <a:alpha val="17320"/>
                </a:srgbClr>
              </a:gs>
              <a:gs pos="100000">
                <a:srgbClr val="00216E">
                  <a:alpha val="34509"/>
                  <a:alpha val="173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8" name="Google Shape;238;p22"/>
          <p:cNvSpPr/>
          <p:nvPr/>
        </p:nvSpPr>
        <p:spPr>
          <a:xfrm>
            <a:off x="-1751772" y="-142025"/>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9" name="Google Shape;239;p22"/>
          <p:cNvSpPr txBox="1"/>
          <p:nvPr>
            <p:ph type="subTitle" idx="1"/>
          </p:nvPr>
        </p:nvSpPr>
        <p:spPr>
          <a:xfrm flipH="1">
            <a:off x="713186" y="3899750"/>
            <a:ext cx="6294600" cy="565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None/>
              <a:defRPr sz="1400"/>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
        <p:nvSpPr>
          <p:cNvPr id="240" name="Google Shape;240;p22"/>
          <p:cNvSpPr txBox="1"/>
          <p:nvPr>
            <p:ph type="title"/>
          </p:nvPr>
        </p:nvSpPr>
        <p:spPr>
          <a:xfrm flipH="1">
            <a:off x="713225" y="3247475"/>
            <a:ext cx="6294600" cy="565500"/>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None/>
              <a:defRPr/>
            </a:lvl1pPr>
            <a:lvl2pPr lvl="1" rtl="0">
              <a:spcBef>
                <a:spcPts val="0"/>
              </a:spcBef>
              <a:spcAft>
                <a:spcPts val="0"/>
              </a:spcAft>
              <a:buClr>
                <a:schemeClr val="accent1"/>
              </a:buClr>
              <a:buSzPts val="3200"/>
              <a:buNone/>
              <a:defRPr sz="3200">
                <a:solidFill>
                  <a:schemeClr val="accent1"/>
                </a:solidFill>
              </a:defRPr>
            </a:lvl2pPr>
            <a:lvl3pPr lvl="2" rtl="0">
              <a:spcBef>
                <a:spcPts val="0"/>
              </a:spcBef>
              <a:spcAft>
                <a:spcPts val="0"/>
              </a:spcAft>
              <a:buClr>
                <a:schemeClr val="accent1"/>
              </a:buClr>
              <a:buSzPts val="3200"/>
              <a:buNone/>
              <a:defRPr sz="3200">
                <a:solidFill>
                  <a:schemeClr val="accent1"/>
                </a:solidFill>
              </a:defRPr>
            </a:lvl3pPr>
            <a:lvl4pPr lvl="3" rtl="0">
              <a:spcBef>
                <a:spcPts val="0"/>
              </a:spcBef>
              <a:spcAft>
                <a:spcPts val="0"/>
              </a:spcAft>
              <a:buClr>
                <a:schemeClr val="accent1"/>
              </a:buClr>
              <a:buSzPts val="3200"/>
              <a:buNone/>
              <a:defRPr sz="3200">
                <a:solidFill>
                  <a:schemeClr val="accent1"/>
                </a:solidFill>
              </a:defRPr>
            </a:lvl4pPr>
            <a:lvl5pPr lvl="4" rtl="0">
              <a:spcBef>
                <a:spcPts val="0"/>
              </a:spcBef>
              <a:spcAft>
                <a:spcPts val="0"/>
              </a:spcAft>
              <a:buClr>
                <a:schemeClr val="accent1"/>
              </a:buClr>
              <a:buSzPts val="3200"/>
              <a:buNone/>
              <a:defRPr sz="3200">
                <a:solidFill>
                  <a:schemeClr val="accent1"/>
                </a:solidFill>
              </a:defRPr>
            </a:lvl5pPr>
            <a:lvl6pPr lvl="5" rtl="0">
              <a:spcBef>
                <a:spcPts val="0"/>
              </a:spcBef>
              <a:spcAft>
                <a:spcPts val="0"/>
              </a:spcAft>
              <a:buClr>
                <a:schemeClr val="accent1"/>
              </a:buClr>
              <a:buSzPts val="3200"/>
              <a:buNone/>
              <a:defRPr sz="3200">
                <a:solidFill>
                  <a:schemeClr val="accent1"/>
                </a:solidFill>
              </a:defRPr>
            </a:lvl6pPr>
            <a:lvl7pPr lvl="6" rtl="0">
              <a:spcBef>
                <a:spcPts val="0"/>
              </a:spcBef>
              <a:spcAft>
                <a:spcPts val="0"/>
              </a:spcAft>
              <a:buClr>
                <a:schemeClr val="accent1"/>
              </a:buClr>
              <a:buSzPts val="3200"/>
              <a:buNone/>
              <a:defRPr sz="3200">
                <a:solidFill>
                  <a:schemeClr val="accent1"/>
                </a:solidFill>
              </a:defRPr>
            </a:lvl7pPr>
            <a:lvl8pPr lvl="7" rtl="0">
              <a:spcBef>
                <a:spcPts val="0"/>
              </a:spcBef>
              <a:spcAft>
                <a:spcPts val="0"/>
              </a:spcAft>
              <a:buClr>
                <a:schemeClr val="accent1"/>
              </a:buClr>
              <a:buSzPts val="3200"/>
              <a:buNone/>
              <a:defRPr sz="3200">
                <a:solidFill>
                  <a:schemeClr val="accent1"/>
                </a:solidFill>
              </a:defRPr>
            </a:lvl8pPr>
            <a:lvl9pPr lvl="8" rtl="0">
              <a:spcBef>
                <a:spcPts val="0"/>
              </a:spcBef>
              <a:spcAft>
                <a:spcPts val="0"/>
              </a:spcAft>
              <a:buClr>
                <a:schemeClr val="accent1"/>
              </a:buClr>
              <a:buSzPts val="3200"/>
              <a:buNone/>
              <a:defRPr sz="3200">
                <a:solidFill>
                  <a:schemeClr val="accent1"/>
                </a:solidFill>
              </a:defRPr>
            </a:lvl9pPr>
          </a:lstStyle>
          <a:p/>
        </p:txBody>
      </p:sp>
      <p:sp>
        <p:nvSpPr>
          <p:cNvPr id="241" name="Google Shape;241;p22"/>
          <p:cNvSpPr/>
          <p:nvPr/>
        </p:nvSpPr>
        <p:spPr>
          <a:xfrm>
            <a:off x="8626203" y="383647"/>
            <a:ext cx="1323290" cy="11877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42" name="Google Shape;242;p22"/>
          <p:cNvSpPr/>
          <p:nvPr/>
        </p:nvSpPr>
        <p:spPr>
          <a:xfrm rot="10800000" flipH="1">
            <a:off x="7660709" y="60370"/>
            <a:ext cx="811732" cy="728369"/>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43" name="Google Shape;243;p22"/>
          <p:cNvSpPr/>
          <p:nvPr/>
        </p:nvSpPr>
        <p:spPr>
          <a:xfrm>
            <a:off x="8726174" y="3631713"/>
            <a:ext cx="671483" cy="60271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44" name="Google Shape;244;p22"/>
          <p:cNvSpPr/>
          <p:nvPr/>
        </p:nvSpPr>
        <p:spPr>
          <a:xfrm flipH="1">
            <a:off x="-554810" y="-524849"/>
            <a:ext cx="1389485" cy="1247616"/>
          </a:xfrm>
          <a:custGeom>
            <a:avLst/>
            <a:gdLst/>
            <a:ahLst/>
            <a:cxnLst/>
            <a:rect l="l" t="t" r="r" b="b"/>
            <a:pathLst>
              <a:path w="101552" h="91200" extrusionOk="0">
                <a:moveTo>
                  <a:pt x="67692" y="1316"/>
                </a:moveTo>
                <a:cubicBezTo>
                  <a:pt x="73007" y="1316"/>
                  <a:pt x="77954" y="4172"/>
                  <a:pt x="80612" y="8774"/>
                </a:cubicBezTo>
                <a:lnTo>
                  <a:pt x="97524" y="38071"/>
                </a:lnTo>
                <a:cubicBezTo>
                  <a:pt x="100182" y="42673"/>
                  <a:pt x="100182" y="48388"/>
                  <a:pt x="97524" y="52990"/>
                </a:cubicBezTo>
                <a:lnTo>
                  <a:pt x="80612" y="82284"/>
                </a:lnTo>
                <a:cubicBezTo>
                  <a:pt x="77954" y="86886"/>
                  <a:pt x="73007" y="89745"/>
                  <a:pt x="67697" y="89745"/>
                </a:cubicBezTo>
                <a:cubicBezTo>
                  <a:pt x="64882" y="89699"/>
                  <a:pt x="62259" y="89681"/>
                  <a:pt x="59813" y="89681"/>
                </a:cubicBezTo>
                <a:cubicBezTo>
                  <a:pt x="55192" y="89681"/>
                  <a:pt x="51207" y="89745"/>
                  <a:pt x="47771" y="89800"/>
                </a:cubicBezTo>
                <a:lnTo>
                  <a:pt x="47241" y="89805"/>
                </a:lnTo>
                <a:cubicBezTo>
                  <a:pt x="44571" y="89847"/>
                  <a:pt x="42219" y="89885"/>
                  <a:pt x="40130" y="89885"/>
                </a:cubicBezTo>
                <a:cubicBezTo>
                  <a:pt x="33498" y="89885"/>
                  <a:pt x="29519" y="89506"/>
                  <a:pt x="26414" y="87711"/>
                </a:cubicBezTo>
                <a:cubicBezTo>
                  <a:pt x="22327" y="85351"/>
                  <a:pt x="19610" y="80457"/>
                  <a:pt x="14187" y="70715"/>
                </a:cubicBezTo>
                <a:lnTo>
                  <a:pt x="14163" y="70665"/>
                </a:lnTo>
                <a:cubicBezTo>
                  <a:pt x="11560" y="65984"/>
                  <a:pt x="8319" y="60160"/>
                  <a:pt x="4023" y="52985"/>
                </a:cubicBezTo>
                <a:cubicBezTo>
                  <a:pt x="1372" y="48384"/>
                  <a:pt x="1372" y="42668"/>
                  <a:pt x="4028" y="38071"/>
                </a:cubicBezTo>
                <a:lnTo>
                  <a:pt x="20941" y="8774"/>
                </a:lnTo>
                <a:cubicBezTo>
                  <a:pt x="23598" y="4172"/>
                  <a:pt x="28547" y="1316"/>
                  <a:pt x="33861" y="1316"/>
                </a:cubicBezTo>
                <a:close/>
                <a:moveTo>
                  <a:pt x="33861" y="0"/>
                </a:moveTo>
                <a:cubicBezTo>
                  <a:pt x="28081" y="0"/>
                  <a:pt x="22693" y="3108"/>
                  <a:pt x="19804" y="8115"/>
                </a:cubicBezTo>
                <a:lnTo>
                  <a:pt x="2886" y="37413"/>
                </a:lnTo>
                <a:cubicBezTo>
                  <a:pt x="0" y="42421"/>
                  <a:pt x="0" y="48640"/>
                  <a:pt x="2891" y="53648"/>
                </a:cubicBezTo>
                <a:lnTo>
                  <a:pt x="2895" y="53653"/>
                </a:lnTo>
                <a:cubicBezTo>
                  <a:pt x="7200" y="60853"/>
                  <a:pt x="10436" y="66672"/>
                  <a:pt x="13035" y="71348"/>
                </a:cubicBezTo>
                <a:lnTo>
                  <a:pt x="13039" y="71352"/>
                </a:lnTo>
                <a:cubicBezTo>
                  <a:pt x="17973" y="80225"/>
                  <a:pt x="20694" y="85114"/>
                  <a:pt x="24227" y="87880"/>
                </a:cubicBezTo>
                <a:cubicBezTo>
                  <a:pt x="25128" y="88583"/>
                  <a:pt x="26068" y="89136"/>
                  <a:pt x="27101" y="89581"/>
                </a:cubicBezTo>
                <a:cubicBezTo>
                  <a:pt x="28121" y="90017"/>
                  <a:pt x="29239" y="90349"/>
                  <a:pt x="30522" y="90591"/>
                </a:cubicBezTo>
                <a:cubicBezTo>
                  <a:pt x="32792" y="91027"/>
                  <a:pt x="35544" y="91200"/>
                  <a:pt x="40016" y="91200"/>
                </a:cubicBezTo>
                <a:cubicBezTo>
                  <a:pt x="42119" y="91200"/>
                  <a:pt x="44450" y="91166"/>
                  <a:pt x="47152" y="91120"/>
                </a:cubicBezTo>
                <a:lnTo>
                  <a:pt x="47379" y="91120"/>
                </a:lnTo>
                <a:cubicBezTo>
                  <a:pt x="50902" y="91061"/>
                  <a:pt x="54990" y="90997"/>
                  <a:pt x="59759" y="90997"/>
                </a:cubicBezTo>
                <a:cubicBezTo>
                  <a:pt x="62214" y="90997"/>
                  <a:pt x="64856" y="91012"/>
                  <a:pt x="67686" y="91061"/>
                </a:cubicBezTo>
                <a:lnTo>
                  <a:pt x="67692" y="91061"/>
                </a:lnTo>
                <a:cubicBezTo>
                  <a:pt x="73471" y="91061"/>
                  <a:pt x="78860" y="87948"/>
                  <a:pt x="81749" y="82942"/>
                </a:cubicBezTo>
                <a:lnTo>
                  <a:pt x="98663" y="53648"/>
                </a:lnTo>
                <a:cubicBezTo>
                  <a:pt x="101552" y="48640"/>
                  <a:pt x="101552" y="42421"/>
                  <a:pt x="98663" y="37413"/>
                </a:cubicBezTo>
                <a:lnTo>
                  <a:pt x="81749" y="8115"/>
                </a:lnTo>
                <a:cubicBezTo>
                  <a:pt x="78860" y="3108"/>
                  <a:pt x="73471" y="0"/>
                  <a:pt x="67692" y="0"/>
                </a:cubicBezTo>
                <a:close/>
              </a:path>
            </a:pathLst>
          </a:cu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3">
  <p:cSld name="CUSTOM_18_1_1">
    <p:bg>
      <p:bgPr>
        <a:gradFill>
          <a:gsLst>
            <a:gs pos="0">
              <a:srgbClr val="E20030"/>
            </a:gs>
            <a:gs pos="100000">
              <a:srgbClr val="00216E"/>
            </a:gs>
          </a:gsLst>
          <a:lin ang="13500032" scaled="0"/>
        </a:gradFill>
        <a:effectLst/>
      </p:bgPr>
    </p:bg>
    <p:spTree>
      <p:nvGrpSpPr>
        <p:cNvPr id="245" name="Shape 245"/>
        <p:cNvGrpSpPr/>
        <p:nvPr/>
      </p:nvGrpSpPr>
      <p:grpSpPr>
        <a:xfrm>
          <a:off x="0" y="0"/>
          <a:ext cx="0" cy="0"/>
          <a:chOff x="0" y="0"/>
          <a:chExt cx="0" cy="0"/>
        </a:xfrm>
      </p:grpSpPr>
      <p:sp>
        <p:nvSpPr>
          <p:cNvPr id="246" name="Google Shape;246;p23"/>
          <p:cNvSpPr/>
          <p:nvPr/>
        </p:nvSpPr>
        <p:spPr>
          <a:xfrm flipH="1">
            <a:off x="0"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7" name="Google Shape;247;p23"/>
          <p:cNvSpPr/>
          <p:nvPr/>
        </p:nvSpPr>
        <p:spPr>
          <a:xfrm flipH="1">
            <a:off x="517804"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8" name="Google Shape;248;p23"/>
          <p:cNvSpPr/>
          <p:nvPr/>
        </p:nvSpPr>
        <p:spPr>
          <a:xfrm>
            <a:off x="1035600" y="-142050"/>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 name="Google Shape;249;p23"/>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50" name="Google Shape;250;p23"/>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rtl="0">
              <a:buNone/>
              <a:defRPr sz="1600" b="1"/>
            </a:lvl1pPr>
            <a:lvl2pPr lvl="1" rtl="0">
              <a:buNone/>
              <a:defRPr sz="1600" b="1"/>
            </a:lvl2pPr>
            <a:lvl3pPr lvl="2" rtl="0">
              <a:buNone/>
              <a:defRPr sz="1600" b="1"/>
            </a:lvl3pPr>
            <a:lvl4pPr lvl="3" rtl="0">
              <a:buNone/>
              <a:defRPr sz="1600" b="1"/>
            </a:lvl4pPr>
            <a:lvl5pPr lvl="4" rtl="0">
              <a:buNone/>
              <a:defRPr sz="1600" b="1"/>
            </a:lvl5pPr>
            <a:lvl6pPr lvl="5" rtl="0">
              <a:buNone/>
              <a:defRPr sz="1600" b="1"/>
            </a:lvl6pPr>
            <a:lvl7pPr lvl="6" rtl="0">
              <a:buNone/>
              <a:defRPr sz="1600" b="1"/>
            </a:lvl7pPr>
            <a:lvl8pPr lvl="7" rtl="0">
              <a:buNone/>
              <a:defRPr sz="1600" b="1"/>
            </a:lvl8pPr>
            <a:lvl9pPr lvl="8" rtl="0">
              <a:buNone/>
              <a:defRPr sz="1600" b="1"/>
            </a:lvl9pPr>
          </a:lstStyle>
          <a:p>
            <a:pPr marL="0" lvl="0" indent="0" algn="ctr" rtl="0">
              <a:spcBef>
                <a:spcPts val="0"/>
              </a:spcBef>
              <a:spcAft>
                <a:spcPts val="0"/>
              </a:spcAft>
              <a:buNone/>
            </a:pPr>
            <a:fld id="{00000000-1234-1234-1234-123412341234}" type="slidenum">
              <a:rPr lang="en-GB"/>
            </a:fld>
            <a:endParaRPr lang="en-GB"/>
          </a:p>
        </p:txBody>
      </p:sp>
      <p:sp>
        <p:nvSpPr>
          <p:cNvPr id="251" name="Google Shape;251;p23"/>
          <p:cNvSpPr txBox="1"/>
          <p:nvPr>
            <p:ph type="subTitle" idx="1"/>
          </p:nvPr>
        </p:nvSpPr>
        <p:spPr>
          <a:xfrm flipH="1">
            <a:off x="2177811" y="3899750"/>
            <a:ext cx="6294600" cy="5655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000"/>
              <a:buNone/>
              <a:defRPr sz="1400"/>
            </a:lvl1pPr>
            <a:lvl2pPr lvl="1" algn="r" rtl="0">
              <a:lnSpc>
                <a:spcPct val="100000"/>
              </a:lnSpc>
              <a:spcBef>
                <a:spcPts val="0"/>
              </a:spcBef>
              <a:spcAft>
                <a:spcPts val="0"/>
              </a:spcAft>
              <a:buSzPts val="2000"/>
              <a:buNone/>
              <a:defRPr sz="2000"/>
            </a:lvl2pPr>
            <a:lvl3pPr lvl="2" algn="r" rtl="0">
              <a:lnSpc>
                <a:spcPct val="100000"/>
              </a:lnSpc>
              <a:spcBef>
                <a:spcPts val="0"/>
              </a:spcBef>
              <a:spcAft>
                <a:spcPts val="0"/>
              </a:spcAft>
              <a:buSzPts val="2000"/>
              <a:buNone/>
              <a:defRPr sz="2000"/>
            </a:lvl3pPr>
            <a:lvl4pPr lvl="3" algn="r" rtl="0">
              <a:lnSpc>
                <a:spcPct val="100000"/>
              </a:lnSpc>
              <a:spcBef>
                <a:spcPts val="0"/>
              </a:spcBef>
              <a:spcAft>
                <a:spcPts val="0"/>
              </a:spcAft>
              <a:buSzPts val="2000"/>
              <a:buNone/>
              <a:defRPr sz="2000"/>
            </a:lvl4pPr>
            <a:lvl5pPr lvl="4" algn="r" rtl="0">
              <a:lnSpc>
                <a:spcPct val="100000"/>
              </a:lnSpc>
              <a:spcBef>
                <a:spcPts val="0"/>
              </a:spcBef>
              <a:spcAft>
                <a:spcPts val="0"/>
              </a:spcAft>
              <a:buSzPts val="2000"/>
              <a:buNone/>
              <a:defRPr sz="2000"/>
            </a:lvl5pPr>
            <a:lvl6pPr lvl="5" algn="r" rtl="0">
              <a:lnSpc>
                <a:spcPct val="100000"/>
              </a:lnSpc>
              <a:spcBef>
                <a:spcPts val="0"/>
              </a:spcBef>
              <a:spcAft>
                <a:spcPts val="0"/>
              </a:spcAft>
              <a:buSzPts val="2000"/>
              <a:buNone/>
              <a:defRPr sz="2000"/>
            </a:lvl6pPr>
            <a:lvl7pPr lvl="6" algn="r" rtl="0">
              <a:lnSpc>
                <a:spcPct val="100000"/>
              </a:lnSpc>
              <a:spcBef>
                <a:spcPts val="0"/>
              </a:spcBef>
              <a:spcAft>
                <a:spcPts val="0"/>
              </a:spcAft>
              <a:buSzPts val="2000"/>
              <a:buNone/>
              <a:defRPr sz="2000"/>
            </a:lvl7pPr>
            <a:lvl8pPr lvl="7" algn="r" rtl="0">
              <a:lnSpc>
                <a:spcPct val="100000"/>
              </a:lnSpc>
              <a:spcBef>
                <a:spcPts val="0"/>
              </a:spcBef>
              <a:spcAft>
                <a:spcPts val="0"/>
              </a:spcAft>
              <a:buSzPts val="2000"/>
              <a:buNone/>
              <a:defRPr sz="2000"/>
            </a:lvl8pPr>
            <a:lvl9pPr lvl="8" algn="r" rtl="0">
              <a:lnSpc>
                <a:spcPct val="100000"/>
              </a:lnSpc>
              <a:spcBef>
                <a:spcPts val="0"/>
              </a:spcBef>
              <a:spcAft>
                <a:spcPts val="0"/>
              </a:spcAft>
              <a:buSzPts val="2000"/>
              <a:buNone/>
              <a:defRPr sz="2000"/>
            </a:lvl9pPr>
          </a:lstStyle>
          <a:p/>
        </p:txBody>
      </p:sp>
      <p:sp>
        <p:nvSpPr>
          <p:cNvPr id="252" name="Google Shape;252;p23"/>
          <p:cNvSpPr txBox="1"/>
          <p:nvPr>
            <p:ph type="title"/>
          </p:nvPr>
        </p:nvSpPr>
        <p:spPr>
          <a:xfrm flipH="1">
            <a:off x="2177850" y="3247475"/>
            <a:ext cx="6294600" cy="5655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200"/>
              <a:buNone/>
              <a:defRPr/>
            </a:lvl1pPr>
            <a:lvl2pPr lvl="1" algn="r" rtl="0">
              <a:spcBef>
                <a:spcPts val="0"/>
              </a:spcBef>
              <a:spcAft>
                <a:spcPts val="0"/>
              </a:spcAft>
              <a:buClr>
                <a:schemeClr val="accent1"/>
              </a:buClr>
              <a:buSzPts val="3200"/>
              <a:buNone/>
              <a:defRPr sz="3200">
                <a:solidFill>
                  <a:schemeClr val="accent1"/>
                </a:solidFill>
              </a:defRPr>
            </a:lvl2pPr>
            <a:lvl3pPr lvl="2" algn="r" rtl="0">
              <a:spcBef>
                <a:spcPts val="0"/>
              </a:spcBef>
              <a:spcAft>
                <a:spcPts val="0"/>
              </a:spcAft>
              <a:buClr>
                <a:schemeClr val="accent1"/>
              </a:buClr>
              <a:buSzPts val="3200"/>
              <a:buNone/>
              <a:defRPr sz="3200">
                <a:solidFill>
                  <a:schemeClr val="accent1"/>
                </a:solidFill>
              </a:defRPr>
            </a:lvl3pPr>
            <a:lvl4pPr lvl="3" algn="r" rtl="0">
              <a:spcBef>
                <a:spcPts val="0"/>
              </a:spcBef>
              <a:spcAft>
                <a:spcPts val="0"/>
              </a:spcAft>
              <a:buClr>
                <a:schemeClr val="accent1"/>
              </a:buClr>
              <a:buSzPts val="3200"/>
              <a:buNone/>
              <a:defRPr sz="3200">
                <a:solidFill>
                  <a:schemeClr val="accent1"/>
                </a:solidFill>
              </a:defRPr>
            </a:lvl4pPr>
            <a:lvl5pPr lvl="4" algn="r" rtl="0">
              <a:spcBef>
                <a:spcPts val="0"/>
              </a:spcBef>
              <a:spcAft>
                <a:spcPts val="0"/>
              </a:spcAft>
              <a:buClr>
                <a:schemeClr val="accent1"/>
              </a:buClr>
              <a:buSzPts val="3200"/>
              <a:buNone/>
              <a:defRPr sz="3200">
                <a:solidFill>
                  <a:schemeClr val="accent1"/>
                </a:solidFill>
              </a:defRPr>
            </a:lvl5pPr>
            <a:lvl6pPr lvl="5" algn="r" rtl="0">
              <a:spcBef>
                <a:spcPts val="0"/>
              </a:spcBef>
              <a:spcAft>
                <a:spcPts val="0"/>
              </a:spcAft>
              <a:buClr>
                <a:schemeClr val="accent1"/>
              </a:buClr>
              <a:buSzPts val="3200"/>
              <a:buNone/>
              <a:defRPr sz="3200">
                <a:solidFill>
                  <a:schemeClr val="accent1"/>
                </a:solidFill>
              </a:defRPr>
            </a:lvl6pPr>
            <a:lvl7pPr lvl="6" algn="r" rtl="0">
              <a:spcBef>
                <a:spcPts val="0"/>
              </a:spcBef>
              <a:spcAft>
                <a:spcPts val="0"/>
              </a:spcAft>
              <a:buClr>
                <a:schemeClr val="accent1"/>
              </a:buClr>
              <a:buSzPts val="3200"/>
              <a:buNone/>
              <a:defRPr sz="3200">
                <a:solidFill>
                  <a:schemeClr val="accent1"/>
                </a:solidFill>
              </a:defRPr>
            </a:lvl7pPr>
            <a:lvl8pPr lvl="7" algn="r" rtl="0">
              <a:spcBef>
                <a:spcPts val="0"/>
              </a:spcBef>
              <a:spcAft>
                <a:spcPts val="0"/>
              </a:spcAft>
              <a:buClr>
                <a:schemeClr val="accent1"/>
              </a:buClr>
              <a:buSzPts val="3200"/>
              <a:buNone/>
              <a:defRPr sz="3200">
                <a:solidFill>
                  <a:schemeClr val="accent1"/>
                </a:solidFill>
              </a:defRPr>
            </a:lvl8pPr>
            <a:lvl9pPr lvl="8" algn="r" rtl="0">
              <a:spcBef>
                <a:spcPts val="0"/>
              </a:spcBef>
              <a:spcAft>
                <a:spcPts val="0"/>
              </a:spcAft>
              <a:buClr>
                <a:schemeClr val="accent1"/>
              </a:buClr>
              <a:buSzPts val="3200"/>
              <a:buNone/>
              <a:defRPr sz="3200">
                <a:solidFill>
                  <a:schemeClr val="accent1"/>
                </a:solidFill>
              </a:defRPr>
            </a:lvl9pPr>
          </a:lstStyle>
          <a:p/>
        </p:txBody>
      </p:sp>
      <p:sp>
        <p:nvSpPr>
          <p:cNvPr id="253" name="Google Shape;253;p23"/>
          <p:cNvSpPr/>
          <p:nvPr/>
        </p:nvSpPr>
        <p:spPr>
          <a:xfrm flipH="1">
            <a:off x="8036840" y="-253649"/>
            <a:ext cx="1389485" cy="1247616"/>
          </a:xfrm>
          <a:custGeom>
            <a:avLst/>
            <a:gdLst/>
            <a:ahLst/>
            <a:cxnLst/>
            <a:rect l="l" t="t" r="r" b="b"/>
            <a:pathLst>
              <a:path w="101552" h="91200" extrusionOk="0">
                <a:moveTo>
                  <a:pt x="67692" y="1316"/>
                </a:moveTo>
                <a:cubicBezTo>
                  <a:pt x="73007" y="1316"/>
                  <a:pt x="77954" y="4172"/>
                  <a:pt x="80612" y="8774"/>
                </a:cubicBezTo>
                <a:lnTo>
                  <a:pt x="97524" y="38071"/>
                </a:lnTo>
                <a:cubicBezTo>
                  <a:pt x="100182" y="42673"/>
                  <a:pt x="100182" y="48388"/>
                  <a:pt x="97524" y="52990"/>
                </a:cubicBezTo>
                <a:lnTo>
                  <a:pt x="80612" y="82284"/>
                </a:lnTo>
                <a:cubicBezTo>
                  <a:pt x="77954" y="86886"/>
                  <a:pt x="73007" y="89745"/>
                  <a:pt x="67697" y="89745"/>
                </a:cubicBezTo>
                <a:cubicBezTo>
                  <a:pt x="64882" y="89699"/>
                  <a:pt x="62259" y="89681"/>
                  <a:pt x="59813" y="89681"/>
                </a:cubicBezTo>
                <a:cubicBezTo>
                  <a:pt x="55192" y="89681"/>
                  <a:pt x="51207" y="89745"/>
                  <a:pt x="47771" y="89800"/>
                </a:cubicBezTo>
                <a:lnTo>
                  <a:pt x="47241" y="89805"/>
                </a:lnTo>
                <a:cubicBezTo>
                  <a:pt x="44571" y="89847"/>
                  <a:pt x="42219" y="89885"/>
                  <a:pt x="40130" y="89885"/>
                </a:cubicBezTo>
                <a:cubicBezTo>
                  <a:pt x="33498" y="89885"/>
                  <a:pt x="29519" y="89506"/>
                  <a:pt x="26414" y="87711"/>
                </a:cubicBezTo>
                <a:cubicBezTo>
                  <a:pt x="22327" y="85351"/>
                  <a:pt x="19610" y="80457"/>
                  <a:pt x="14187" y="70715"/>
                </a:cubicBezTo>
                <a:lnTo>
                  <a:pt x="14163" y="70665"/>
                </a:lnTo>
                <a:cubicBezTo>
                  <a:pt x="11560" y="65984"/>
                  <a:pt x="8319" y="60160"/>
                  <a:pt x="4023" y="52985"/>
                </a:cubicBezTo>
                <a:cubicBezTo>
                  <a:pt x="1372" y="48384"/>
                  <a:pt x="1372" y="42668"/>
                  <a:pt x="4028" y="38071"/>
                </a:cubicBezTo>
                <a:lnTo>
                  <a:pt x="20941" y="8774"/>
                </a:lnTo>
                <a:cubicBezTo>
                  <a:pt x="23598" y="4172"/>
                  <a:pt x="28547" y="1316"/>
                  <a:pt x="33861" y="1316"/>
                </a:cubicBezTo>
                <a:close/>
                <a:moveTo>
                  <a:pt x="33861" y="0"/>
                </a:moveTo>
                <a:cubicBezTo>
                  <a:pt x="28081" y="0"/>
                  <a:pt x="22693" y="3108"/>
                  <a:pt x="19804" y="8115"/>
                </a:cubicBezTo>
                <a:lnTo>
                  <a:pt x="2886" y="37413"/>
                </a:lnTo>
                <a:cubicBezTo>
                  <a:pt x="0" y="42421"/>
                  <a:pt x="0" y="48640"/>
                  <a:pt x="2891" y="53648"/>
                </a:cubicBezTo>
                <a:lnTo>
                  <a:pt x="2895" y="53653"/>
                </a:lnTo>
                <a:cubicBezTo>
                  <a:pt x="7200" y="60853"/>
                  <a:pt x="10436" y="66672"/>
                  <a:pt x="13035" y="71348"/>
                </a:cubicBezTo>
                <a:lnTo>
                  <a:pt x="13039" y="71352"/>
                </a:lnTo>
                <a:cubicBezTo>
                  <a:pt x="17973" y="80225"/>
                  <a:pt x="20694" y="85114"/>
                  <a:pt x="24227" y="87880"/>
                </a:cubicBezTo>
                <a:cubicBezTo>
                  <a:pt x="25128" y="88583"/>
                  <a:pt x="26068" y="89136"/>
                  <a:pt x="27101" y="89581"/>
                </a:cubicBezTo>
                <a:cubicBezTo>
                  <a:pt x="28121" y="90017"/>
                  <a:pt x="29239" y="90349"/>
                  <a:pt x="30522" y="90591"/>
                </a:cubicBezTo>
                <a:cubicBezTo>
                  <a:pt x="32792" y="91027"/>
                  <a:pt x="35544" y="91200"/>
                  <a:pt x="40016" y="91200"/>
                </a:cubicBezTo>
                <a:cubicBezTo>
                  <a:pt x="42119" y="91200"/>
                  <a:pt x="44450" y="91166"/>
                  <a:pt x="47152" y="91120"/>
                </a:cubicBezTo>
                <a:lnTo>
                  <a:pt x="47379" y="91120"/>
                </a:lnTo>
                <a:cubicBezTo>
                  <a:pt x="50902" y="91061"/>
                  <a:pt x="54990" y="90997"/>
                  <a:pt x="59759" y="90997"/>
                </a:cubicBezTo>
                <a:cubicBezTo>
                  <a:pt x="62214" y="90997"/>
                  <a:pt x="64856" y="91012"/>
                  <a:pt x="67686" y="91061"/>
                </a:cubicBezTo>
                <a:lnTo>
                  <a:pt x="67692" y="91061"/>
                </a:lnTo>
                <a:cubicBezTo>
                  <a:pt x="73471" y="91061"/>
                  <a:pt x="78860" y="87948"/>
                  <a:pt x="81749" y="82942"/>
                </a:cubicBezTo>
                <a:lnTo>
                  <a:pt x="98663" y="53648"/>
                </a:lnTo>
                <a:cubicBezTo>
                  <a:pt x="101552" y="48640"/>
                  <a:pt x="101552" y="42421"/>
                  <a:pt x="98663" y="37413"/>
                </a:cubicBezTo>
                <a:lnTo>
                  <a:pt x="81749" y="8115"/>
                </a:lnTo>
                <a:cubicBezTo>
                  <a:pt x="78860" y="3108"/>
                  <a:pt x="73471" y="0"/>
                  <a:pt x="67692" y="0"/>
                </a:cubicBezTo>
                <a:close/>
              </a:path>
            </a:pathLst>
          </a:cu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4" name="Google Shape;254;p23"/>
          <p:cNvSpPr/>
          <p:nvPr/>
        </p:nvSpPr>
        <p:spPr>
          <a:xfrm>
            <a:off x="161078" y="3491722"/>
            <a:ext cx="1323290" cy="11877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55" name="Google Shape;255;p23"/>
          <p:cNvSpPr/>
          <p:nvPr/>
        </p:nvSpPr>
        <p:spPr>
          <a:xfrm rot="10800000" flipH="1">
            <a:off x="-488605" y="-508814"/>
            <a:ext cx="1551574" cy="1392437"/>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1">
  <p:cSld name="CUSTOM_5">
    <p:bg>
      <p:bgPr>
        <a:gradFill>
          <a:gsLst>
            <a:gs pos="0">
              <a:srgbClr val="E20030"/>
            </a:gs>
            <a:gs pos="100000">
              <a:srgbClr val="00216E"/>
            </a:gs>
          </a:gsLst>
          <a:lin ang="5400700" scaled="0"/>
        </a:gradFill>
        <a:effectLst/>
      </p:bgPr>
    </p:bg>
    <p:spTree>
      <p:nvGrpSpPr>
        <p:cNvPr id="256" name="Shape 256"/>
        <p:cNvGrpSpPr/>
        <p:nvPr/>
      </p:nvGrpSpPr>
      <p:grpSpPr>
        <a:xfrm>
          <a:off x="0" y="0"/>
          <a:ext cx="0" cy="0"/>
          <a:chOff x="0" y="0"/>
          <a:chExt cx="0" cy="0"/>
        </a:xfrm>
      </p:grpSpPr>
      <p:sp>
        <p:nvSpPr>
          <p:cNvPr id="257" name="Google Shape;257;p24"/>
          <p:cNvSpPr/>
          <p:nvPr/>
        </p:nvSpPr>
        <p:spPr>
          <a:xfrm>
            <a:off x="335243" y="674700"/>
            <a:ext cx="2053042" cy="1842545"/>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58" name="Google Shape;258;p24"/>
          <p:cNvSpPr/>
          <p:nvPr/>
        </p:nvSpPr>
        <p:spPr>
          <a:xfrm flipH="1">
            <a:off x="1645745" y="-142018"/>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9" name="Google Shape;259;p24"/>
          <p:cNvSpPr/>
          <p:nvPr/>
        </p:nvSpPr>
        <p:spPr>
          <a:xfrm flipH="1">
            <a:off x="2163549" y="-142018"/>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0" name="Google Shape;260;p24"/>
          <p:cNvSpPr/>
          <p:nvPr/>
        </p:nvSpPr>
        <p:spPr>
          <a:xfrm>
            <a:off x="2681350" y="-142037"/>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1" name="Google Shape;261;p24"/>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62" name="Google Shape;262;p24"/>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a:buNone/>
              <a:defRPr sz="1600" b="1"/>
            </a:lvl1pPr>
            <a:lvl2pPr lvl="1">
              <a:buNone/>
              <a:defRPr sz="1600" b="1"/>
            </a:lvl2pPr>
            <a:lvl3pPr lvl="2">
              <a:buNone/>
              <a:defRPr sz="1600" b="1"/>
            </a:lvl3pPr>
            <a:lvl4pPr lvl="3">
              <a:buNone/>
              <a:defRPr sz="1600" b="1"/>
            </a:lvl4pPr>
            <a:lvl5pPr lvl="4">
              <a:buNone/>
              <a:defRPr sz="1600" b="1"/>
            </a:lvl5pPr>
            <a:lvl6pPr lvl="5">
              <a:buNone/>
              <a:defRPr sz="1600" b="1"/>
            </a:lvl6pPr>
            <a:lvl7pPr lvl="6">
              <a:buNone/>
              <a:defRPr sz="1600" b="1"/>
            </a:lvl7pPr>
            <a:lvl8pPr lvl="7">
              <a:buNone/>
              <a:defRPr sz="1600" b="1"/>
            </a:lvl8pPr>
            <a:lvl9pPr lvl="8">
              <a:buNone/>
              <a:defRPr sz="1600" b="1"/>
            </a:lvl9pPr>
          </a:lstStyle>
          <a:p>
            <a:pPr marL="0" lvl="0" indent="0" algn="ctr" rtl="0">
              <a:spcBef>
                <a:spcPts val="0"/>
              </a:spcBef>
              <a:spcAft>
                <a:spcPts val="0"/>
              </a:spcAft>
              <a:buNone/>
            </a:pPr>
            <a:fld id="{00000000-1234-1234-1234-123412341234}" type="slidenum">
              <a:rPr lang="en-GB"/>
            </a:fld>
            <a:endParaRPr lang="en-GB"/>
          </a:p>
        </p:txBody>
      </p:sp>
      <p:sp>
        <p:nvSpPr>
          <p:cNvPr id="263" name="Google Shape;263;p24"/>
          <p:cNvSpPr txBox="1"/>
          <p:nvPr>
            <p:ph type="title"/>
          </p:nvPr>
        </p:nvSpPr>
        <p:spPr>
          <a:xfrm>
            <a:off x="713225" y="539500"/>
            <a:ext cx="7717500" cy="538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200"/>
              <a:buNone/>
              <a:defRPr sz="32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p:txBody>
      </p:sp>
      <p:sp>
        <p:nvSpPr>
          <p:cNvPr id="264" name="Google Shape;264;p24"/>
          <p:cNvSpPr txBox="1"/>
          <p:nvPr>
            <p:ph type="subTitle" idx="1"/>
          </p:nvPr>
        </p:nvSpPr>
        <p:spPr>
          <a:xfrm>
            <a:off x="3437850" y="3481325"/>
            <a:ext cx="2439300" cy="729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265" name="Google Shape;265;p24"/>
          <p:cNvSpPr txBox="1"/>
          <p:nvPr>
            <p:ph type="subTitle" idx="2"/>
          </p:nvPr>
        </p:nvSpPr>
        <p:spPr>
          <a:xfrm>
            <a:off x="5991425" y="3481325"/>
            <a:ext cx="2439300" cy="729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266" name="Google Shape;266;p24"/>
          <p:cNvSpPr txBox="1"/>
          <p:nvPr>
            <p:ph type="subTitle" idx="3"/>
          </p:nvPr>
        </p:nvSpPr>
        <p:spPr>
          <a:xfrm>
            <a:off x="3437850" y="3089575"/>
            <a:ext cx="2439300" cy="3918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2pPr>
            <a:lvl3pPr lvl="2"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3pPr>
            <a:lvl4pPr lvl="3"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4pPr>
            <a:lvl5pPr lvl="4"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5pPr>
            <a:lvl6pPr lvl="5"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6pPr>
            <a:lvl7pPr lvl="6"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7pPr>
            <a:lvl8pPr lvl="7"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8pPr>
            <a:lvl9pPr lvl="8"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9pPr>
          </a:lstStyle>
          <a:p/>
        </p:txBody>
      </p:sp>
      <p:sp>
        <p:nvSpPr>
          <p:cNvPr id="267" name="Google Shape;267;p24"/>
          <p:cNvSpPr txBox="1"/>
          <p:nvPr>
            <p:ph type="subTitle" idx="4"/>
          </p:nvPr>
        </p:nvSpPr>
        <p:spPr>
          <a:xfrm>
            <a:off x="5991350" y="3089575"/>
            <a:ext cx="2439300" cy="3918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2pPr>
            <a:lvl3pPr lvl="2"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3pPr>
            <a:lvl4pPr lvl="3"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4pPr>
            <a:lvl5pPr lvl="4"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5pPr>
            <a:lvl6pPr lvl="5"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6pPr>
            <a:lvl7pPr lvl="6"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7pPr>
            <a:lvl8pPr lvl="7"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8pPr>
            <a:lvl9pPr lvl="8"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9pPr>
          </a:lstStyle>
          <a:p/>
        </p:txBody>
      </p:sp>
      <p:grpSp>
        <p:nvGrpSpPr>
          <p:cNvPr id="268" name="Google Shape;268;p24"/>
          <p:cNvGrpSpPr/>
          <p:nvPr/>
        </p:nvGrpSpPr>
        <p:grpSpPr>
          <a:xfrm>
            <a:off x="292881" y="158021"/>
            <a:ext cx="1714779" cy="4808830"/>
            <a:chOff x="5882006" y="160346"/>
            <a:chExt cx="1714779" cy="4808830"/>
          </a:xfrm>
        </p:grpSpPr>
        <p:sp>
          <p:nvSpPr>
            <p:cNvPr id="269" name="Google Shape;269;p24"/>
            <p:cNvSpPr/>
            <p:nvPr/>
          </p:nvSpPr>
          <p:spPr>
            <a:xfrm>
              <a:off x="5882008" y="160346"/>
              <a:ext cx="1024629" cy="919688"/>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70" name="Google Shape;270;p24"/>
            <p:cNvSpPr/>
            <p:nvPr/>
          </p:nvSpPr>
          <p:spPr>
            <a:xfrm>
              <a:off x="5882006" y="3430250"/>
              <a:ext cx="1714779" cy="1538926"/>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hree columns">
  <p:cSld name="CUSTOM_3">
    <p:bg>
      <p:bgPr>
        <a:gradFill>
          <a:gsLst>
            <a:gs pos="0">
              <a:srgbClr val="E20030"/>
            </a:gs>
            <a:gs pos="100000">
              <a:srgbClr val="00216E"/>
            </a:gs>
          </a:gsLst>
          <a:lin ang="2698631" scaled="0"/>
        </a:gradFill>
        <a:effectLst/>
      </p:bgPr>
    </p:bg>
    <p:spTree>
      <p:nvGrpSpPr>
        <p:cNvPr id="271" name="Shape 271"/>
        <p:cNvGrpSpPr/>
        <p:nvPr/>
      </p:nvGrpSpPr>
      <p:grpSpPr>
        <a:xfrm>
          <a:off x="0" y="0"/>
          <a:ext cx="0" cy="0"/>
          <a:chOff x="0" y="0"/>
          <a:chExt cx="0" cy="0"/>
        </a:xfrm>
      </p:grpSpPr>
      <p:grpSp>
        <p:nvGrpSpPr>
          <p:cNvPr id="272" name="Google Shape;272;p25"/>
          <p:cNvGrpSpPr/>
          <p:nvPr/>
        </p:nvGrpSpPr>
        <p:grpSpPr>
          <a:xfrm flipH="1">
            <a:off x="1917968" y="-142050"/>
            <a:ext cx="6564681" cy="5427560"/>
            <a:chOff x="557725" y="-142050"/>
            <a:chExt cx="6564681" cy="5427560"/>
          </a:xfrm>
        </p:grpSpPr>
        <p:sp>
          <p:nvSpPr>
            <p:cNvPr id="273" name="Google Shape;273;p25"/>
            <p:cNvSpPr/>
            <p:nvPr/>
          </p:nvSpPr>
          <p:spPr>
            <a:xfrm flipH="1">
              <a:off x="557725"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 name="Google Shape;274;p25"/>
            <p:cNvSpPr/>
            <p:nvPr/>
          </p:nvSpPr>
          <p:spPr>
            <a:xfrm flipH="1">
              <a:off x="1075529"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75" name="Google Shape;275;p25"/>
          <p:cNvSpPr/>
          <p:nvPr/>
        </p:nvSpPr>
        <p:spPr>
          <a:xfrm flipH="1">
            <a:off x="-2413125" y="-141987"/>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 name="Google Shape;276;p25"/>
          <p:cNvSpPr txBox="1"/>
          <p:nvPr>
            <p:ph type="title"/>
          </p:nvPr>
        </p:nvSpPr>
        <p:spPr>
          <a:xfrm>
            <a:off x="713225" y="539500"/>
            <a:ext cx="7717500" cy="538200"/>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None/>
              <a:defRPr sz="32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p:txBody>
      </p:sp>
      <p:sp>
        <p:nvSpPr>
          <p:cNvPr id="277" name="Google Shape;277;p25"/>
          <p:cNvSpPr txBox="1"/>
          <p:nvPr>
            <p:ph type="subTitle" idx="1"/>
          </p:nvPr>
        </p:nvSpPr>
        <p:spPr>
          <a:xfrm>
            <a:off x="1947100" y="1689573"/>
            <a:ext cx="3875700" cy="538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p:txBody>
      </p:sp>
      <p:sp>
        <p:nvSpPr>
          <p:cNvPr id="278" name="Google Shape;278;p25"/>
          <p:cNvSpPr txBox="1"/>
          <p:nvPr>
            <p:ph type="subTitle" idx="2"/>
          </p:nvPr>
        </p:nvSpPr>
        <p:spPr>
          <a:xfrm>
            <a:off x="1947100" y="2788995"/>
            <a:ext cx="3875700" cy="538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p:txBody>
      </p:sp>
      <p:sp>
        <p:nvSpPr>
          <p:cNvPr id="279" name="Google Shape;279;p25"/>
          <p:cNvSpPr txBox="1"/>
          <p:nvPr>
            <p:ph type="subTitle" idx="3"/>
          </p:nvPr>
        </p:nvSpPr>
        <p:spPr>
          <a:xfrm>
            <a:off x="1947100" y="1310141"/>
            <a:ext cx="3512700" cy="3708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000"/>
              <a:buFont typeface="Reggae One"/>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SzPts val="2000"/>
              <a:buFont typeface="Reggae One"/>
              <a:buNone/>
              <a:defRPr sz="2000">
                <a:latin typeface="Reggae One"/>
                <a:ea typeface="Reggae One"/>
                <a:cs typeface="Reggae One"/>
                <a:sym typeface="Reggae One"/>
              </a:defRPr>
            </a:lvl2pPr>
            <a:lvl3pPr lvl="2" algn="ctr" rtl="0">
              <a:lnSpc>
                <a:spcPct val="100000"/>
              </a:lnSpc>
              <a:spcBef>
                <a:spcPts val="0"/>
              </a:spcBef>
              <a:spcAft>
                <a:spcPts val="0"/>
              </a:spcAft>
              <a:buSzPts val="2000"/>
              <a:buFont typeface="Reggae One"/>
              <a:buNone/>
              <a:defRPr sz="2000">
                <a:latin typeface="Reggae One"/>
                <a:ea typeface="Reggae One"/>
                <a:cs typeface="Reggae One"/>
                <a:sym typeface="Reggae One"/>
              </a:defRPr>
            </a:lvl3pPr>
            <a:lvl4pPr lvl="3" algn="ctr" rtl="0">
              <a:lnSpc>
                <a:spcPct val="100000"/>
              </a:lnSpc>
              <a:spcBef>
                <a:spcPts val="0"/>
              </a:spcBef>
              <a:spcAft>
                <a:spcPts val="0"/>
              </a:spcAft>
              <a:buSzPts val="2000"/>
              <a:buFont typeface="Reggae One"/>
              <a:buNone/>
              <a:defRPr sz="2000">
                <a:latin typeface="Reggae One"/>
                <a:ea typeface="Reggae One"/>
                <a:cs typeface="Reggae One"/>
                <a:sym typeface="Reggae One"/>
              </a:defRPr>
            </a:lvl4pPr>
            <a:lvl5pPr lvl="4" algn="ctr" rtl="0">
              <a:lnSpc>
                <a:spcPct val="100000"/>
              </a:lnSpc>
              <a:spcBef>
                <a:spcPts val="0"/>
              </a:spcBef>
              <a:spcAft>
                <a:spcPts val="0"/>
              </a:spcAft>
              <a:buSzPts val="2000"/>
              <a:buFont typeface="Reggae One"/>
              <a:buNone/>
              <a:defRPr sz="2000">
                <a:latin typeface="Reggae One"/>
                <a:ea typeface="Reggae One"/>
                <a:cs typeface="Reggae One"/>
                <a:sym typeface="Reggae One"/>
              </a:defRPr>
            </a:lvl5pPr>
            <a:lvl6pPr lvl="5" algn="ctr" rtl="0">
              <a:lnSpc>
                <a:spcPct val="100000"/>
              </a:lnSpc>
              <a:spcBef>
                <a:spcPts val="0"/>
              </a:spcBef>
              <a:spcAft>
                <a:spcPts val="0"/>
              </a:spcAft>
              <a:buSzPts val="2000"/>
              <a:buFont typeface="Reggae One"/>
              <a:buNone/>
              <a:defRPr sz="2000">
                <a:latin typeface="Reggae One"/>
                <a:ea typeface="Reggae One"/>
                <a:cs typeface="Reggae One"/>
                <a:sym typeface="Reggae One"/>
              </a:defRPr>
            </a:lvl6pPr>
            <a:lvl7pPr lvl="6" algn="ctr" rtl="0">
              <a:lnSpc>
                <a:spcPct val="100000"/>
              </a:lnSpc>
              <a:spcBef>
                <a:spcPts val="0"/>
              </a:spcBef>
              <a:spcAft>
                <a:spcPts val="0"/>
              </a:spcAft>
              <a:buSzPts val="2000"/>
              <a:buFont typeface="Reggae One"/>
              <a:buNone/>
              <a:defRPr sz="2000">
                <a:latin typeface="Reggae One"/>
                <a:ea typeface="Reggae One"/>
                <a:cs typeface="Reggae One"/>
                <a:sym typeface="Reggae One"/>
              </a:defRPr>
            </a:lvl7pPr>
            <a:lvl8pPr lvl="7" algn="ctr" rtl="0">
              <a:lnSpc>
                <a:spcPct val="100000"/>
              </a:lnSpc>
              <a:spcBef>
                <a:spcPts val="0"/>
              </a:spcBef>
              <a:spcAft>
                <a:spcPts val="0"/>
              </a:spcAft>
              <a:buSzPts val="2000"/>
              <a:buFont typeface="Reggae One"/>
              <a:buNone/>
              <a:defRPr sz="2000">
                <a:latin typeface="Reggae One"/>
                <a:ea typeface="Reggae One"/>
                <a:cs typeface="Reggae One"/>
                <a:sym typeface="Reggae One"/>
              </a:defRPr>
            </a:lvl8pPr>
            <a:lvl9pPr lvl="8" algn="ctr" rtl="0">
              <a:lnSpc>
                <a:spcPct val="100000"/>
              </a:lnSpc>
              <a:spcBef>
                <a:spcPts val="0"/>
              </a:spcBef>
              <a:spcAft>
                <a:spcPts val="0"/>
              </a:spcAft>
              <a:buSzPts val="2000"/>
              <a:buFont typeface="Reggae One"/>
              <a:buNone/>
              <a:defRPr sz="2000">
                <a:latin typeface="Reggae One"/>
                <a:ea typeface="Reggae One"/>
                <a:cs typeface="Reggae One"/>
                <a:sym typeface="Reggae One"/>
              </a:defRPr>
            </a:lvl9pPr>
          </a:lstStyle>
          <a:p/>
        </p:txBody>
      </p:sp>
      <p:sp>
        <p:nvSpPr>
          <p:cNvPr id="280" name="Google Shape;280;p25"/>
          <p:cNvSpPr txBox="1"/>
          <p:nvPr>
            <p:ph type="subTitle" idx="4"/>
          </p:nvPr>
        </p:nvSpPr>
        <p:spPr>
          <a:xfrm>
            <a:off x="1947100" y="2409591"/>
            <a:ext cx="3512700" cy="3708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000"/>
              <a:buFont typeface="Reggae One"/>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SzPts val="2000"/>
              <a:buFont typeface="Reggae One"/>
              <a:buNone/>
              <a:defRPr sz="2000">
                <a:latin typeface="Reggae One"/>
                <a:ea typeface="Reggae One"/>
                <a:cs typeface="Reggae One"/>
                <a:sym typeface="Reggae One"/>
              </a:defRPr>
            </a:lvl2pPr>
            <a:lvl3pPr lvl="2" algn="ctr" rtl="0">
              <a:lnSpc>
                <a:spcPct val="100000"/>
              </a:lnSpc>
              <a:spcBef>
                <a:spcPts val="0"/>
              </a:spcBef>
              <a:spcAft>
                <a:spcPts val="0"/>
              </a:spcAft>
              <a:buSzPts val="2000"/>
              <a:buFont typeface="Reggae One"/>
              <a:buNone/>
              <a:defRPr sz="2000">
                <a:latin typeface="Reggae One"/>
                <a:ea typeface="Reggae One"/>
                <a:cs typeface="Reggae One"/>
                <a:sym typeface="Reggae One"/>
              </a:defRPr>
            </a:lvl3pPr>
            <a:lvl4pPr lvl="3" algn="ctr" rtl="0">
              <a:lnSpc>
                <a:spcPct val="100000"/>
              </a:lnSpc>
              <a:spcBef>
                <a:spcPts val="0"/>
              </a:spcBef>
              <a:spcAft>
                <a:spcPts val="0"/>
              </a:spcAft>
              <a:buSzPts val="2000"/>
              <a:buFont typeface="Reggae One"/>
              <a:buNone/>
              <a:defRPr sz="2000">
                <a:latin typeface="Reggae One"/>
                <a:ea typeface="Reggae One"/>
                <a:cs typeface="Reggae One"/>
                <a:sym typeface="Reggae One"/>
              </a:defRPr>
            </a:lvl4pPr>
            <a:lvl5pPr lvl="4" algn="ctr" rtl="0">
              <a:lnSpc>
                <a:spcPct val="100000"/>
              </a:lnSpc>
              <a:spcBef>
                <a:spcPts val="0"/>
              </a:spcBef>
              <a:spcAft>
                <a:spcPts val="0"/>
              </a:spcAft>
              <a:buSzPts val="2000"/>
              <a:buFont typeface="Reggae One"/>
              <a:buNone/>
              <a:defRPr sz="2000">
                <a:latin typeface="Reggae One"/>
                <a:ea typeface="Reggae One"/>
                <a:cs typeface="Reggae One"/>
                <a:sym typeface="Reggae One"/>
              </a:defRPr>
            </a:lvl5pPr>
            <a:lvl6pPr lvl="5" algn="ctr" rtl="0">
              <a:lnSpc>
                <a:spcPct val="100000"/>
              </a:lnSpc>
              <a:spcBef>
                <a:spcPts val="0"/>
              </a:spcBef>
              <a:spcAft>
                <a:spcPts val="0"/>
              </a:spcAft>
              <a:buSzPts val="2000"/>
              <a:buFont typeface="Reggae One"/>
              <a:buNone/>
              <a:defRPr sz="2000">
                <a:latin typeface="Reggae One"/>
                <a:ea typeface="Reggae One"/>
                <a:cs typeface="Reggae One"/>
                <a:sym typeface="Reggae One"/>
              </a:defRPr>
            </a:lvl6pPr>
            <a:lvl7pPr lvl="6" algn="ctr" rtl="0">
              <a:lnSpc>
                <a:spcPct val="100000"/>
              </a:lnSpc>
              <a:spcBef>
                <a:spcPts val="0"/>
              </a:spcBef>
              <a:spcAft>
                <a:spcPts val="0"/>
              </a:spcAft>
              <a:buSzPts val="2000"/>
              <a:buFont typeface="Reggae One"/>
              <a:buNone/>
              <a:defRPr sz="2000">
                <a:latin typeface="Reggae One"/>
                <a:ea typeface="Reggae One"/>
                <a:cs typeface="Reggae One"/>
                <a:sym typeface="Reggae One"/>
              </a:defRPr>
            </a:lvl7pPr>
            <a:lvl8pPr lvl="7" algn="ctr" rtl="0">
              <a:lnSpc>
                <a:spcPct val="100000"/>
              </a:lnSpc>
              <a:spcBef>
                <a:spcPts val="0"/>
              </a:spcBef>
              <a:spcAft>
                <a:spcPts val="0"/>
              </a:spcAft>
              <a:buSzPts val="2000"/>
              <a:buFont typeface="Reggae One"/>
              <a:buNone/>
              <a:defRPr sz="2000">
                <a:latin typeface="Reggae One"/>
                <a:ea typeface="Reggae One"/>
                <a:cs typeface="Reggae One"/>
                <a:sym typeface="Reggae One"/>
              </a:defRPr>
            </a:lvl8pPr>
            <a:lvl9pPr lvl="8" algn="ctr" rtl="0">
              <a:lnSpc>
                <a:spcPct val="100000"/>
              </a:lnSpc>
              <a:spcBef>
                <a:spcPts val="0"/>
              </a:spcBef>
              <a:spcAft>
                <a:spcPts val="0"/>
              </a:spcAft>
              <a:buSzPts val="2000"/>
              <a:buFont typeface="Reggae One"/>
              <a:buNone/>
              <a:defRPr sz="2000">
                <a:latin typeface="Reggae One"/>
                <a:ea typeface="Reggae One"/>
                <a:cs typeface="Reggae One"/>
                <a:sym typeface="Reggae One"/>
              </a:defRPr>
            </a:lvl9pPr>
          </a:lstStyle>
          <a:p/>
        </p:txBody>
      </p:sp>
      <p:sp>
        <p:nvSpPr>
          <p:cNvPr id="281" name="Google Shape;281;p25"/>
          <p:cNvSpPr txBox="1"/>
          <p:nvPr>
            <p:ph type="subTitle" idx="5"/>
          </p:nvPr>
        </p:nvSpPr>
        <p:spPr>
          <a:xfrm>
            <a:off x="1947100" y="3888432"/>
            <a:ext cx="3875700" cy="538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p:txBody>
      </p:sp>
      <p:sp>
        <p:nvSpPr>
          <p:cNvPr id="282" name="Google Shape;282;p25"/>
          <p:cNvSpPr txBox="1"/>
          <p:nvPr>
            <p:ph type="subTitle" idx="6"/>
          </p:nvPr>
        </p:nvSpPr>
        <p:spPr>
          <a:xfrm flipH="1">
            <a:off x="1947100" y="3509054"/>
            <a:ext cx="3512700" cy="3708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000"/>
              <a:buFont typeface="Reggae One"/>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SzPts val="2000"/>
              <a:buFont typeface="Reggae One"/>
              <a:buNone/>
              <a:defRPr sz="2000">
                <a:latin typeface="Reggae One"/>
                <a:ea typeface="Reggae One"/>
                <a:cs typeface="Reggae One"/>
                <a:sym typeface="Reggae One"/>
              </a:defRPr>
            </a:lvl2pPr>
            <a:lvl3pPr lvl="2" algn="ctr" rtl="0">
              <a:lnSpc>
                <a:spcPct val="100000"/>
              </a:lnSpc>
              <a:spcBef>
                <a:spcPts val="0"/>
              </a:spcBef>
              <a:spcAft>
                <a:spcPts val="0"/>
              </a:spcAft>
              <a:buSzPts val="2000"/>
              <a:buFont typeface="Reggae One"/>
              <a:buNone/>
              <a:defRPr sz="2000">
                <a:latin typeface="Reggae One"/>
                <a:ea typeface="Reggae One"/>
                <a:cs typeface="Reggae One"/>
                <a:sym typeface="Reggae One"/>
              </a:defRPr>
            </a:lvl3pPr>
            <a:lvl4pPr lvl="3" algn="ctr" rtl="0">
              <a:lnSpc>
                <a:spcPct val="100000"/>
              </a:lnSpc>
              <a:spcBef>
                <a:spcPts val="0"/>
              </a:spcBef>
              <a:spcAft>
                <a:spcPts val="0"/>
              </a:spcAft>
              <a:buSzPts val="2000"/>
              <a:buFont typeface="Reggae One"/>
              <a:buNone/>
              <a:defRPr sz="2000">
                <a:latin typeface="Reggae One"/>
                <a:ea typeface="Reggae One"/>
                <a:cs typeface="Reggae One"/>
                <a:sym typeface="Reggae One"/>
              </a:defRPr>
            </a:lvl4pPr>
            <a:lvl5pPr lvl="4" algn="ctr" rtl="0">
              <a:lnSpc>
                <a:spcPct val="100000"/>
              </a:lnSpc>
              <a:spcBef>
                <a:spcPts val="0"/>
              </a:spcBef>
              <a:spcAft>
                <a:spcPts val="0"/>
              </a:spcAft>
              <a:buSzPts val="2000"/>
              <a:buFont typeface="Reggae One"/>
              <a:buNone/>
              <a:defRPr sz="2000">
                <a:latin typeface="Reggae One"/>
                <a:ea typeface="Reggae One"/>
                <a:cs typeface="Reggae One"/>
                <a:sym typeface="Reggae One"/>
              </a:defRPr>
            </a:lvl5pPr>
            <a:lvl6pPr lvl="5" algn="ctr" rtl="0">
              <a:lnSpc>
                <a:spcPct val="100000"/>
              </a:lnSpc>
              <a:spcBef>
                <a:spcPts val="0"/>
              </a:spcBef>
              <a:spcAft>
                <a:spcPts val="0"/>
              </a:spcAft>
              <a:buSzPts val="2000"/>
              <a:buFont typeface="Reggae One"/>
              <a:buNone/>
              <a:defRPr sz="2000">
                <a:latin typeface="Reggae One"/>
                <a:ea typeface="Reggae One"/>
                <a:cs typeface="Reggae One"/>
                <a:sym typeface="Reggae One"/>
              </a:defRPr>
            </a:lvl6pPr>
            <a:lvl7pPr lvl="6" algn="ctr" rtl="0">
              <a:lnSpc>
                <a:spcPct val="100000"/>
              </a:lnSpc>
              <a:spcBef>
                <a:spcPts val="0"/>
              </a:spcBef>
              <a:spcAft>
                <a:spcPts val="0"/>
              </a:spcAft>
              <a:buSzPts val="2000"/>
              <a:buFont typeface="Reggae One"/>
              <a:buNone/>
              <a:defRPr sz="2000">
                <a:latin typeface="Reggae One"/>
                <a:ea typeface="Reggae One"/>
                <a:cs typeface="Reggae One"/>
                <a:sym typeface="Reggae One"/>
              </a:defRPr>
            </a:lvl7pPr>
            <a:lvl8pPr lvl="7" algn="ctr" rtl="0">
              <a:lnSpc>
                <a:spcPct val="100000"/>
              </a:lnSpc>
              <a:spcBef>
                <a:spcPts val="0"/>
              </a:spcBef>
              <a:spcAft>
                <a:spcPts val="0"/>
              </a:spcAft>
              <a:buSzPts val="2000"/>
              <a:buFont typeface="Reggae One"/>
              <a:buNone/>
              <a:defRPr sz="2000">
                <a:latin typeface="Reggae One"/>
                <a:ea typeface="Reggae One"/>
                <a:cs typeface="Reggae One"/>
                <a:sym typeface="Reggae One"/>
              </a:defRPr>
            </a:lvl8pPr>
            <a:lvl9pPr lvl="8" algn="ctr" rtl="0">
              <a:lnSpc>
                <a:spcPct val="100000"/>
              </a:lnSpc>
              <a:spcBef>
                <a:spcPts val="0"/>
              </a:spcBef>
              <a:spcAft>
                <a:spcPts val="0"/>
              </a:spcAft>
              <a:buSzPts val="2000"/>
              <a:buFont typeface="Reggae One"/>
              <a:buNone/>
              <a:defRPr sz="2000">
                <a:latin typeface="Reggae One"/>
                <a:ea typeface="Reggae One"/>
                <a:cs typeface="Reggae One"/>
                <a:sym typeface="Reggae One"/>
              </a:defRPr>
            </a:lvl9pPr>
          </a:lstStyle>
          <a:p/>
        </p:txBody>
      </p:sp>
      <p:sp>
        <p:nvSpPr>
          <p:cNvPr id="283" name="Google Shape;283;p25"/>
          <p:cNvSpPr/>
          <p:nvPr/>
        </p:nvSpPr>
        <p:spPr>
          <a:xfrm>
            <a:off x="7874855" y="-508827"/>
            <a:ext cx="1714779" cy="1538926"/>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84" name="Google Shape;284;p25"/>
          <p:cNvSpPr/>
          <p:nvPr/>
        </p:nvSpPr>
        <p:spPr>
          <a:xfrm flipH="1">
            <a:off x="7215855" y="3578014"/>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85" name="Google Shape;285;p25"/>
          <p:cNvSpPr/>
          <p:nvPr/>
        </p:nvSpPr>
        <p:spPr>
          <a:xfrm>
            <a:off x="8085968" y="1792776"/>
            <a:ext cx="1444369" cy="1296438"/>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86" name="Google Shape;286;p25"/>
          <p:cNvSpPr/>
          <p:nvPr/>
        </p:nvSpPr>
        <p:spPr>
          <a:xfrm flipH="1">
            <a:off x="-311404" y="-388361"/>
            <a:ext cx="1024629" cy="919688"/>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87" name="Google Shape;287;p25"/>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88" name="Google Shape;288;p25"/>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a:buNone/>
              <a:defRPr sz="1600" b="1"/>
            </a:lvl1pPr>
            <a:lvl2pPr lvl="1">
              <a:buNone/>
              <a:defRPr sz="1600" b="1"/>
            </a:lvl2pPr>
            <a:lvl3pPr lvl="2">
              <a:buNone/>
              <a:defRPr sz="1600" b="1"/>
            </a:lvl3pPr>
            <a:lvl4pPr lvl="3">
              <a:buNone/>
              <a:defRPr sz="1600" b="1"/>
            </a:lvl4pPr>
            <a:lvl5pPr lvl="4">
              <a:buNone/>
              <a:defRPr sz="1600" b="1"/>
            </a:lvl5pPr>
            <a:lvl6pPr lvl="5">
              <a:buNone/>
              <a:defRPr sz="1600" b="1"/>
            </a:lvl6pPr>
            <a:lvl7pPr lvl="6">
              <a:buNone/>
              <a:defRPr sz="1600" b="1"/>
            </a:lvl7pPr>
            <a:lvl8pPr lvl="7">
              <a:buNone/>
              <a:defRPr sz="1600" b="1"/>
            </a:lvl8pPr>
            <a:lvl9pPr lvl="8">
              <a:buNone/>
              <a:defRPr sz="1600" b="1"/>
            </a:lvl9pPr>
          </a:lstStyle>
          <a:p>
            <a:pPr marL="0" lvl="0" indent="0" algn="ct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hree columns 1">
  <p:cSld name="CUSTOM_3_1_1">
    <p:bg>
      <p:bgPr>
        <a:gradFill>
          <a:gsLst>
            <a:gs pos="0">
              <a:srgbClr val="E20030"/>
            </a:gs>
            <a:gs pos="100000">
              <a:srgbClr val="00216E"/>
            </a:gs>
          </a:gsLst>
          <a:lin ang="13500032" scaled="0"/>
        </a:gradFill>
        <a:effectLst/>
      </p:bgPr>
    </p:bg>
    <p:spTree>
      <p:nvGrpSpPr>
        <p:cNvPr id="289" name="Shape 289"/>
        <p:cNvGrpSpPr/>
        <p:nvPr/>
      </p:nvGrpSpPr>
      <p:grpSpPr>
        <a:xfrm>
          <a:off x="0" y="0"/>
          <a:ext cx="0" cy="0"/>
          <a:chOff x="0" y="0"/>
          <a:chExt cx="0" cy="0"/>
        </a:xfrm>
      </p:grpSpPr>
      <p:grpSp>
        <p:nvGrpSpPr>
          <p:cNvPr id="290" name="Google Shape;290;p26"/>
          <p:cNvGrpSpPr/>
          <p:nvPr/>
        </p:nvGrpSpPr>
        <p:grpSpPr>
          <a:xfrm>
            <a:off x="661350" y="-142030"/>
            <a:ext cx="6564681" cy="5427560"/>
            <a:chOff x="557725" y="-142050"/>
            <a:chExt cx="6564681" cy="5427560"/>
          </a:xfrm>
        </p:grpSpPr>
        <p:sp>
          <p:nvSpPr>
            <p:cNvPr id="291" name="Google Shape;291;p26"/>
            <p:cNvSpPr/>
            <p:nvPr/>
          </p:nvSpPr>
          <p:spPr>
            <a:xfrm flipH="1">
              <a:off x="557725"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2" name="Google Shape;292;p26"/>
            <p:cNvSpPr/>
            <p:nvPr/>
          </p:nvSpPr>
          <p:spPr>
            <a:xfrm flipH="1">
              <a:off x="1075529"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93" name="Google Shape;293;p26"/>
          <p:cNvSpPr/>
          <p:nvPr/>
        </p:nvSpPr>
        <p:spPr>
          <a:xfrm>
            <a:off x="1696945" y="-141968"/>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4" name="Google Shape;294;p26"/>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95" name="Google Shape;295;p26"/>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rtl="0">
              <a:buNone/>
              <a:defRPr sz="1600" b="1"/>
            </a:lvl1pPr>
            <a:lvl2pPr lvl="1" rtl="0">
              <a:buNone/>
              <a:defRPr sz="1600" b="1"/>
            </a:lvl2pPr>
            <a:lvl3pPr lvl="2" rtl="0">
              <a:buNone/>
              <a:defRPr sz="1600" b="1"/>
            </a:lvl3pPr>
            <a:lvl4pPr lvl="3" rtl="0">
              <a:buNone/>
              <a:defRPr sz="1600" b="1"/>
            </a:lvl4pPr>
            <a:lvl5pPr lvl="4" rtl="0">
              <a:buNone/>
              <a:defRPr sz="1600" b="1"/>
            </a:lvl5pPr>
            <a:lvl6pPr lvl="5" rtl="0">
              <a:buNone/>
              <a:defRPr sz="1600" b="1"/>
            </a:lvl6pPr>
            <a:lvl7pPr lvl="6" rtl="0">
              <a:buNone/>
              <a:defRPr sz="1600" b="1"/>
            </a:lvl7pPr>
            <a:lvl8pPr lvl="7" rtl="0">
              <a:buNone/>
              <a:defRPr sz="1600" b="1"/>
            </a:lvl8pPr>
            <a:lvl9pPr lvl="8" rtl="0">
              <a:buNone/>
              <a:defRPr sz="1600" b="1"/>
            </a:lvl9pPr>
          </a:lstStyle>
          <a:p>
            <a:pPr marL="0" lvl="0" indent="0" algn="ctr" rtl="0">
              <a:spcBef>
                <a:spcPts val="0"/>
              </a:spcBef>
              <a:spcAft>
                <a:spcPts val="0"/>
              </a:spcAft>
              <a:buNone/>
            </a:pPr>
            <a:fld id="{00000000-1234-1234-1234-123412341234}" type="slidenum">
              <a:rPr lang="en-GB"/>
            </a:fld>
            <a:endParaRPr lang="en-GB"/>
          </a:p>
        </p:txBody>
      </p:sp>
      <p:sp>
        <p:nvSpPr>
          <p:cNvPr id="296" name="Google Shape;296;p26"/>
          <p:cNvSpPr txBox="1"/>
          <p:nvPr>
            <p:ph type="title"/>
          </p:nvPr>
        </p:nvSpPr>
        <p:spPr>
          <a:xfrm>
            <a:off x="3199125" y="539500"/>
            <a:ext cx="5231400" cy="53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200"/>
              <a:buNone/>
              <a:defRPr sz="32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p:txBody>
      </p:sp>
      <p:sp>
        <p:nvSpPr>
          <p:cNvPr id="297" name="Google Shape;297;p26"/>
          <p:cNvSpPr txBox="1"/>
          <p:nvPr>
            <p:ph type="body" idx="1"/>
          </p:nvPr>
        </p:nvSpPr>
        <p:spPr>
          <a:xfrm>
            <a:off x="3199113" y="3410375"/>
            <a:ext cx="5231400" cy="1196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rgbClr val="0B0000"/>
              </a:buClr>
              <a:buSzPts val="1400"/>
              <a:buFont typeface="Roboto Condensed"/>
              <a:buChar char="●"/>
              <a:defRPr/>
            </a:lvl1pPr>
            <a:lvl2pPr marL="914400" lvl="1" indent="-317500" rtl="0">
              <a:spcBef>
                <a:spcPts val="0"/>
              </a:spcBef>
              <a:spcAft>
                <a:spcPts val="0"/>
              </a:spcAft>
              <a:buClr>
                <a:srgbClr val="0B0000"/>
              </a:buClr>
              <a:buSzPts val="1400"/>
              <a:buFont typeface="Roboto Condensed"/>
              <a:buChar char="○"/>
              <a:defRPr sz="1200"/>
            </a:lvl2pPr>
            <a:lvl3pPr marL="1371600" lvl="2" indent="-317500" rtl="0">
              <a:spcBef>
                <a:spcPts val="0"/>
              </a:spcBef>
              <a:spcAft>
                <a:spcPts val="0"/>
              </a:spcAft>
              <a:buClr>
                <a:srgbClr val="0B0000"/>
              </a:buClr>
              <a:buSzPts val="1400"/>
              <a:buFont typeface="Roboto Condensed"/>
              <a:buChar char="■"/>
              <a:defRPr sz="1200"/>
            </a:lvl3pPr>
            <a:lvl4pPr marL="1828800" lvl="3" indent="-317500" rtl="0">
              <a:spcBef>
                <a:spcPts val="0"/>
              </a:spcBef>
              <a:spcAft>
                <a:spcPts val="0"/>
              </a:spcAft>
              <a:buClr>
                <a:srgbClr val="0B0000"/>
              </a:buClr>
              <a:buSzPts val="1400"/>
              <a:buFont typeface="Roboto Condensed"/>
              <a:buChar char="●"/>
              <a:defRPr sz="1200"/>
            </a:lvl4pPr>
            <a:lvl5pPr marL="2286000" lvl="4" indent="-317500" rtl="0">
              <a:spcBef>
                <a:spcPts val="0"/>
              </a:spcBef>
              <a:spcAft>
                <a:spcPts val="0"/>
              </a:spcAft>
              <a:buClr>
                <a:srgbClr val="0B0000"/>
              </a:buClr>
              <a:buSzPts val="1400"/>
              <a:buFont typeface="Roboto Condensed"/>
              <a:buChar char="○"/>
              <a:defRPr sz="1200"/>
            </a:lvl5pPr>
            <a:lvl6pPr marL="2743200" lvl="5" indent="-317500" rtl="0">
              <a:spcBef>
                <a:spcPts val="0"/>
              </a:spcBef>
              <a:spcAft>
                <a:spcPts val="0"/>
              </a:spcAft>
              <a:buClr>
                <a:srgbClr val="0B0000"/>
              </a:buClr>
              <a:buSzPts val="1400"/>
              <a:buFont typeface="Roboto Condensed"/>
              <a:buChar char="■"/>
              <a:defRPr sz="1200"/>
            </a:lvl6pPr>
            <a:lvl7pPr marL="3200400" lvl="6" indent="-317500" rtl="0">
              <a:spcBef>
                <a:spcPts val="0"/>
              </a:spcBef>
              <a:spcAft>
                <a:spcPts val="0"/>
              </a:spcAft>
              <a:buClr>
                <a:srgbClr val="0B0000"/>
              </a:buClr>
              <a:buSzPts val="1400"/>
              <a:buFont typeface="Roboto Condensed"/>
              <a:buChar char="●"/>
              <a:defRPr sz="1200"/>
            </a:lvl7pPr>
            <a:lvl8pPr marL="3657600" lvl="7" indent="-317500" rtl="0">
              <a:spcBef>
                <a:spcPts val="0"/>
              </a:spcBef>
              <a:spcAft>
                <a:spcPts val="0"/>
              </a:spcAft>
              <a:buClr>
                <a:srgbClr val="0B0000"/>
              </a:buClr>
              <a:buSzPts val="1400"/>
              <a:buFont typeface="Roboto Condensed"/>
              <a:buChar char="○"/>
              <a:defRPr sz="1200"/>
            </a:lvl8pPr>
            <a:lvl9pPr marL="4114800" lvl="8" indent="-317500" rtl="0">
              <a:spcBef>
                <a:spcPts val="0"/>
              </a:spcBef>
              <a:spcAft>
                <a:spcPts val="0"/>
              </a:spcAft>
              <a:buClr>
                <a:srgbClr val="0B0000"/>
              </a:buClr>
              <a:buSzPts val="1400"/>
              <a:buFont typeface="Roboto Condensed"/>
              <a:buChar char="■"/>
              <a:defRPr sz="1200"/>
            </a:lvl9pPr>
          </a:lstStyle>
          <a:p/>
        </p:txBody>
      </p:sp>
      <p:sp>
        <p:nvSpPr>
          <p:cNvPr id="298" name="Google Shape;298;p26"/>
          <p:cNvSpPr txBox="1"/>
          <p:nvPr>
            <p:ph type="body" idx="2"/>
          </p:nvPr>
        </p:nvSpPr>
        <p:spPr>
          <a:xfrm>
            <a:off x="3199278" y="2609675"/>
            <a:ext cx="5231400" cy="3858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rgbClr val="0B0000"/>
              </a:buClr>
              <a:buSzPts val="1400"/>
              <a:buFont typeface="Roboto Condensed"/>
              <a:buChar char="●"/>
              <a:defRPr>
                <a:solidFill>
                  <a:schemeClr val="hlink"/>
                </a:solidFill>
              </a:defRPr>
            </a:lvl1pPr>
            <a:lvl2pPr marL="914400" lvl="1" indent="-317500" rtl="0">
              <a:spcBef>
                <a:spcPts val="0"/>
              </a:spcBef>
              <a:spcAft>
                <a:spcPts val="0"/>
              </a:spcAft>
              <a:buClr>
                <a:srgbClr val="0B0000"/>
              </a:buClr>
              <a:buSzPts val="1400"/>
              <a:buFont typeface="Roboto Condensed"/>
              <a:buChar char="○"/>
              <a:defRPr sz="1200"/>
            </a:lvl2pPr>
            <a:lvl3pPr marL="1371600" lvl="2" indent="-317500" rtl="0">
              <a:spcBef>
                <a:spcPts val="0"/>
              </a:spcBef>
              <a:spcAft>
                <a:spcPts val="0"/>
              </a:spcAft>
              <a:buClr>
                <a:srgbClr val="0B0000"/>
              </a:buClr>
              <a:buSzPts val="1400"/>
              <a:buFont typeface="Roboto Condensed"/>
              <a:buChar char="■"/>
              <a:defRPr sz="1200"/>
            </a:lvl3pPr>
            <a:lvl4pPr marL="1828800" lvl="3" indent="-317500" rtl="0">
              <a:spcBef>
                <a:spcPts val="0"/>
              </a:spcBef>
              <a:spcAft>
                <a:spcPts val="0"/>
              </a:spcAft>
              <a:buClr>
                <a:srgbClr val="0B0000"/>
              </a:buClr>
              <a:buSzPts val="1400"/>
              <a:buFont typeface="Roboto Condensed"/>
              <a:buChar char="●"/>
              <a:defRPr sz="1200"/>
            </a:lvl4pPr>
            <a:lvl5pPr marL="2286000" lvl="4" indent="-317500" rtl="0">
              <a:spcBef>
                <a:spcPts val="0"/>
              </a:spcBef>
              <a:spcAft>
                <a:spcPts val="0"/>
              </a:spcAft>
              <a:buClr>
                <a:srgbClr val="0B0000"/>
              </a:buClr>
              <a:buSzPts val="1400"/>
              <a:buFont typeface="Roboto Condensed"/>
              <a:buChar char="○"/>
              <a:defRPr sz="1200"/>
            </a:lvl5pPr>
            <a:lvl6pPr marL="2743200" lvl="5" indent="-317500" rtl="0">
              <a:spcBef>
                <a:spcPts val="0"/>
              </a:spcBef>
              <a:spcAft>
                <a:spcPts val="0"/>
              </a:spcAft>
              <a:buClr>
                <a:srgbClr val="0B0000"/>
              </a:buClr>
              <a:buSzPts val="1400"/>
              <a:buFont typeface="Roboto Condensed"/>
              <a:buChar char="■"/>
              <a:defRPr sz="1200"/>
            </a:lvl6pPr>
            <a:lvl7pPr marL="3200400" lvl="6" indent="-317500" rtl="0">
              <a:spcBef>
                <a:spcPts val="0"/>
              </a:spcBef>
              <a:spcAft>
                <a:spcPts val="0"/>
              </a:spcAft>
              <a:buClr>
                <a:srgbClr val="0B0000"/>
              </a:buClr>
              <a:buSzPts val="1400"/>
              <a:buFont typeface="Roboto Condensed"/>
              <a:buChar char="●"/>
              <a:defRPr sz="1200"/>
            </a:lvl7pPr>
            <a:lvl8pPr marL="3657600" lvl="7" indent="-317500" rtl="0">
              <a:spcBef>
                <a:spcPts val="0"/>
              </a:spcBef>
              <a:spcAft>
                <a:spcPts val="0"/>
              </a:spcAft>
              <a:buClr>
                <a:srgbClr val="0B0000"/>
              </a:buClr>
              <a:buSzPts val="1400"/>
              <a:buFont typeface="Roboto Condensed"/>
              <a:buChar char="○"/>
              <a:defRPr sz="1200"/>
            </a:lvl8pPr>
            <a:lvl9pPr marL="4114800" lvl="8" indent="-317500" rtl="0">
              <a:spcBef>
                <a:spcPts val="0"/>
              </a:spcBef>
              <a:spcAft>
                <a:spcPts val="0"/>
              </a:spcAft>
              <a:buClr>
                <a:srgbClr val="0B0000"/>
              </a:buClr>
              <a:buSzPts val="1400"/>
              <a:buFont typeface="Roboto Condensed"/>
              <a:buChar char="■"/>
              <a:defRPr sz="1200"/>
            </a:lvl9pPr>
          </a:lstStyle>
          <a:p/>
        </p:txBody>
      </p:sp>
      <p:sp>
        <p:nvSpPr>
          <p:cNvPr id="299" name="Google Shape;299;p26"/>
          <p:cNvSpPr txBox="1"/>
          <p:nvPr>
            <p:ph type="body" idx="3"/>
          </p:nvPr>
        </p:nvSpPr>
        <p:spPr>
          <a:xfrm>
            <a:off x="3199243" y="1835133"/>
            <a:ext cx="5231400" cy="3858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rgbClr val="322347"/>
              </a:buClr>
              <a:buSzPts val="1400"/>
              <a:buFont typeface="Roboto Mono"/>
              <a:buChar char="●"/>
              <a:defRPr/>
            </a:lvl1pPr>
            <a:lvl2pPr marL="914400" lvl="1" indent="-317500" rtl="0">
              <a:spcBef>
                <a:spcPts val="0"/>
              </a:spcBef>
              <a:spcAft>
                <a:spcPts val="0"/>
              </a:spcAft>
              <a:buClr>
                <a:schemeClr val="accent2"/>
              </a:buClr>
              <a:buSzPts val="1400"/>
              <a:buFont typeface="Roboto Mono"/>
              <a:buChar char="○"/>
              <a:defRPr sz="1200"/>
            </a:lvl2pPr>
            <a:lvl3pPr marL="1371600" lvl="2" indent="-317500" rtl="0">
              <a:spcBef>
                <a:spcPts val="0"/>
              </a:spcBef>
              <a:spcAft>
                <a:spcPts val="0"/>
              </a:spcAft>
              <a:buClr>
                <a:schemeClr val="accent2"/>
              </a:buClr>
              <a:buSzPts val="1400"/>
              <a:buFont typeface="Roboto Mono"/>
              <a:buChar char="■"/>
              <a:defRPr sz="1200"/>
            </a:lvl3pPr>
            <a:lvl4pPr marL="1828800" lvl="3" indent="-317500" rtl="0">
              <a:spcBef>
                <a:spcPts val="0"/>
              </a:spcBef>
              <a:spcAft>
                <a:spcPts val="0"/>
              </a:spcAft>
              <a:buClr>
                <a:schemeClr val="accent2"/>
              </a:buClr>
              <a:buSzPts val="1400"/>
              <a:buFont typeface="Roboto Mono"/>
              <a:buChar char="●"/>
              <a:defRPr sz="1200"/>
            </a:lvl4pPr>
            <a:lvl5pPr marL="2286000" lvl="4" indent="-317500" rtl="0">
              <a:spcBef>
                <a:spcPts val="0"/>
              </a:spcBef>
              <a:spcAft>
                <a:spcPts val="0"/>
              </a:spcAft>
              <a:buClr>
                <a:schemeClr val="accent2"/>
              </a:buClr>
              <a:buSzPts val="1400"/>
              <a:buFont typeface="Roboto Mono"/>
              <a:buChar char="○"/>
              <a:defRPr sz="1200"/>
            </a:lvl5pPr>
            <a:lvl6pPr marL="2743200" lvl="5" indent="-317500" rtl="0">
              <a:spcBef>
                <a:spcPts val="0"/>
              </a:spcBef>
              <a:spcAft>
                <a:spcPts val="0"/>
              </a:spcAft>
              <a:buClr>
                <a:schemeClr val="accent2"/>
              </a:buClr>
              <a:buSzPts val="1400"/>
              <a:buFont typeface="Roboto Mono"/>
              <a:buChar char="■"/>
              <a:defRPr sz="1200"/>
            </a:lvl6pPr>
            <a:lvl7pPr marL="3200400" lvl="6" indent="-317500" rtl="0">
              <a:spcBef>
                <a:spcPts val="0"/>
              </a:spcBef>
              <a:spcAft>
                <a:spcPts val="0"/>
              </a:spcAft>
              <a:buClr>
                <a:schemeClr val="accent2"/>
              </a:buClr>
              <a:buSzPts val="1400"/>
              <a:buFont typeface="Roboto Mono"/>
              <a:buChar char="●"/>
              <a:defRPr sz="1200"/>
            </a:lvl7pPr>
            <a:lvl8pPr marL="3657600" lvl="7" indent="-317500" rtl="0">
              <a:spcBef>
                <a:spcPts val="0"/>
              </a:spcBef>
              <a:spcAft>
                <a:spcPts val="0"/>
              </a:spcAft>
              <a:buClr>
                <a:schemeClr val="accent2"/>
              </a:buClr>
              <a:buSzPts val="1400"/>
              <a:buFont typeface="Roboto Mono"/>
              <a:buChar char="○"/>
              <a:defRPr sz="1200"/>
            </a:lvl8pPr>
            <a:lvl9pPr marL="4114800" lvl="8" indent="-317500" rtl="0">
              <a:spcBef>
                <a:spcPts val="0"/>
              </a:spcBef>
              <a:spcAft>
                <a:spcPts val="0"/>
              </a:spcAft>
              <a:buClr>
                <a:schemeClr val="accent2"/>
              </a:buClr>
              <a:buSzPts val="1400"/>
              <a:buFont typeface="Roboto Mono"/>
              <a:buChar char="■"/>
              <a:defRPr sz="1200"/>
            </a:lvl9pPr>
          </a:lstStyle>
          <a:p/>
        </p:txBody>
      </p:sp>
      <p:sp>
        <p:nvSpPr>
          <p:cNvPr id="300" name="Google Shape;300;p26"/>
          <p:cNvSpPr/>
          <p:nvPr/>
        </p:nvSpPr>
        <p:spPr>
          <a:xfrm>
            <a:off x="-221032" y="-190050"/>
            <a:ext cx="2053042" cy="1842545"/>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00216E">
                  <a:alpha val="21568"/>
                </a:srgbClr>
              </a:gs>
              <a:gs pos="100000">
                <a:srgbClr val="E20030">
                  <a:alpha val="23137"/>
                </a:srgbClr>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01" name="Google Shape;301;p26"/>
          <p:cNvSpPr/>
          <p:nvPr/>
        </p:nvSpPr>
        <p:spPr>
          <a:xfrm>
            <a:off x="-260674" y="4065149"/>
            <a:ext cx="1443865" cy="1295759"/>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17254"/>
                </a:srgbClr>
              </a:gs>
              <a:gs pos="100000">
                <a:srgbClr val="E20030">
                  <a:alpha val="40784"/>
                </a:srgbClr>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02" name="Google Shape;302;p26"/>
          <p:cNvSpPr/>
          <p:nvPr/>
        </p:nvSpPr>
        <p:spPr>
          <a:xfrm>
            <a:off x="807374" y="1162576"/>
            <a:ext cx="1024629" cy="919461"/>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03" name="Google Shape;303;p26"/>
          <p:cNvSpPr txBox="1"/>
          <p:nvPr>
            <p:ph type="subTitle" idx="4"/>
          </p:nvPr>
        </p:nvSpPr>
        <p:spPr>
          <a:xfrm>
            <a:off x="3199265" y="1464325"/>
            <a:ext cx="4610400" cy="3708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000"/>
              <a:buFont typeface="Reggae One"/>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SzPts val="2000"/>
              <a:buFont typeface="Reggae One"/>
              <a:buNone/>
              <a:defRPr sz="2000">
                <a:latin typeface="Reggae One"/>
                <a:ea typeface="Reggae One"/>
                <a:cs typeface="Reggae One"/>
                <a:sym typeface="Reggae One"/>
              </a:defRPr>
            </a:lvl2pPr>
            <a:lvl3pPr lvl="2" algn="ctr" rtl="0">
              <a:lnSpc>
                <a:spcPct val="100000"/>
              </a:lnSpc>
              <a:spcBef>
                <a:spcPts val="0"/>
              </a:spcBef>
              <a:spcAft>
                <a:spcPts val="0"/>
              </a:spcAft>
              <a:buSzPts val="2000"/>
              <a:buFont typeface="Reggae One"/>
              <a:buNone/>
              <a:defRPr sz="2000">
                <a:latin typeface="Reggae One"/>
                <a:ea typeface="Reggae One"/>
                <a:cs typeface="Reggae One"/>
                <a:sym typeface="Reggae One"/>
              </a:defRPr>
            </a:lvl3pPr>
            <a:lvl4pPr lvl="3" algn="ctr" rtl="0">
              <a:lnSpc>
                <a:spcPct val="100000"/>
              </a:lnSpc>
              <a:spcBef>
                <a:spcPts val="0"/>
              </a:spcBef>
              <a:spcAft>
                <a:spcPts val="0"/>
              </a:spcAft>
              <a:buSzPts val="2000"/>
              <a:buFont typeface="Reggae One"/>
              <a:buNone/>
              <a:defRPr sz="2000">
                <a:latin typeface="Reggae One"/>
                <a:ea typeface="Reggae One"/>
                <a:cs typeface="Reggae One"/>
                <a:sym typeface="Reggae One"/>
              </a:defRPr>
            </a:lvl4pPr>
            <a:lvl5pPr lvl="4" algn="ctr" rtl="0">
              <a:lnSpc>
                <a:spcPct val="100000"/>
              </a:lnSpc>
              <a:spcBef>
                <a:spcPts val="0"/>
              </a:spcBef>
              <a:spcAft>
                <a:spcPts val="0"/>
              </a:spcAft>
              <a:buSzPts val="2000"/>
              <a:buFont typeface="Reggae One"/>
              <a:buNone/>
              <a:defRPr sz="2000">
                <a:latin typeface="Reggae One"/>
                <a:ea typeface="Reggae One"/>
                <a:cs typeface="Reggae One"/>
                <a:sym typeface="Reggae One"/>
              </a:defRPr>
            </a:lvl5pPr>
            <a:lvl6pPr lvl="5" algn="ctr" rtl="0">
              <a:lnSpc>
                <a:spcPct val="100000"/>
              </a:lnSpc>
              <a:spcBef>
                <a:spcPts val="0"/>
              </a:spcBef>
              <a:spcAft>
                <a:spcPts val="0"/>
              </a:spcAft>
              <a:buSzPts val="2000"/>
              <a:buFont typeface="Reggae One"/>
              <a:buNone/>
              <a:defRPr sz="2000">
                <a:latin typeface="Reggae One"/>
                <a:ea typeface="Reggae One"/>
                <a:cs typeface="Reggae One"/>
                <a:sym typeface="Reggae One"/>
              </a:defRPr>
            </a:lvl6pPr>
            <a:lvl7pPr lvl="6" algn="ctr" rtl="0">
              <a:lnSpc>
                <a:spcPct val="100000"/>
              </a:lnSpc>
              <a:spcBef>
                <a:spcPts val="0"/>
              </a:spcBef>
              <a:spcAft>
                <a:spcPts val="0"/>
              </a:spcAft>
              <a:buSzPts val="2000"/>
              <a:buFont typeface="Reggae One"/>
              <a:buNone/>
              <a:defRPr sz="2000">
                <a:latin typeface="Reggae One"/>
                <a:ea typeface="Reggae One"/>
                <a:cs typeface="Reggae One"/>
                <a:sym typeface="Reggae One"/>
              </a:defRPr>
            </a:lvl7pPr>
            <a:lvl8pPr lvl="7" algn="ctr" rtl="0">
              <a:lnSpc>
                <a:spcPct val="100000"/>
              </a:lnSpc>
              <a:spcBef>
                <a:spcPts val="0"/>
              </a:spcBef>
              <a:spcAft>
                <a:spcPts val="0"/>
              </a:spcAft>
              <a:buSzPts val="2000"/>
              <a:buFont typeface="Reggae One"/>
              <a:buNone/>
              <a:defRPr sz="2000">
                <a:latin typeface="Reggae One"/>
                <a:ea typeface="Reggae One"/>
                <a:cs typeface="Reggae One"/>
                <a:sym typeface="Reggae One"/>
              </a:defRPr>
            </a:lvl8pPr>
            <a:lvl9pPr lvl="8" algn="ctr" rtl="0">
              <a:lnSpc>
                <a:spcPct val="100000"/>
              </a:lnSpc>
              <a:spcBef>
                <a:spcPts val="0"/>
              </a:spcBef>
              <a:spcAft>
                <a:spcPts val="0"/>
              </a:spcAft>
              <a:buSzPts val="2000"/>
              <a:buFont typeface="Reggae One"/>
              <a:buNone/>
              <a:defRPr sz="2000">
                <a:latin typeface="Reggae One"/>
                <a:ea typeface="Reggae One"/>
                <a:cs typeface="Reggae One"/>
                <a:sym typeface="Reggae One"/>
              </a:defRPr>
            </a:lvl9pPr>
          </a:lstStyle>
          <a:p/>
        </p:txBody>
      </p:sp>
      <p:sp>
        <p:nvSpPr>
          <p:cNvPr id="304" name="Google Shape;304;p26"/>
          <p:cNvSpPr txBox="1"/>
          <p:nvPr>
            <p:ph type="subTitle" idx="5"/>
          </p:nvPr>
        </p:nvSpPr>
        <p:spPr>
          <a:xfrm>
            <a:off x="3199265" y="2238873"/>
            <a:ext cx="4610400" cy="3708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000"/>
              <a:buFont typeface="Reggae One"/>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SzPts val="2000"/>
              <a:buFont typeface="Reggae One"/>
              <a:buNone/>
              <a:defRPr sz="2000">
                <a:latin typeface="Reggae One"/>
                <a:ea typeface="Reggae One"/>
                <a:cs typeface="Reggae One"/>
                <a:sym typeface="Reggae One"/>
              </a:defRPr>
            </a:lvl2pPr>
            <a:lvl3pPr lvl="2" algn="ctr" rtl="0">
              <a:lnSpc>
                <a:spcPct val="100000"/>
              </a:lnSpc>
              <a:spcBef>
                <a:spcPts val="0"/>
              </a:spcBef>
              <a:spcAft>
                <a:spcPts val="0"/>
              </a:spcAft>
              <a:buSzPts val="2000"/>
              <a:buFont typeface="Reggae One"/>
              <a:buNone/>
              <a:defRPr sz="2000">
                <a:latin typeface="Reggae One"/>
                <a:ea typeface="Reggae One"/>
                <a:cs typeface="Reggae One"/>
                <a:sym typeface="Reggae One"/>
              </a:defRPr>
            </a:lvl3pPr>
            <a:lvl4pPr lvl="3" algn="ctr" rtl="0">
              <a:lnSpc>
                <a:spcPct val="100000"/>
              </a:lnSpc>
              <a:spcBef>
                <a:spcPts val="0"/>
              </a:spcBef>
              <a:spcAft>
                <a:spcPts val="0"/>
              </a:spcAft>
              <a:buSzPts val="2000"/>
              <a:buFont typeface="Reggae One"/>
              <a:buNone/>
              <a:defRPr sz="2000">
                <a:latin typeface="Reggae One"/>
                <a:ea typeface="Reggae One"/>
                <a:cs typeface="Reggae One"/>
                <a:sym typeface="Reggae One"/>
              </a:defRPr>
            </a:lvl4pPr>
            <a:lvl5pPr lvl="4" algn="ctr" rtl="0">
              <a:lnSpc>
                <a:spcPct val="100000"/>
              </a:lnSpc>
              <a:spcBef>
                <a:spcPts val="0"/>
              </a:spcBef>
              <a:spcAft>
                <a:spcPts val="0"/>
              </a:spcAft>
              <a:buSzPts val="2000"/>
              <a:buFont typeface="Reggae One"/>
              <a:buNone/>
              <a:defRPr sz="2000">
                <a:latin typeface="Reggae One"/>
                <a:ea typeface="Reggae One"/>
                <a:cs typeface="Reggae One"/>
                <a:sym typeface="Reggae One"/>
              </a:defRPr>
            </a:lvl5pPr>
            <a:lvl6pPr lvl="5" algn="ctr" rtl="0">
              <a:lnSpc>
                <a:spcPct val="100000"/>
              </a:lnSpc>
              <a:spcBef>
                <a:spcPts val="0"/>
              </a:spcBef>
              <a:spcAft>
                <a:spcPts val="0"/>
              </a:spcAft>
              <a:buSzPts val="2000"/>
              <a:buFont typeface="Reggae One"/>
              <a:buNone/>
              <a:defRPr sz="2000">
                <a:latin typeface="Reggae One"/>
                <a:ea typeface="Reggae One"/>
                <a:cs typeface="Reggae One"/>
                <a:sym typeface="Reggae One"/>
              </a:defRPr>
            </a:lvl6pPr>
            <a:lvl7pPr lvl="6" algn="ctr" rtl="0">
              <a:lnSpc>
                <a:spcPct val="100000"/>
              </a:lnSpc>
              <a:spcBef>
                <a:spcPts val="0"/>
              </a:spcBef>
              <a:spcAft>
                <a:spcPts val="0"/>
              </a:spcAft>
              <a:buSzPts val="2000"/>
              <a:buFont typeface="Reggae One"/>
              <a:buNone/>
              <a:defRPr sz="2000">
                <a:latin typeface="Reggae One"/>
                <a:ea typeface="Reggae One"/>
                <a:cs typeface="Reggae One"/>
                <a:sym typeface="Reggae One"/>
              </a:defRPr>
            </a:lvl7pPr>
            <a:lvl8pPr lvl="7" algn="ctr" rtl="0">
              <a:lnSpc>
                <a:spcPct val="100000"/>
              </a:lnSpc>
              <a:spcBef>
                <a:spcPts val="0"/>
              </a:spcBef>
              <a:spcAft>
                <a:spcPts val="0"/>
              </a:spcAft>
              <a:buSzPts val="2000"/>
              <a:buFont typeface="Reggae One"/>
              <a:buNone/>
              <a:defRPr sz="2000">
                <a:latin typeface="Reggae One"/>
                <a:ea typeface="Reggae One"/>
                <a:cs typeface="Reggae One"/>
                <a:sym typeface="Reggae One"/>
              </a:defRPr>
            </a:lvl8pPr>
            <a:lvl9pPr lvl="8" algn="ctr" rtl="0">
              <a:lnSpc>
                <a:spcPct val="100000"/>
              </a:lnSpc>
              <a:spcBef>
                <a:spcPts val="0"/>
              </a:spcBef>
              <a:spcAft>
                <a:spcPts val="0"/>
              </a:spcAft>
              <a:buSzPts val="2000"/>
              <a:buFont typeface="Reggae One"/>
              <a:buNone/>
              <a:defRPr sz="2000">
                <a:latin typeface="Reggae One"/>
                <a:ea typeface="Reggae One"/>
                <a:cs typeface="Reggae One"/>
                <a:sym typeface="Reggae One"/>
              </a:defRPr>
            </a:lvl9pPr>
          </a:lstStyle>
          <a:p/>
        </p:txBody>
      </p:sp>
      <p:sp>
        <p:nvSpPr>
          <p:cNvPr id="305" name="Google Shape;305;p26"/>
          <p:cNvSpPr txBox="1"/>
          <p:nvPr>
            <p:ph type="subTitle" idx="6"/>
          </p:nvPr>
        </p:nvSpPr>
        <p:spPr>
          <a:xfrm>
            <a:off x="3199265" y="3039571"/>
            <a:ext cx="4610400" cy="3708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000"/>
              <a:buFont typeface="Reggae One"/>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SzPts val="2000"/>
              <a:buFont typeface="Reggae One"/>
              <a:buNone/>
              <a:defRPr sz="2000">
                <a:latin typeface="Reggae One"/>
                <a:ea typeface="Reggae One"/>
                <a:cs typeface="Reggae One"/>
                <a:sym typeface="Reggae One"/>
              </a:defRPr>
            </a:lvl2pPr>
            <a:lvl3pPr lvl="2" algn="ctr" rtl="0">
              <a:lnSpc>
                <a:spcPct val="100000"/>
              </a:lnSpc>
              <a:spcBef>
                <a:spcPts val="0"/>
              </a:spcBef>
              <a:spcAft>
                <a:spcPts val="0"/>
              </a:spcAft>
              <a:buSzPts val="2000"/>
              <a:buFont typeface="Reggae One"/>
              <a:buNone/>
              <a:defRPr sz="2000">
                <a:latin typeface="Reggae One"/>
                <a:ea typeface="Reggae One"/>
                <a:cs typeface="Reggae One"/>
                <a:sym typeface="Reggae One"/>
              </a:defRPr>
            </a:lvl3pPr>
            <a:lvl4pPr lvl="3" algn="ctr" rtl="0">
              <a:lnSpc>
                <a:spcPct val="100000"/>
              </a:lnSpc>
              <a:spcBef>
                <a:spcPts val="0"/>
              </a:spcBef>
              <a:spcAft>
                <a:spcPts val="0"/>
              </a:spcAft>
              <a:buSzPts val="2000"/>
              <a:buFont typeface="Reggae One"/>
              <a:buNone/>
              <a:defRPr sz="2000">
                <a:latin typeface="Reggae One"/>
                <a:ea typeface="Reggae One"/>
                <a:cs typeface="Reggae One"/>
                <a:sym typeface="Reggae One"/>
              </a:defRPr>
            </a:lvl4pPr>
            <a:lvl5pPr lvl="4" algn="ctr" rtl="0">
              <a:lnSpc>
                <a:spcPct val="100000"/>
              </a:lnSpc>
              <a:spcBef>
                <a:spcPts val="0"/>
              </a:spcBef>
              <a:spcAft>
                <a:spcPts val="0"/>
              </a:spcAft>
              <a:buSzPts val="2000"/>
              <a:buFont typeface="Reggae One"/>
              <a:buNone/>
              <a:defRPr sz="2000">
                <a:latin typeface="Reggae One"/>
                <a:ea typeface="Reggae One"/>
                <a:cs typeface="Reggae One"/>
                <a:sym typeface="Reggae One"/>
              </a:defRPr>
            </a:lvl5pPr>
            <a:lvl6pPr lvl="5" algn="ctr" rtl="0">
              <a:lnSpc>
                <a:spcPct val="100000"/>
              </a:lnSpc>
              <a:spcBef>
                <a:spcPts val="0"/>
              </a:spcBef>
              <a:spcAft>
                <a:spcPts val="0"/>
              </a:spcAft>
              <a:buSzPts val="2000"/>
              <a:buFont typeface="Reggae One"/>
              <a:buNone/>
              <a:defRPr sz="2000">
                <a:latin typeface="Reggae One"/>
                <a:ea typeface="Reggae One"/>
                <a:cs typeface="Reggae One"/>
                <a:sym typeface="Reggae One"/>
              </a:defRPr>
            </a:lvl6pPr>
            <a:lvl7pPr lvl="6" algn="ctr" rtl="0">
              <a:lnSpc>
                <a:spcPct val="100000"/>
              </a:lnSpc>
              <a:spcBef>
                <a:spcPts val="0"/>
              </a:spcBef>
              <a:spcAft>
                <a:spcPts val="0"/>
              </a:spcAft>
              <a:buSzPts val="2000"/>
              <a:buFont typeface="Reggae One"/>
              <a:buNone/>
              <a:defRPr sz="2000">
                <a:latin typeface="Reggae One"/>
                <a:ea typeface="Reggae One"/>
                <a:cs typeface="Reggae One"/>
                <a:sym typeface="Reggae One"/>
              </a:defRPr>
            </a:lvl7pPr>
            <a:lvl8pPr lvl="7" algn="ctr" rtl="0">
              <a:lnSpc>
                <a:spcPct val="100000"/>
              </a:lnSpc>
              <a:spcBef>
                <a:spcPts val="0"/>
              </a:spcBef>
              <a:spcAft>
                <a:spcPts val="0"/>
              </a:spcAft>
              <a:buSzPts val="2000"/>
              <a:buFont typeface="Reggae One"/>
              <a:buNone/>
              <a:defRPr sz="2000">
                <a:latin typeface="Reggae One"/>
                <a:ea typeface="Reggae One"/>
                <a:cs typeface="Reggae One"/>
                <a:sym typeface="Reggae One"/>
              </a:defRPr>
            </a:lvl8pPr>
            <a:lvl9pPr lvl="8" algn="ctr" rtl="0">
              <a:lnSpc>
                <a:spcPct val="100000"/>
              </a:lnSpc>
              <a:spcBef>
                <a:spcPts val="0"/>
              </a:spcBef>
              <a:spcAft>
                <a:spcPts val="0"/>
              </a:spcAft>
              <a:buSzPts val="2000"/>
              <a:buFont typeface="Reggae One"/>
              <a:buNone/>
              <a:defRPr sz="2000">
                <a:latin typeface="Reggae One"/>
                <a:ea typeface="Reggae One"/>
                <a:cs typeface="Reggae One"/>
                <a:sym typeface="Reggae One"/>
              </a:defRPr>
            </a:lvl9pPr>
          </a:lstStyle>
          <a:p/>
        </p:txBody>
      </p:sp>
      <p:sp>
        <p:nvSpPr>
          <p:cNvPr id="306" name="Google Shape;306;p26"/>
          <p:cNvSpPr/>
          <p:nvPr/>
        </p:nvSpPr>
        <p:spPr>
          <a:xfrm>
            <a:off x="1971049" y="2313751"/>
            <a:ext cx="1024629" cy="919461"/>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135000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four columns">
  <p:cSld name="CUSTOM_4">
    <p:bg>
      <p:bgPr>
        <a:gradFill>
          <a:gsLst>
            <a:gs pos="0">
              <a:schemeClr val="dk1"/>
            </a:gs>
            <a:gs pos="100000">
              <a:srgbClr val="E20030"/>
            </a:gs>
          </a:gsLst>
          <a:lin ang="5400700" scaled="0"/>
        </a:gradFill>
        <a:effectLst/>
      </p:bgPr>
    </p:bg>
    <p:spTree>
      <p:nvGrpSpPr>
        <p:cNvPr id="307" name="Shape 307"/>
        <p:cNvGrpSpPr/>
        <p:nvPr/>
      </p:nvGrpSpPr>
      <p:grpSpPr>
        <a:xfrm>
          <a:off x="0" y="0"/>
          <a:ext cx="0" cy="0"/>
          <a:chOff x="0" y="0"/>
          <a:chExt cx="0" cy="0"/>
        </a:xfrm>
      </p:grpSpPr>
      <p:grpSp>
        <p:nvGrpSpPr>
          <p:cNvPr id="308" name="Google Shape;308;p27"/>
          <p:cNvGrpSpPr/>
          <p:nvPr/>
        </p:nvGrpSpPr>
        <p:grpSpPr>
          <a:xfrm flipH="1">
            <a:off x="2579168" y="-142025"/>
            <a:ext cx="6564831" cy="5427560"/>
            <a:chOff x="641875" y="-142050"/>
            <a:chExt cx="6564831" cy="5427560"/>
          </a:xfrm>
        </p:grpSpPr>
        <p:sp>
          <p:nvSpPr>
            <p:cNvPr id="309" name="Google Shape;309;p27"/>
            <p:cNvSpPr/>
            <p:nvPr/>
          </p:nvSpPr>
          <p:spPr>
            <a:xfrm flipH="1">
              <a:off x="641875"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0" name="Google Shape;310;p27"/>
            <p:cNvSpPr/>
            <p:nvPr/>
          </p:nvSpPr>
          <p:spPr>
            <a:xfrm flipH="1">
              <a:off x="1159829"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11" name="Google Shape;311;p27"/>
          <p:cNvSpPr/>
          <p:nvPr/>
        </p:nvSpPr>
        <p:spPr>
          <a:xfrm flipH="1">
            <a:off x="-1751775" y="-141987"/>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2" name="Google Shape;312;p27"/>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13" name="Google Shape;313;p27"/>
          <p:cNvSpPr/>
          <p:nvPr/>
        </p:nvSpPr>
        <p:spPr>
          <a:xfrm>
            <a:off x="7769128" y="895172"/>
            <a:ext cx="1323290" cy="11877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00216E">
                  <a:alpha val="21568"/>
                </a:srgbClr>
              </a:gs>
              <a:gs pos="100000">
                <a:srgbClr val="E20030">
                  <a:alpha val="23137"/>
                </a:srgbClr>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14" name="Google Shape;314;p27"/>
          <p:cNvSpPr/>
          <p:nvPr/>
        </p:nvSpPr>
        <p:spPr>
          <a:xfrm rot="10800000" flipH="1">
            <a:off x="8108409" y="3762470"/>
            <a:ext cx="811732" cy="728369"/>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15" name="Google Shape;315;p27"/>
          <p:cNvSpPr/>
          <p:nvPr/>
        </p:nvSpPr>
        <p:spPr>
          <a:xfrm>
            <a:off x="8228562" y="2156088"/>
            <a:ext cx="671483" cy="60271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16" name="Google Shape;316;p27"/>
          <p:cNvSpPr txBox="1"/>
          <p:nvPr>
            <p:ph type="title"/>
          </p:nvPr>
        </p:nvSpPr>
        <p:spPr>
          <a:xfrm>
            <a:off x="713225" y="539500"/>
            <a:ext cx="7717500" cy="538200"/>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7" name="Google Shape;317;p27"/>
          <p:cNvSpPr/>
          <p:nvPr/>
        </p:nvSpPr>
        <p:spPr>
          <a:xfrm>
            <a:off x="-412372" y="4447997"/>
            <a:ext cx="1323290" cy="11877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chemeClr val="dk1"/>
              </a:gs>
              <a:gs pos="100000">
                <a:srgbClr val="E20030"/>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18" name="Google Shape;318;p27"/>
          <p:cNvSpPr/>
          <p:nvPr/>
        </p:nvSpPr>
        <p:spPr>
          <a:xfrm rot="10800000" flipH="1">
            <a:off x="-362966" y="3645032"/>
            <a:ext cx="811732" cy="728369"/>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00216E"/>
              </a:gs>
              <a:gs pos="100000">
                <a:srgbClr val="E20030"/>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19" name="Google Shape;319;p27"/>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20" name="Google Shape;320;p27"/>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a:buNone/>
              <a:defRPr sz="1600" b="1"/>
            </a:lvl1pPr>
            <a:lvl2pPr lvl="1">
              <a:buNone/>
              <a:defRPr sz="1600" b="1"/>
            </a:lvl2pPr>
            <a:lvl3pPr lvl="2">
              <a:buNone/>
              <a:defRPr sz="1600" b="1"/>
            </a:lvl3pPr>
            <a:lvl4pPr lvl="3">
              <a:buNone/>
              <a:defRPr sz="1600" b="1"/>
            </a:lvl4pPr>
            <a:lvl5pPr lvl="4">
              <a:buNone/>
              <a:defRPr sz="1600" b="1"/>
            </a:lvl5pPr>
            <a:lvl6pPr lvl="5">
              <a:buNone/>
              <a:defRPr sz="1600" b="1"/>
            </a:lvl6pPr>
            <a:lvl7pPr lvl="6">
              <a:buNone/>
              <a:defRPr sz="1600" b="1"/>
            </a:lvl7pPr>
            <a:lvl8pPr lvl="7">
              <a:buNone/>
              <a:defRPr sz="1600" b="1"/>
            </a:lvl8pPr>
            <a:lvl9pPr lvl="8">
              <a:buNone/>
              <a:defRPr sz="1600" b="1"/>
            </a:lvl9pPr>
          </a:lstStyle>
          <a:p>
            <a:pPr marL="0" lvl="0" indent="0" algn="ctr" rtl="0">
              <a:spcBef>
                <a:spcPts val="0"/>
              </a:spcBef>
              <a:spcAft>
                <a:spcPts val="0"/>
              </a:spcAft>
              <a:buNone/>
            </a:pPr>
            <a:fld id="{00000000-1234-1234-1234-123412341234}" type="slidenum">
              <a:rPr lang="en-GB"/>
            </a:fld>
            <a:endParaRPr lang="en-GB"/>
          </a:p>
        </p:txBody>
      </p:sp>
      <p:sp>
        <p:nvSpPr>
          <p:cNvPr id="321" name="Google Shape;321;p27"/>
          <p:cNvSpPr txBox="1"/>
          <p:nvPr>
            <p:ph type="subTitle" idx="1"/>
          </p:nvPr>
        </p:nvSpPr>
        <p:spPr>
          <a:xfrm flipH="1">
            <a:off x="4854099" y="1976038"/>
            <a:ext cx="2049300" cy="517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22" name="Google Shape;322;p27"/>
          <p:cNvSpPr txBox="1"/>
          <p:nvPr>
            <p:ph type="subTitle" idx="2"/>
          </p:nvPr>
        </p:nvSpPr>
        <p:spPr>
          <a:xfrm flipH="1">
            <a:off x="1721900" y="1976039"/>
            <a:ext cx="2049300" cy="517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23" name="Google Shape;323;p27"/>
          <p:cNvSpPr txBox="1"/>
          <p:nvPr>
            <p:ph type="subTitle" idx="3"/>
          </p:nvPr>
        </p:nvSpPr>
        <p:spPr>
          <a:xfrm flipH="1">
            <a:off x="4854099" y="1590925"/>
            <a:ext cx="2049300" cy="330900"/>
          </a:xfrm>
          <a:prstGeom prst="rect">
            <a:avLst/>
          </a:prstGeom>
        </p:spPr>
        <p:txBody>
          <a:bodyPr spcFirstLastPara="1" wrap="square" lIns="91425" tIns="0" rIns="91425" bIns="91425" anchor="ctr" anchorCtr="0">
            <a:noAutofit/>
          </a:bodyPr>
          <a:lstStyle>
            <a:lvl1pPr lvl="0"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2pPr>
            <a:lvl3pPr lvl="2"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3pPr>
            <a:lvl4pPr lvl="3"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4pPr>
            <a:lvl5pPr lvl="4"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5pPr>
            <a:lvl6pPr lvl="5"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6pPr>
            <a:lvl7pPr lvl="6"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7pPr>
            <a:lvl8pPr lvl="7"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8pPr>
            <a:lvl9pPr lvl="8"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9pPr>
          </a:lstStyle>
          <a:p/>
        </p:txBody>
      </p:sp>
      <p:sp>
        <p:nvSpPr>
          <p:cNvPr id="324" name="Google Shape;324;p27"/>
          <p:cNvSpPr txBox="1"/>
          <p:nvPr>
            <p:ph type="subTitle" idx="4"/>
          </p:nvPr>
        </p:nvSpPr>
        <p:spPr>
          <a:xfrm flipH="1">
            <a:off x="1721900" y="1590925"/>
            <a:ext cx="2049300" cy="330900"/>
          </a:xfrm>
          <a:prstGeom prst="rect">
            <a:avLst/>
          </a:prstGeom>
        </p:spPr>
        <p:txBody>
          <a:bodyPr spcFirstLastPara="1" wrap="square" lIns="91425" tIns="0" rIns="91425" bIns="91425" anchor="ctr" anchorCtr="0">
            <a:noAutofit/>
          </a:bodyPr>
          <a:lstStyle>
            <a:lvl1pPr lvl="0"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2pPr>
            <a:lvl3pPr lvl="2"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3pPr>
            <a:lvl4pPr lvl="3"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4pPr>
            <a:lvl5pPr lvl="4"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5pPr>
            <a:lvl6pPr lvl="5"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6pPr>
            <a:lvl7pPr lvl="6"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7pPr>
            <a:lvl8pPr lvl="7"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8pPr>
            <a:lvl9pPr lvl="8"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9pPr>
          </a:lstStyle>
          <a:p/>
        </p:txBody>
      </p:sp>
      <p:sp>
        <p:nvSpPr>
          <p:cNvPr id="325" name="Google Shape;325;p27"/>
          <p:cNvSpPr txBox="1"/>
          <p:nvPr>
            <p:ph type="subTitle" idx="5"/>
          </p:nvPr>
        </p:nvSpPr>
        <p:spPr>
          <a:xfrm flipH="1">
            <a:off x="4854099" y="3424720"/>
            <a:ext cx="2049300" cy="517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26" name="Google Shape;326;p27"/>
          <p:cNvSpPr txBox="1"/>
          <p:nvPr>
            <p:ph type="subTitle" idx="6"/>
          </p:nvPr>
        </p:nvSpPr>
        <p:spPr>
          <a:xfrm>
            <a:off x="4854099" y="3039605"/>
            <a:ext cx="2049300" cy="330900"/>
          </a:xfrm>
          <a:prstGeom prst="rect">
            <a:avLst/>
          </a:prstGeom>
        </p:spPr>
        <p:txBody>
          <a:bodyPr spcFirstLastPara="1" wrap="square" lIns="91425" tIns="0" rIns="91425" bIns="91425" anchor="ctr" anchorCtr="0">
            <a:noAutofit/>
          </a:bodyPr>
          <a:lstStyle>
            <a:lvl1pPr lvl="0"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2pPr>
            <a:lvl3pPr lvl="2"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3pPr>
            <a:lvl4pPr lvl="3"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4pPr>
            <a:lvl5pPr lvl="4"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5pPr>
            <a:lvl6pPr lvl="5"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6pPr>
            <a:lvl7pPr lvl="6"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7pPr>
            <a:lvl8pPr lvl="7"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8pPr>
            <a:lvl9pPr lvl="8"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9pPr>
          </a:lstStyle>
          <a:p/>
        </p:txBody>
      </p:sp>
      <p:sp>
        <p:nvSpPr>
          <p:cNvPr id="327" name="Google Shape;327;p27"/>
          <p:cNvSpPr txBox="1"/>
          <p:nvPr>
            <p:ph type="subTitle" idx="7"/>
          </p:nvPr>
        </p:nvSpPr>
        <p:spPr>
          <a:xfrm flipH="1">
            <a:off x="1721900" y="3424722"/>
            <a:ext cx="2049300" cy="517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28" name="Google Shape;328;p27"/>
          <p:cNvSpPr txBox="1"/>
          <p:nvPr>
            <p:ph type="subTitle" idx="8"/>
          </p:nvPr>
        </p:nvSpPr>
        <p:spPr>
          <a:xfrm flipH="1">
            <a:off x="1721900" y="3039607"/>
            <a:ext cx="2049300" cy="330900"/>
          </a:xfrm>
          <a:prstGeom prst="rect">
            <a:avLst/>
          </a:prstGeom>
        </p:spPr>
        <p:txBody>
          <a:bodyPr spcFirstLastPara="1" wrap="square" lIns="91425" tIns="0" rIns="91425" bIns="91425" anchor="ctr" anchorCtr="0">
            <a:noAutofit/>
          </a:bodyPr>
          <a:lstStyle>
            <a:lvl1pPr lvl="0"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2pPr>
            <a:lvl3pPr lvl="2"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3pPr>
            <a:lvl4pPr lvl="3"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4pPr>
            <a:lvl5pPr lvl="4"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5pPr>
            <a:lvl6pPr lvl="5"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6pPr>
            <a:lvl7pPr lvl="6"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7pPr>
            <a:lvl8pPr lvl="7"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8pPr>
            <a:lvl9pPr lvl="8"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9pPr>
          </a:lstStyle>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five columns">
  <p:cSld name="CUSTOM_7">
    <p:bg>
      <p:bgPr>
        <a:gradFill>
          <a:gsLst>
            <a:gs pos="0">
              <a:schemeClr val="dk2"/>
            </a:gs>
            <a:gs pos="100000">
              <a:schemeClr val="accent2"/>
            </a:gs>
          </a:gsLst>
          <a:lin ang="10801400" scaled="0"/>
        </a:gradFill>
        <a:effectLst/>
      </p:bgPr>
    </p:bg>
    <p:spTree>
      <p:nvGrpSpPr>
        <p:cNvPr id="329" name="Shape 329"/>
        <p:cNvGrpSpPr/>
        <p:nvPr/>
      </p:nvGrpSpPr>
      <p:grpSpPr>
        <a:xfrm>
          <a:off x="0" y="0"/>
          <a:ext cx="0" cy="0"/>
          <a:chOff x="0" y="0"/>
          <a:chExt cx="0" cy="0"/>
        </a:xfrm>
      </p:grpSpPr>
      <p:sp>
        <p:nvSpPr>
          <p:cNvPr id="330" name="Google Shape;330;p28"/>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31" name="Google Shape;331;p28"/>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GB"/>
            </a:fld>
            <a:endParaRPr sz="1600"/>
          </a:p>
        </p:txBody>
      </p:sp>
      <p:sp>
        <p:nvSpPr>
          <p:cNvPr id="332" name="Google Shape;332;p28"/>
          <p:cNvSpPr txBox="1"/>
          <p:nvPr>
            <p:ph type="title"/>
          </p:nvPr>
        </p:nvSpPr>
        <p:spPr>
          <a:xfrm>
            <a:off x="713225" y="539500"/>
            <a:ext cx="7717500" cy="538200"/>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None/>
              <a:defRPr sz="32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p:txBody>
      </p:sp>
      <p:sp>
        <p:nvSpPr>
          <p:cNvPr id="333" name="Google Shape;333;p28"/>
          <p:cNvSpPr txBox="1"/>
          <p:nvPr>
            <p:ph type="subTitle" idx="1"/>
          </p:nvPr>
        </p:nvSpPr>
        <p:spPr>
          <a:xfrm>
            <a:off x="5642148" y="2295529"/>
            <a:ext cx="2361300" cy="427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334" name="Google Shape;334;p28"/>
          <p:cNvSpPr txBox="1"/>
          <p:nvPr>
            <p:ph type="subTitle" idx="2"/>
          </p:nvPr>
        </p:nvSpPr>
        <p:spPr>
          <a:xfrm>
            <a:off x="5642138" y="1868029"/>
            <a:ext cx="1822200" cy="427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2pPr>
            <a:lvl3pPr lvl="2"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3pPr>
            <a:lvl4pPr lvl="3"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4pPr>
            <a:lvl5pPr lvl="4"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5pPr>
            <a:lvl6pPr lvl="5"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6pPr>
            <a:lvl7pPr lvl="6"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7pPr>
            <a:lvl8pPr lvl="7"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8pPr>
            <a:lvl9pPr lvl="8"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9pPr>
          </a:lstStyle>
          <a:p/>
        </p:txBody>
      </p:sp>
      <p:sp>
        <p:nvSpPr>
          <p:cNvPr id="335" name="Google Shape;335;p28"/>
          <p:cNvSpPr txBox="1"/>
          <p:nvPr>
            <p:ph type="subTitle" idx="3"/>
          </p:nvPr>
        </p:nvSpPr>
        <p:spPr>
          <a:xfrm>
            <a:off x="5642148" y="3459044"/>
            <a:ext cx="2361300" cy="427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336" name="Google Shape;336;p28"/>
          <p:cNvSpPr txBox="1"/>
          <p:nvPr>
            <p:ph type="subTitle" idx="4"/>
          </p:nvPr>
        </p:nvSpPr>
        <p:spPr>
          <a:xfrm>
            <a:off x="5642138" y="3030042"/>
            <a:ext cx="1822200" cy="427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2pPr>
            <a:lvl3pPr lvl="2"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3pPr>
            <a:lvl4pPr lvl="3"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4pPr>
            <a:lvl5pPr lvl="4"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5pPr>
            <a:lvl6pPr lvl="5"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6pPr>
            <a:lvl7pPr lvl="6"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7pPr>
            <a:lvl8pPr lvl="7"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8pPr>
            <a:lvl9pPr lvl="8"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9pPr>
          </a:lstStyle>
          <a:p/>
        </p:txBody>
      </p:sp>
      <p:sp>
        <p:nvSpPr>
          <p:cNvPr id="337" name="Google Shape;337;p28"/>
          <p:cNvSpPr txBox="1"/>
          <p:nvPr>
            <p:ph type="subTitle" idx="5"/>
          </p:nvPr>
        </p:nvSpPr>
        <p:spPr>
          <a:xfrm>
            <a:off x="1882723" y="1791083"/>
            <a:ext cx="2361300" cy="427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338" name="Google Shape;338;p28"/>
          <p:cNvSpPr txBox="1"/>
          <p:nvPr>
            <p:ph type="subTitle" idx="6"/>
          </p:nvPr>
        </p:nvSpPr>
        <p:spPr>
          <a:xfrm>
            <a:off x="1882713" y="1362076"/>
            <a:ext cx="1822200" cy="427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2pPr>
            <a:lvl3pPr lvl="2"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3pPr>
            <a:lvl4pPr lvl="3"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4pPr>
            <a:lvl5pPr lvl="4"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5pPr>
            <a:lvl6pPr lvl="5"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6pPr>
            <a:lvl7pPr lvl="6"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7pPr>
            <a:lvl8pPr lvl="7"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8pPr>
            <a:lvl9pPr lvl="8"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9pPr>
          </a:lstStyle>
          <a:p/>
        </p:txBody>
      </p:sp>
      <p:sp>
        <p:nvSpPr>
          <p:cNvPr id="339" name="Google Shape;339;p28"/>
          <p:cNvSpPr txBox="1"/>
          <p:nvPr>
            <p:ph type="subTitle" idx="7"/>
          </p:nvPr>
        </p:nvSpPr>
        <p:spPr>
          <a:xfrm>
            <a:off x="1882723" y="2876933"/>
            <a:ext cx="2361300" cy="427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340" name="Google Shape;340;p28"/>
          <p:cNvSpPr txBox="1"/>
          <p:nvPr>
            <p:ph type="subTitle" idx="8"/>
          </p:nvPr>
        </p:nvSpPr>
        <p:spPr>
          <a:xfrm>
            <a:off x="1882713" y="2449433"/>
            <a:ext cx="1822200" cy="427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2pPr>
            <a:lvl3pPr lvl="2"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3pPr>
            <a:lvl4pPr lvl="3"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4pPr>
            <a:lvl5pPr lvl="4"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5pPr>
            <a:lvl6pPr lvl="5"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6pPr>
            <a:lvl7pPr lvl="6"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7pPr>
            <a:lvl8pPr lvl="7"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8pPr>
            <a:lvl9pPr lvl="8"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9pPr>
          </a:lstStyle>
          <a:p/>
        </p:txBody>
      </p:sp>
      <p:sp>
        <p:nvSpPr>
          <p:cNvPr id="341" name="Google Shape;341;p28"/>
          <p:cNvSpPr txBox="1"/>
          <p:nvPr>
            <p:ph type="subTitle" idx="9"/>
          </p:nvPr>
        </p:nvSpPr>
        <p:spPr>
          <a:xfrm>
            <a:off x="1882723" y="3964270"/>
            <a:ext cx="2361300" cy="427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342" name="Google Shape;342;p28"/>
          <p:cNvSpPr txBox="1"/>
          <p:nvPr>
            <p:ph type="subTitle" idx="13"/>
          </p:nvPr>
        </p:nvSpPr>
        <p:spPr>
          <a:xfrm>
            <a:off x="1882713" y="3536770"/>
            <a:ext cx="1822200" cy="427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2pPr>
            <a:lvl3pPr lvl="2"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3pPr>
            <a:lvl4pPr lvl="3"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4pPr>
            <a:lvl5pPr lvl="4"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5pPr>
            <a:lvl6pPr lvl="5"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6pPr>
            <a:lvl7pPr lvl="6"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7pPr>
            <a:lvl8pPr lvl="7"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8pPr>
            <a:lvl9pPr lvl="8" algn="ctr" rtl="0">
              <a:lnSpc>
                <a:spcPct val="100000"/>
              </a:lnSpc>
              <a:spcBef>
                <a:spcPts val="0"/>
              </a:spcBef>
              <a:spcAft>
                <a:spcPts val="0"/>
              </a:spcAft>
              <a:buClr>
                <a:schemeClr val="accent1"/>
              </a:buClr>
              <a:buSzPts val="2200"/>
              <a:buFont typeface="Space Mono"/>
              <a:buNone/>
              <a:defRPr sz="2200" b="1">
                <a:solidFill>
                  <a:schemeClr val="accent1"/>
                </a:solidFill>
                <a:latin typeface="Space Mono"/>
                <a:ea typeface="Space Mono"/>
                <a:cs typeface="Space Mono"/>
                <a:sym typeface="Space Mono"/>
              </a:defRPr>
            </a:lvl9pPr>
          </a:lstStyle>
          <a:p/>
        </p:txBody>
      </p:sp>
      <p:sp>
        <p:nvSpPr>
          <p:cNvPr id="343" name="Google Shape;343;p28"/>
          <p:cNvSpPr/>
          <p:nvPr/>
        </p:nvSpPr>
        <p:spPr>
          <a:xfrm rot="10800000">
            <a:off x="7335644" y="-1025561"/>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135000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44" name="Google Shape;344;p28"/>
          <p:cNvSpPr/>
          <p:nvPr/>
        </p:nvSpPr>
        <p:spPr>
          <a:xfrm rot="10800000">
            <a:off x="8671106" y="989157"/>
            <a:ext cx="1024629" cy="919688"/>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45" name="Google Shape;345;p28"/>
          <p:cNvSpPr/>
          <p:nvPr/>
        </p:nvSpPr>
        <p:spPr>
          <a:xfrm rot="10800000" flipH="1">
            <a:off x="-706715" y="4399486"/>
            <a:ext cx="1419951" cy="1275204"/>
          </a:xfrm>
          <a:custGeom>
            <a:avLst/>
            <a:gdLst/>
            <a:ahLst/>
            <a:cxnLst/>
            <a:rect l="l" t="t" r="r" b="b"/>
            <a:pathLst>
              <a:path w="101552" h="91200" extrusionOk="0">
                <a:moveTo>
                  <a:pt x="67692" y="1316"/>
                </a:moveTo>
                <a:cubicBezTo>
                  <a:pt x="73007" y="1316"/>
                  <a:pt x="77954" y="4172"/>
                  <a:pt x="80612" y="8774"/>
                </a:cubicBezTo>
                <a:lnTo>
                  <a:pt x="97524" y="38071"/>
                </a:lnTo>
                <a:cubicBezTo>
                  <a:pt x="100182" y="42673"/>
                  <a:pt x="100182" y="48388"/>
                  <a:pt x="97524" y="52990"/>
                </a:cubicBezTo>
                <a:lnTo>
                  <a:pt x="80612" y="82284"/>
                </a:lnTo>
                <a:cubicBezTo>
                  <a:pt x="77954" y="86886"/>
                  <a:pt x="73007" y="89745"/>
                  <a:pt x="67697" y="89745"/>
                </a:cubicBezTo>
                <a:cubicBezTo>
                  <a:pt x="64882" y="89699"/>
                  <a:pt x="62259" y="89681"/>
                  <a:pt x="59813" y="89681"/>
                </a:cubicBezTo>
                <a:cubicBezTo>
                  <a:pt x="55192" y="89681"/>
                  <a:pt x="51207" y="89745"/>
                  <a:pt x="47771" y="89800"/>
                </a:cubicBezTo>
                <a:lnTo>
                  <a:pt x="47241" y="89805"/>
                </a:lnTo>
                <a:cubicBezTo>
                  <a:pt x="44571" y="89847"/>
                  <a:pt x="42219" y="89885"/>
                  <a:pt x="40130" y="89885"/>
                </a:cubicBezTo>
                <a:cubicBezTo>
                  <a:pt x="33498" y="89885"/>
                  <a:pt x="29519" y="89506"/>
                  <a:pt x="26414" y="87711"/>
                </a:cubicBezTo>
                <a:cubicBezTo>
                  <a:pt x="22327" y="85351"/>
                  <a:pt x="19610" y="80457"/>
                  <a:pt x="14187" y="70715"/>
                </a:cubicBezTo>
                <a:lnTo>
                  <a:pt x="14163" y="70665"/>
                </a:lnTo>
                <a:cubicBezTo>
                  <a:pt x="11560" y="65984"/>
                  <a:pt x="8319" y="60160"/>
                  <a:pt x="4023" y="52985"/>
                </a:cubicBezTo>
                <a:cubicBezTo>
                  <a:pt x="1372" y="48384"/>
                  <a:pt x="1372" y="42668"/>
                  <a:pt x="4028" y="38071"/>
                </a:cubicBezTo>
                <a:lnTo>
                  <a:pt x="20941" y="8774"/>
                </a:lnTo>
                <a:cubicBezTo>
                  <a:pt x="23598" y="4172"/>
                  <a:pt x="28547" y="1316"/>
                  <a:pt x="33861" y="1316"/>
                </a:cubicBezTo>
                <a:close/>
                <a:moveTo>
                  <a:pt x="33861" y="0"/>
                </a:moveTo>
                <a:cubicBezTo>
                  <a:pt x="28081" y="0"/>
                  <a:pt x="22693" y="3108"/>
                  <a:pt x="19804" y="8115"/>
                </a:cubicBezTo>
                <a:lnTo>
                  <a:pt x="2886" y="37413"/>
                </a:lnTo>
                <a:cubicBezTo>
                  <a:pt x="0" y="42421"/>
                  <a:pt x="0" y="48640"/>
                  <a:pt x="2891" y="53648"/>
                </a:cubicBezTo>
                <a:lnTo>
                  <a:pt x="2895" y="53653"/>
                </a:lnTo>
                <a:cubicBezTo>
                  <a:pt x="7200" y="60853"/>
                  <a:pt x="10436" y="66672"/>
                  <a:pt x="13035" y="71348"/>
                </a:cubicBezTo>
                <a:lnTo>
                  <a:pt x="13039" y="71352"/>
                </a:lnTo>
                <a:cubicBezTo>
                  <a:pt x="17973" y="80225"/>
                  <a:pt x="20694" y="85114"/>
                  <a:pt x="24227" y="87880"/>
                </a:cubicBezTo>
                <a:cubicBezTo>
                  <a:pt x="25128" y="88583"/>
                  <a:pt x="26068" y="89136"/>
                  <a:pt x="27101" y="89581"/>
                </a:cubicBezTo>
                <a:cubicBezTo>
                  <a:pt x="28121" y="90017"/>
                  <a:pt x="29239" y="90349"/>
                  <a:pt x="30522" y="90591"/>
                </a:cubicBezTo>
                <a:cubicBezTo>
                  <a:pt x="32792" y="91027"/>
                  <a:pt x="35544" y="91200"/>
                  <a:pt x="40016" y="91200"/>
                </a:cubicBezTo>
                <a:cubicBezTo>
                  <a:pt x="42119" y="91200"/>
                  <a:pt x="44450" y="91166"/>
                  <a:pt x="47152" y="91120"/>
                </a:cubicBezTo>
                <a:lnTo>
                  <a:pt x="47379" y="91120"/>
                </a:lnTo>
                <a:cubicBezTo>
                  <a:pt x="50902" y="91061"/>
                  <a:pt x="54990" y="90997"/>
                  <a:pt x="59759" y="90997"/>
                </a:cubicBezTo>
                <a:cubicBezTo>
                  <a:pt x="62214" y="90997"/>
                  <a:pt x="64856" y="91012"/>
                  <a:pt x="67686" y="91061"/>
                </a:cubicBezTo>
                <a:lnTo>
                  <a:pt x="67692" y="91061"/>
                </a:lnTo>
                <a:cubicBezTo>
                  <a:pt x="73471" y="91061"/>
                  <a:pt x="78860" y="87948"/>
                  <a:pt x="81749" y="82942"/>
                </a:cubicBezTo>
                <a:lnTo>
                  <a:pt x="98663" y="53648"/>
                </a:lnTo>
                <a:cubicBezTo>
                  <a:pt x="101552" y="48640"/>
                  <a:pt x="101552" y="42421"/>
                  <a:pt x="98663" y="37413"/>
                </a:cubicBezTo>
                <a:lnTo>
                  <a:pt x="81749" y="8115"/>
                </a:lnTo>
                <a:cubicBezTo>
                  <a:pt x="78860" y="3108"/>
                  <a:pt x="73471" y="0"/>
                  <a:pt x="67692" y="0"/>
                </a:cubicBezTo>
                <a:close/>
              </a:path>
            </a:pathLst>
          </a:cu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six columns">
  <p:cSld name="CUSTOM_6">
    <p:bg>
      <p:bgPr>
        <a:gradFill>
          <a:gsLst>
            <a:gs pos="0">
              <a:schemeClr val="accent2"/>
            </a:gs>
            <a:gs pos="100000">
              <a:schemeClr val="dk2"/>
            </a:gs>
          </a:gsLst>
          <a:lin ang="10801400" scaled="0"/>
        </a:gradFill>
        <a:effectLst/>
      </p:bgPr>
    </p:bg>
    <p:spTree>
      <p:nvGrpSpPr>
        <p:cNvPr id="346" name="Shape 346"/>
        <p:cNvGrpSpPr/>
        <p:nvPr/>
      </p:nvGrpSpPr>
      <p:grpSpPr>
        <a:xfrm>
          <a:off x="0" y="0"/>
          <a:ext cx="0" cy="0"/>
          <a:chOff x="0" y="0"/>
          <a:chExt cx="0" cy="0"/>
        </a:xfrm>
      </p:grpSpPr>
      <p:sp>
        <p:nvSpPr>
          <p:cNvPr id="347" name="Google Shape;347;p29"/>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48" name="Google Shape;348;p29"/>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a:buNone/>
              <a:defRPr sz="1600" b="1"/>
            </a:lvl1pPr>
            <a:lvl2pPr lvl="1">
              <a:buNone/>
              <a:defRPr sz="1600" b="1"/>
            </a:lvl2pPr>
            <a:lvl3pPr lvl="2">
              <a:buNone/>
              <a:defRPr sz="1600" b="1"/>
            </a:lvl3pPr>
            <a:lvl4pPr lvl="3">
              <a:buNone/>
              <a:defRPr sz="1600" b="1"/>
            </a:lvl4pPr>
            <a:lvl5pPr lvl="4">
              <a:buNone/>
              <a:defRPr sz="1600" b="1"/>
            </a:lvl5pPr>
            <a:lvl6pPr lvl="5">
              <a:buNone/>
              <a:defRPr sz="1600" b="1"/>
            </a:lvl6pPr>
            <a:lvl7pPr lvl="6">
              <a:buNone/>
              <a:defRPr sz="1600" b="1"/>
            </a:lvl7pPr>
            <a:lvl8pPr lvl="7">
              <a:buNone/>
              <a:defRPr sz="1600" b="1"/>
            </a:lvl8pPr>
            <a:lvl9pPr lvl="8">
              <a:buNone/>
              <a:defRPr sz="1600" b="1"/>
            </a:lvl9pPr>
          </a:lstStyle>
          <a:p>
            <a:pPr marL="0" lvl="0" indent="0" algn="ctr" rtl="0">
              <a:spcBef>
                <a:spcPts val="0"/>
              </a:spcBef>
              <a:spcAft>
                <a:spcPts val="0"/>
              </a:spcAft>
              <a:buNone/>
            </a:pPr>
            <a:fld id="{00000000-1234-1234-1234-123412341234}" type="slidenum">
              <a:rPr lang="en-GB"/>
            </a:fld>
            <a:endParaRPr lang="en-GB"/>
          </a:p>
        </p:txBody>
      </p:sp>
      <p:sp>
        <p:nvSpPr>
          <p:cNvPr id="349" name="Google Shape;349;p29"/>
          <p:cNvSpPr txBox="1"/>
          <p:nvPr>
            <p:ph type="title"/>
          </p:nvPr>
        </p:nvSpPr>
        <p:spPr>
          <a:xfrm>
            <a:off x="713225" y="539500"/>
            <a:ext cx="7717500" cy="53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200"/>
              <a:buNone/>
              <a:defRPr sz="32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p:txBody>
      </p:sp>
      <p:sp>
        <p:nvSpPr>
          <p:cNvPr id="350" name="Google Shape;350;p29"/>
          <p:cNvSpPr txBox="1"/>
          <p:nvPr>
            <p:ph type="subTitle" idx="1"/>
          </p:nvPr>
        </p:nvSpPr>
        <p:spPr>
          <a:xfrm>
            <a:off x="935375" y="2312040"/>
            <a:ext cx="2162100" cy="52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351" name="Google Shape;351;p29"/>
          <p:cNvSpPr txBox="1"/>
          <p:nvPr>
            <p:ph type="subTitle" idx="2"/>
          </p:nvPr>
        </p:nvSpPr>
        <p:spPr>
          <a:xfrm>
            <a:off x="3488875" y="2312040"/>
            <a:ext cx="2162100" cy="52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352" name="Google Shape;352;p29"/>
          <p:cNvSpPr txBox="1"/>
          <p:nvPr>
            <p:ph type="subTitle" idx="3"/>
          </p:nvPr>
        </p:nvSpPr>
        <p:spPr>
          <a:xfrm>
            <a:off x="935375" y="1958399"/>
            <a:ext cx="2162100" cy="3378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2pPr>
            <a:lvl3pPr lvl="2"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3pPr>
            <a:lvl4pPr lvl="3"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4pPr>
            <a:lvl5pPr lvl="4"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5pPr>
            <a:lvl6pPr lvl="5"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6pPr>
            <a:lvl7pPr lvl="6"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7pPr>
            <a:lvl8pPr lvl="7"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8pPr>
            <a:lvl9pPr lvl="8"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9pPr>
          </a:lstStyle>
          <a:p/>
        </p:txBody>
      </p:sp>
      <p:sp>
        <p:nvSpPr>
          <p:cNvPr id="353" name="Google Shape;353;p29"/>
          <p:cNvSpPr txBox="1"/>
          <p:nvPr>
            <p:ph type="subTitle" idx="4"/>
          </p:nvPr>
        </p:nvSpPr>
        <p:spPr>
          <a:xfrm>
            <a:off x="3488875" y="1958399"/>
            <a:ext cx="2162100" cy="3378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2pPr>
            <a:lvl3pPr lvl="2"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3pPr>
            <a:lvl4pPr lvl="3"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4pPr>
            <a:lvl5pPr lvl="4"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5pPr>
            <a:lvl6pPr lvl="5"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6pPr>
            <a:lvl7pPr lvl="6"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7pPr>
            <a:lvl8pPr lvl="7"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8pPr>
            <a:lvl9pPr lvl="8"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9pPr>
          </a:lstStyle>
          <a:p/>
        </p:txBody>
      </p:sp>
      <p:sp>
        <p:nvSpPr>
          <p:cNvPr id="354" name="Google Shape;354;p29"/>
          <p:cNvSpPr txBox="1"/>
          <p:nvPr>
            <p:ph type="subTitle" idx="5"/>
          </p:nvPr>
        </p:nvSpPr>
        <p:spPr>
          <a:xfrm>
            <a:off x="935375" y="4068913"/>
            <a:ext cx="2162100" cy="52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355" name="Google Shape;355;p29"/>
          <p:cNvSpPr txBox="1"/>
          <p:nvPr>
            <p:ph type="subTitle" idx="6"/>
          </p:nvPr>
        </p:nvSpPr>
        <p:spPr>
          <a:xfrm>
            <a:off x="3488875" y="4068913"/>
            <a:ext cx="2162100" cy="52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356" name="Google Shape;356;p29"/>
          <p:cNvSpPr txBox="1"/>
          <p:nvPr>
            <p:ph type="subTitle" idx="7"/>
          </p:nvPr>
        </p:nvSpPr>
        <p:spPr>
          <a:xfrm>
            <a:off x="935375" y="3715274"/>
            <a:ext cx="2162100" cy="3378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2pPr>
            <a:lvl3pPr lvl="2"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3pPr>
            <a:lvl4pPr lvl="3"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4pPr>
            <a:lvl5pPr lvl="4"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5pPr>
            <a:lvl6pPr lvl="5"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6pPr>
            <a:lvl7pPr lvl="6"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7pPr>
            <a:lvl8pPr lvl="7"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8pPr>
            <a:lvl9pPr lvl="8"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9pPr>
          </a:lstStyle>
          <a:p/>
        </p:txBody>
      </p:sp>
      <p:sp>
        <p:nvSpPr>
          <p:cNvPr id="357" name="Google Shape;357;p29"/>
          <p:cNvSpPr txBox="1"/>
          <p:nvPr>
            <p:ph type="subTitle" idx="8"/>
          </p:nvPr>
        </p:nvSpPr>
        <p:spPr>
          <a:xfrm>
            <a:off x="3488875" y="3715274"/>
            <a:ext cx="2162100" cy="3378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2pPr>
            <a:lvl3pPr lvl="2"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3pPr>
            <a:lvl4pPr lvl="3"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4pPr>
            <a:lvl5pPr lvl="4"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5pPr>
            <a:lvl6pPr lvl="5"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6pPr>
            <a:lvl7pPr lvl="6"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7pPr>
            <a:lvl8pPr lvl="7"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8pPr>
            <a:lvl9pPr lvl="8"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9pPr>
          </a:lstStyle>
          <a:p/>
        </p:txBody>
      </p:sp>
      <p:sp>
        <p:nvSpPr>
          <p:cNvPr id="358" name="Google Shape;358;p29"/>
          <p:cNvSpPr txBox="1"/>
          <p:nvPr>
            <p:ph type="subTitle" idx="9"/>
          </p:nvPr>
        </p:nvSpPr>
        <p:spPr>
          <a:xfrm>
            <a:off x="6046525" y="2312040"/>
            <a:ext cx="2162100" cy="52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359" name="Google Shape;359;p29"/>
          <p:cNvSpPr txBox="1"/>
          <p:nvPr>
            <p:ph type="subTitle" idx="13"/>
          </p:nvPr>
        </p:nvSpPr>
        <p:spPr>
          <a:xfrm>
            <a:off x="6046525" y="1958399"/>
            <a:ext cx="2162100" cy="3378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2pPr>
            <a:lvl3pPr lvl="2"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3pPr>
            <a:lvl4pPr lvl="3"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4pPr>
            <a:lvl5pPr lvl="4"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5pPr>
            <a:lvl6pPr lvl="5"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6pPr>
            <a:lvl7pPr lvl="6"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7pPr>
            <a:lvl8pPr lvl="7"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8pPr>
            <a:lvl9pPr lvl="8"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9pPr>
          </a:lstStyle>
          <a:p/>
        </p:txBody>
      </p:sp>
      <p:sp>
        <p:nvSpPr>
          <p:cNvPr id="360" name="Google Shape;360;p29"/>
          <p:cNvSpPr txBox="1"/>
          <p:nvPr>
            <p:ph type="subTitle" idx="14"/>
          </p:nvPr>
        </p:nvSpPr>
        <p:spPr>
          <a:xfrm>
            <a:off x="6046525" y="4068913"/>
            <a:ext cx="2162100" cy="52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p:txBody>
      </p:sp>
      <p:sp>
        <p:nvSpPr>
          <p:cNvPr id="361" name="Google Shape;361;p29"/>
          <p:cNvSpPr txBox="1"/>
          <p:nvPr>
            <p:ph type="subTitle" idx="15"/>
          </p:nvPr>
        </p:nvSpPr>
        <p:spPr>
          <a:xfrm>
            <a:off x="6046525" y="3715274"/>
            <a:ext cx="2162100" cy="3378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1pPr>
            <a:lvl2pPr lvl="1"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2pPr>
            <a:lvl3pPr lvl="2"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3pPr>
            <a:lvl4pPr lvl="3"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4pPr>
            <a:lvl5pPr lvl="4"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5pPr>
            <a:lvl6pPr lvl="5"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6pPr>
            <a:lvl7pPr lvl="6"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7pPr>
            <a:lvl8pPr lvl="7"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8pPr>
            <a:lvl9pPr lvl="8" algn="ctr" rtl="0">
              <a:lnSpc>
                <a:spcPct val="100000"/>
              </a:lnSpc>
              <a:spcBef>
                <a:spcPts val="0"/>
              </a:spcBef>
              <a:spcAft>
                <a:spcPts val="0"/>
              </a:spcAft>
              <a:buClr>
                <a:schemeClr val="accent1"/>
              </a:buClr>
              <a:buSzPts val="2200"/>
              <a:buFont typeface="Space Mono"/>
              <a:buNone/>
              <a:defRPr sz="2200">
                <a:solidFill>
                  <a:schemeClr val="accent1"/>
                </a:solidFill>
                <a:latin typeface="Space Mono"/>
                <a:ea typeface="Space Mono"/>
                <a:cs typeface="Space Mono"/>
                <a:sym typeface="Space Mono"/>
              </a:defRPr>
            </a:lvl9pPr>
          </a:lstStyle>
          <a:p/>
        </p:txBody>
      </p:sp>
      <p:sp>
        <p:nvSpPr>
          <p:cNvPr id="362" name="Google Shape;362;p29"/>
          <p:cNvSpPr/>
          <p:nvPr/>
        </p:nvSpPr>
        <p:spPr>
          <a:xfrm flipH="1">
            <a:off x="-255755" y="440350"/>
            <a:ext cx="710329" cy="637351"/>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63" name="Google Shape;363;p29"/>
          <p:cNvSpPr/>
          <p:nvPr/>
        </p:nvSpPr>
        <p:spPr>
          <a:xfrm flipH="1">
            <a:off x="-255738" y="-704705"/>
            <a:ext cx="1191113" cy="106889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00216E"/>
              </a:gs>
              <a:gs pos="100000">
                <a:srgbClr val="E20030"/>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1">
  <p:cSld name="CUSTOM_1">
    <p:bg>
      <p:bgPr>
        <a:gradFill>
          <a:gsLst>
            <a:gs pos="0">
              <a:schemeClr val="dk2"/>
            </a:gs>
            <a:gs pos="100000">
              <a:schemeClr val="accent2"/>
            </a:gs>
          </a:gsLst>
          <a:lin ang="0" scaled="0"/>
        </a:gradFill>
        <a:effectLst/>
      </p:bgPr>
    </p:bg>
    <p:spTree>
      <p:nvGrpSpPr>
        <p:cNvPr id="364" name="Shape 364"/>
        <p:cNvGrpSpPr/>
        <p:nvPr/>
      </p:nvGrpSpPr>
      <p:grpSpPr>
        <a:xfrm>
          <a:off x="0" y="0"/>
          <a:ext cx="0" cy="0"/>
          <a:chOff x="0" y="0"/>
          <a:chExt cx="0" cy="0"/>
        </a:xfrm>
      </p:grpSpPr>
      <p:sp>
        <p:nvSpPr>
          <p:cNvPr id="365" name="Google Shape;365;p30"/>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66" name="Google Shape;366;p30"/>
          <p:cNvSpPr txBox="1"/>
          <p:nvPr>
            <p:ph type="title"/>
          </p:nvPr>
        </p:nvSpPr>
        <p:spPr>
          <a:xfrm>
            <a:off x="713225" y="539500"/>
            <a:ext cx="7717500" cy="53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7" name="Google Shape;367;p30"/>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algn="ctr" rtl="0">
              <a:buNone/>
              <a:defRPr sz="1600" b="1">
                <a:solidFill>
                  <a:schemeClr val="dk2"/>
                </a:solidFill>
                <a:latin typeface="Space Mono"/>
                <a:ea typeface="Space Mono"/>
                <a:cs typeface="Space Mono"/>
                <a:sym typeface="Space Mono"/>
              </a:defRPr>
            </a:lvl1pPr>
            <a:lvl2pPr lvl="1" algn="ctr" rtl="0">
              <a:buNone/>
              <a:defRPr sz="1600" b="1">
                <a:solidFill>
                  <a:schemeClr val="dk2"/>
                </a:solidFill>
                <a:latin typeface="Space Mono"/>
                <a:ea typeface="Space Mono"/>
                <a:cs typeface="Space Mono"/>
                <a:sym typeface="Space Mono"/>
              </a:defRPr>
            </a:lvl2pPr>
            <a:lvl3pPr lvl="2" algn="ctr" rtl="0">
              <a:buNone/>
              <a:defRPr sz="1600" b="1">
                <a:solidFill>
                  <a:schemeClr val="dk2"/>
                </a:solidFill>
                <a:latin typeface="Space Mono"/>
                <a:ea typeface="Space Mono"/>
                <a:cs typeface="Space Mono"/>
                <a:sym typeface="Space Mono"/>
              </a:defRPr>
            </a:lvl3pPr>
            <a:lvl4pPr lvl="3" algn="ctr" rtl="0">
              <a:buNone/>
              <a:defRPr sz="1600" b="1">
                <a:solidFill>
                  <a:schemeClr val="dk2"/>
                </a:solidFill>
                <a:latin typeface="Space Mono"/>
                <a:ea typeface="Space Mono"/>
                <a:cs typeface="Space Mono"/>
                <a:sym typeface="Space Mono"/>
              </a:defRPr>
            </a:lvl4pPr>
            <a:lvl5pPr lvl="4" algn="ctr" rtl="0">
              <a:buNone/>
              <a:defRPr sz="1600" b="1">
                <a:solidFill>
                  <a:schemeClr val="dk2"/>
                </a:solidFill>
                <a:latin typeface="Space Mono"/>
                <a:ea typeface="Space Mono"/>
                <a:cs typeface="Space Mono"/>
                <a:sym typeface="Space Mono"/>
              </a:defRPr>
            </a:lvl5pPr>
            <a:lvl6pPr lvl="5" algn="ctr" rtl="0">
              <a:buNone/>
              <a:defRPr sz="1600" b="1">
                <a:solidFill>
                  <a:schemeClr val="dk2"/>
                </a:solidFill>
                <a:latin typeface="Space Mono"/>
                <a:ea typeface="Space Mono"/>
                <a:cs typeface="Space Mono"/>
                <a:sym typeface="Space Mono"/>
              </a:defRPr>
            </a:lvl6pPr>
            <a:lvl7pPr lvl="6" algn="ctr" rtl="0">
              <a:buNone/>
              <a:defRPr sz="1600" b="1">
                <a:solidFill>
                  <a:schemeClr val="dk2"/>
                </a:solidFill>
                <a:latin typeface="Space Mono"/>
                <a:ea typeface="Space Mono"/>
                <a:cs typeface="Space Mono"/>
                <a:sym typeface="Space Mono"/>
              </a:defRPr>
            </a:lvl7pPr>
            <a:lvl8pPr lvl="7" algn="ctr" rtl="0">
              <a:buNone/>
              <a:defRPr sz="1600" b="1">
                <a:solidFill>
                  <a:schemeClr val="dk2"/>
                </a:solidFill>
                <a:latin typeface="Space Mono"/>
                <a:ea typeface="Space Mono"/>
                <a:cs typeface="Space Mono"/>
                <a:sym typeface="Space Mono"/>
              </a:defRPr>
            </a:lvl8pPr>
            <a:lvl9pPr lvl="8" algn="ctr" rtl="0">
              <a:buNone/>
              <a:defRPr sz="1600" b="1">
                <a:solidFill>
                  <a:schemeClr val="dk2"/>
                </a:solidFill>
                <a:latin typeface="Space Mono"/>
                <a:ea typeface="Space Mono"/>
                <a:cs typeface="Space Mono"/>
                <a:sym typeface="Space Mono"/>
              </a:defRPr>
            </a:lvl9pPr>
          </a:lstStyle>
          <a:p>
            <a:pPr marL="0" lvl="0" indent="0" algn="ctr" rtl="0">
              <a:spcBef>
                <a:spcPts val="0"/>
              </a:spcBef>
              <a:spcAft>
                <a:spcPts val="0"/>
              </a:spcAft>
              <a:buNone/>
            </a:pPr>
            <a:fld id="{00000000-1234-1234-1234-123412341234}" type="slidenum">
              <a:rPr lang="en-GB"/>
            </a:fld>
            <a:endParaRPr lang="en-GB"/>
          </a:p>
        </p:txBody>
      </p:sp>
      <p:sp>
        <p:nvSpPr>
          <p:cNvPr id="368" name="Google Shape;368;p30"/>
          <p:cNvSpPr/>
          <p:nvPr/>
        </p:nvSpPr>
        <p:spPr>
          <a:xfrm>
            <a:off x="-250313" y="-616254"/>
            <a:ext cx="908595" cy="815538"/>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69" name="Google Shape;369;p30"/>
          <p:cNvSpPr/>
          <p:nvPr/>
        </p:nvSpPr>
        <p:spPr>
          <a:xfrm flipH="1">
            <a:off x="105460" y="243841"/>
            <a:ext cx="543089" cy="487466"/>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70" name="Google Shape;370;p30"/>
          <p:cNvSpPr/>
          <p:nvPr/>
        </p:nvSpPr>
        <p:spPr>
          <a:xfrm flipH="1">
            <a:off x="-459659" y="4433376"/>
            <a:ext cx="1327285" cy="1191984"/>
          </a:xfrm>
          <a:custGeom>
            <a:avLst/>
            <a:gdLst/>
            <a:ahLst/>
            <a:cxnLst/>
            <a:rect l="l" t="t" r="r" b="b"/>
            <a:pathLst>
              <a:path w="101552" h="91200" extrusionOk="0">
                <a:moveTo>
                  <a:pt x="67692" y="1316"/>
                </a:moveTo>
                <a:cubicBezTo>
                  <a:pt x="73007" y="1316"/>
                  <a:pt x="77954" y="4172"/>
                  <a:pt x="80612" y="8774"/>
                </a:cubicBezTo>
                <a:lnTo>
                  <a:pt x="97524" y="38071"/>
                </a:lnTo>
                <a:cubicBezTo>
                  <a:pt x="100182" y="42673"/>
                  <a:pt x="100182" y="48388"/>
                  <a:pt x="97524" y="52990"/>
                </a:cubicBezTo>
                <a:lnTo>
                  <a:pt x="80612" y="82284"/>
                </a:lnTo>
                <a:cubicBezTo>
                  <a:pt x="77954" y="86886"/>
                  <a:pt x="73007" y="89745"/>
                  <a:pt x="67697" y="89745"/>
                </a:cubicBezTo>
                <a:cubicBezTo>
                  <a:pt x="64882" y="89699"/>
                  <a:pt x="62259" y="89681"/>
                  <a:pt x="59813" y="89681"/>
                </a:cubicBezTo>
                <a:cubicBezTo>
                  <a:pt x="55192" y="89681"/>
                  <a:pt x="51207" y="89745"/>
                  <a:pt x="47771" y="89800"/>
                </a:cubicBezTo>
                <a:lnTo>
                  <a:pt x="47241" y="89805"/>
                </a:lnTo>
                <a:cubicBezTo>
                  <a:pt x="44571" y="89847"/>
                  <a:pt x="42219" y="89885"/>
                  <a:pt x="40130" y="89885"/>
                </a:cubicBezTo>
                <a:cubicBezTo>
                  <a:pt x="33498" y="89885"/>
                  <a:pt x="29519" y="89506"/>
                  <a:pt x="26414" y="87711"/>
                </a:cubicBezTo>
                <a:cubicBezTo>
                  <a:pt x="22327" y="85351"/>
                  <a:pt x="19610" y="80457"/>
                  <a:pt x="14187" y="70715"/>
                </a:cubicBezTo>
                <a:lnTo>
                  <a:pt x="14163" y="70665"/>
                </a:lnTo>
                <a:cubicBezTo>
                  <a:pt x="11560" y="65984"/>
                  <a:pt x="8319" y="60160"/>
                  <a:pt x="4023" y="52985"/>
                </a:cubicBezTo>
                <a:cubicBezTo>
                  <a:pt x="1372" y="48384"/>
                  <a:pt x="1372" y="42668"/>
                  <a:pt x="4028" y="38071"/>
                </a:cubicBezTo>
                <a:lnTo>
                  <a:pt x="20941" y="8774"/>
                </a:lnTo>
                <a:cubicBezTo>
                  <a:pt x="23598" y="4172"/>
                  <a:pt x="28547" y="1316"/>
                  <a:pt x="33861" y="1316"/>
                </a:cubicBezTo>
                <a:close/>
                <a:moveTo>
                  <a:pt x="33861" y="0"/>
                </a:moveTo>
                <a:cubicBezTo>
                  <a:pt x="28081" y="0"/>
                  <a:pt x="22693" y="3108"/>
                  <a:pt x="19804" y="8115"/>
                </a:cubicBezTo>
                <a:lnTo>
                  <a:pt x="2886" y="37413"/>
                </a:lnTo>
                <a:cubicBezTo>
                  <a:pt x="0" y="42421"/>
                  <a:pt x="0" y="48640"/>
                  <a:pt x="2891" y="53648"/>
                </a:cubicBezTo>
                <a:lnTo>
                  <a:pt x="2895" y="53653"/>
                </a:lnTo>
                <a:cubicBezTo>
                  <a:pt x="7200" y="60853"/>
                  <a:pt x="10436" y="66672"/>
                  <a:pt x="13035" y="71348"/>
                </a:cubicBezTo>
                <a:lnTo>
                  <a:pt x="13039" y="71352"/>
                </a:lnTo>
                <a:cubicBezTo>
                  <a:pt x="17973" y="80225"/>
                  <a:pt x="20694" y="85114"/>
                  <a:pt x="24227" y="87880"/>
                </a:cubicBezTo>
                <a:cubicBezTo>
                  <a:pt x="25128" y="88583"/>
                  <a:pt x="26068" y="89136"/>
                  <a:pt x="27101" y="89581"/>
                </a:cubicBezTo>
                <a:cubicBezTo>
                  <a:pt x="28121" y="90017"/>
                  <a:pt x="29239" y="90349"/>
                  <a:pt x="30522" y="90591"/>
                </a:cubicBezTo>
                <a:cubicBezTo>
                  <a:pt x="32792" y="91027"/>
                  <a:pt x="35544" y="91200"/>
                  <a:pt x="40016" y="91200"/>
                </a:cubicBezTo>
                <a:cubicBezTo>
                  <a:pt x="42119" y="91200"/>
                  <a:pt x="44450" y="91166"/>
                  <a:pt x="47152" y="91120"/>
                </a:cubicBezTo>
                <a:lnTo>
                  <a:pt x="47379" y="91120"/>
                </a:lnTo>
                <a:cubicBezTo>
                  <a:pt x="50902" y="91061"/>
                  <a:pt x="54990" y="90997"/>
                  <a:pt x="59759" y="90997"/>
                </a:cubicBezTo>
                <a:cubicBezTo>
                  <a:pt x="62214" y="90997"/>
                  <a:pt x="64856" y="91012"/>
                  <a:pt x="67686" y="91061"/>
                </a:cubicBezTo>
                <a:lnTo>
                  <a:pt x="67692" y="91061"/>
                </a:lnTo>
                <a:cubicBezTo>
                  <a:pt x="73471" y="91061"/>
                  <a:pt x="78860" y="87948"/>
                  <a:pt x="81749" y="82942"/>
                </a:cubicBezTo>
                <a:lnTo>
                  <a:pt x="98663" y="53648"/>
                </a:lnTo>
                <a:cubicBezTo>
                  <a:pt x="101552" y="48640"/>
                  <a:pt x="101552" y="42421"/>
                  <a:pt x="98663" y="37413"/>
                </a:cubicBezTo>
                <a:lnTo>
                  <a:pt x="81749" y="8115"/>
                </a:lnTo>
                <a:cubicBezTo>
                  <a:pt x="78860" y="3108"/>
                  <a:pt x="73471" y="0"/>
                  <a:pt x="67692" y="0"/>
                </a:cubicBezTo>
                <a:close/>
              </a:path>
            </a:pathLst>
          </a:cu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2">
  <p:cSld name="CUSTOM_14">
    <p:bg>
      <p:bgPr>
        <a:gradFill>
          <a:gsLst>
            <a:gs pos="0">
              <a:srgbClr val="E20030"/>
            </a:gs>
            <a:gs pos="100000">
              <a:srgbClr val="00216E"/>
            </a:gs>
          </a:gsLst>
          <a:lin ang="5400700" scaled="0"/>
        </a:gradFill>
        <a:effectLst/>
      </p:bgPr>
    </p:bg>
    <p:spTree>
      <p:nvGrpSpPr>
        <p:cNvPr id="371" name="Shape 371"/>
        <p:cNvGrpSpPr/>
        <p:nvPr/>
      </p:nvGrpSpPr>
      <p:grpSpPr>
        <a:xfrm>
          <a:off x="0" y="0"/>
          <a:ext cx="0" cy="0"/>
          <a:chOff x="0" y="0"/>
          <a:chExt cx="0" cy="0"/>
        </a:xfrm>
      </p:grpSpPr>
      <p:sp>
        <p:nvSpPr>
          <p:cNvPr id="372" name="Google Shape;372;p31"/>
          <p:cNvSpPr/>
          <p:nvPr/>
        </p:nvSpPr>
        <p:spPr>
          <a:xfrm flipH="1">
            <a:off x="0" y="-14210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3" name="Google Shape;373;p31"/>
          <p:cNvSpPr/>
          <p:nvPr/>
        </p:nvSpPr>
        <p:spPr>
          <a:xfrm flipH="1">
            <a:off x="517804" y="-142025"/>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4" name="Google Shape;374;p31"/>
          <p:cNvSpPr/>
          <p:nvPr/>
        </p:nvSpPr>
        <p:spPr>
          <a:xfrm>
            <a:off x="1035600" y="-142050"/>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5" name="Google Shape;375;p31"/>
          <p:cNvSpPr/>
          <p:nvPr/>
        </p:nvSpPr>
        <p:spPr>
          <a:xfrm rot="10800000">
            <a:off x="286571" y="-307655"/>
            <a:ext cx="1714779" cy="1538926"/>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00216E">
                  <a:alpha val="21568"/>
                </a:srgbClr>
              </a:gs>
              <a:gs pos="100000">
                <a:srgbClr val="E20030">
                  <a:alpha val="23137"/>
                </a:srgbClr>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76" name="Google Shape;376;p31"/>
          <p:cNvSpPr/>
          <p:nvPr/>
        </p:nvSpPr>
        <p:spPr>
          <a:xfrm>
            <a:off x="-370272" y="4062726"/>
            <a:ext cx="1533413" cy="1376362"/>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77" name="Google Shape;377;p31"/>
          <p:cNvSpPr/>
          <p:nvPr/>
        </p:nvSpPr>
        <p:spPr>
          <a:xfrm rot="10800000" flipH="1">
            <a:off x="-115879" y="-438015"/>
            <a:ext cx="1024629" cy="919688"/>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78" name="Google Shape;378;p31"/>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79" name="Google Shape;379;p31"/>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a:buNone/>
              <a:defRPr sz="1600" b="1"/>
            </a:lvl1pPr>
            <a:lvl2pPr lvl="1">
              <a:buNone/>
              <a:defRPr sz="1600" b="1"/>
            </a:lvl2pPr>
            <a:lvl3pPr lvl="2">
              <a:buNone/>
              <a:defRPr sz="1600" b="1"/>
            </a:lvl3pPr>
            <a:lvl4pPr lvl="3">
              <a:buNone/>
              <a:defRPr sz="1600" b="1"/>
            </a:lvl4pPr>
            <a:lvl5pPr lvl="4">
              <a:buNone/>
              <a:defRPr sz="1600" b="1"/>
            </a:lvl5pPr>
            <a:lvl6pPr lvl="5">
              <a:buNone/>
              <a:defRPr sz="1600" b="1"/>
            </a:lvl6pPr>
            <a:lvl7pPr lvl="6">
              <a:buNone/>
              <a:defRPr sz="1600" b="1"/>
            </a:lvl7pPr>
            <a:lvl8pPr lvl="7">
              <a:buNone/>
              <a:defRPr sz="1600" b="1"/>
            </a:lvl8pPr>
            <a:lvl9pPr lvl="8">
              <a:buNone/>
              <a:defRPr sz="1600" b="1"/>
            </a:lvl9pPr>
          </a:lstStyle>
          <a:p>
            <a:pPr marL="0" lvl="0" indent="0" algn="ctr" rtl="0">
              <a:spcBef>
                <a:spcPts val="0"/>
              </a:spcBef>
              <a:spcAft>
                <a:spcPts val="0"/>
              </a:spcAft>
              <a:buNone/>
            </a:pPr>
            <a:fld id="{00000000-1234-1234-1234-123412341234}" type="slidenum">
              <a:rPr lang="en-GB"/>
            </a:fld>
            <a:endParaRPr lang="en-GB"/>
          </a:p>
        </p:txBody>
      </p:sp>
      <p:sp>
        <p:nvSpPr>
          <p:cNvPr id="380" name="Google Shape;380;p31"/>
          <p:cNvSpPr txBox="1"/>
          <p:nvPr>
            <p:ph type="title"/>
          </p:nvPr>
        </p:nvSpPr>
        <p:spPr>
          <a:xfrm>
            <a:off x="2921750" y="539500"/>
            <a:ext cx="5508900" cy="538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3">
  <p:cSld name="CUSTOM_15">
    <p:bg>
      <p:bgPr>
        <a:gradFill>
          <a:gsLst>
            <a:gs pos="0">
              <a:srgbClr val="E20030"/>
            </a:gs>
            <a:gs pos="100000">
              <a:srgbClr val="00216E"/>
            </a:gs>
          </a:gsLst>
          <a:lin ang="2698631" scaled="0"/>
        </a:gradFill>
        <a:effectLst/>
      </p:bgPr>
    </p:bg>
    <p:spTree>
      <p:nvGrpSpPr>
        <p:cNvPr id="381" name="Shape 381"/>
        <p:cNvGrpSpPr/>
        <p:nvPr/>
      </p:nvGrpSpPr>
      <p:grpSpPr>
        <a:xfrm>
          <a:off x="0" y="0"/>
          <a:ext cx="0" cy="0"/>
          <a:chOff x="0" y="0"/>
          <a:chExt cx="0" cy="0"/>
        </a:xfrm>
      </p:grpSpPr>
      <p:sp>
        <p:nvSpPr>
          <p:cNvPr id="382" name="Google Shape;382;p32"/>
          <p:cNvSpPr/>
          <p:nvPr/>
        </p:nvSpPr>
        <p:spPr>
          <a:xfrm>
            <a:off x="3117197"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3" name="Google Shape;383;p32"/>
          <p:cNvSpPr/>
          <p:nvPr/>
        </p:nvSpPr>
        <p:spPr>
          <a:xfrm>
            <a:off x="2579168"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4" name="Google Shape;384;p32"/>
          <p:cNvSpPr/>
          <p:nvPr/>
        </p:nvSpPr>
        <p:spPr>
          <a:xfrm flipH="1">
            <a:off x="-1751925" y="-141987"/>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5" name="Google Shape;385;p32"/>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rtl="0">
              <a:buNone/>
              <a:defRPr sz="1600" b="1"/>
            </a:lvl1pPr>
            <a:lvl2pPr lvl="1" rtl="0">
              <a:buNone/>
              <a:defRPr sz="1600" b="1"/>
            </a:lvl2pPr>
            <a:lvl3pPr lvl="2" rtl="0">
              <a:buNone/>
              <a:defRPr sz="1600" b="1"/>
            </a:lvl3pPr>
            <a:lvl4pPr lvl="3" rtl="0">
              <a:buNone/>
              <a:defRPr sz="1600" b="1"/>
            </a:lvl4pPr>
            <a:lvl5pPr lvl="4" rtl="0">
              <a:buNone/>
              <a:defRPr sz="1600" b="1"/>
            </a:lvl5pPr>
            <a:lvl6pPr lvl="5" rtl="0">
              <a:buNone/>
              <a:defRPr sz="1600" b="1"/>
            </a:lvl6pPr>
            <a:lvl7pPr lvl="6" rtl="0">
              <a:buNone/>
              <a:defRPr sz="1600" b="1"/>
            </a:lvl7pPr>
            <a:lvl8pPr lvl="7" rtl="0">
              <a:buNone/>
              <a:defRPr sz="1600" b="1"/>
            </a:lvl8pPr>
            <a:lvl9pPr lvl="8" rtl="0">
              <a:buNone/>
              <a:defRPr sz="1600" b="1"/>
            </a:lvl9pPr>
          </a:lstStyle>
          <a:p>
            <a:pPr marL="0" lvl="0" indent="0" algn="ctr" rtl="0">
              <a:spcBef>
                <a:spcPts val="0"/>
              </a:spcBef>
              <a:spcAft>
                <a:spcPts val="0"/>
              </a:spcAft>
              <a:buNone/>
            </a:pPr>
            <a:fld id="{00000000-1234-1234-1234-123412341234}" type="slidenum">
              <a:rPr lang="en-GB"/>
            </a:fld>
            <a:endParaRPr lang="en-GB"/>
          </a:p>
        </p:txBody>
      </p:sp>
      <p:sp>
        <p:nvSpPr>
          <p:cNvPr id="386" name="Google Shape;386;p32"/>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87" name="Google Shape;387;p32"/>
          <p:cNvSpPr/>
          <p:nvPr/>
        </p:nvSpPr>
        <p:spPr>
          <a:xfrm>
            <a:off x="7719153" y="539497"/>
            <a:ext cx="1323290" cy="11877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88" name="Google Shape;388;p32"/>
          <p:cNvSpPr/>
          <p:nvPr/>
        </p:nvSpPr>
        <p:spPr>
          <a:xfrm rot="10800000" flipH="1">
            <a:off x="7063109" y="175320"/>
            <a:ext cx="811732" cy="728369"/>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89" name="Google Shape;389;p32"/>
          <p:cNvSpPr/>
          <p:nvPr/>
        </p:nvSpPr>
        <p:spPr>
          <a:xfrm>
            <a:off x="7585412" y="3505813"/>
            <a:ext cx="671483" cy="60271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00216E">
                  <a:alpha val="21568"/>
                </a:srgbClr>
              </a:gs>
              <a:gs pos="100000">
                <a:srgbClr val="E20030">
                  <a:alpha val="23137"/>
                </a:srgbClr>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90" name="Google Shape;390;p32"/>
          <p:cNvSpPr txBox="1"/>
          <p:nvPr>
            <p:ph type="sldNum" idx="2"/>
          </p:nvPr>
        </p:nvSpPr>
        <p:spPr>
          <a:xfrm>
            <a:off x="8472449" y="4607079"/>
            <a:ext cx="671400" cy="565500"/>
          </a:xfrm>
          <a:prstGeom prst="rect">
            <a:avLst/>
          </a:prstGeom>
        </p:spPr>
        <p:txBody>
          <a:bodyPr spcFirstLastPara="1" wrap="square" lIns="91425" tIns="91425" rIns="91425" bIns="91425" anchor="ctr" anchorCtr="0">
            <a:noAutofit/>
          </a:bodyPr>
          <a:lstStyle>
            <a:lvl1pPr lvl="0">
              <a:buNone/>
              <a:defRPr sz="1600" b="1"/>
            </a:lvl1pPr>
            <a:lvl2pPr lvl="1">
              <a:buNone/>
              <a:defRPr sz="1600" b="1"/>
            </a:lvl2pPr>
            <a:lvl3pPr lvl="2">
              <a:buNone/>
              <a:defRPr sz="1600" b="1"/>
            </a:lvl3pPr>
            <a:lvl4pPr lvl="3">
              <a:buNone/>
              <a:defRPr sz="1600" b="1"/>
            </a:lvl4pPr>
            <a:lvl5pPr lvl="4">
              <a:buNone/>
              <a:defRPr sz="1600" b="1"/>
            </a:lvl5pPr>
            <a:lvl6pPr lvl="5">
              <a:buNone/>
              <a:defRPr sz="1600" b="1"/>
            </a:lvl6pPr>
            <a:lvl7pPr lvl="6">
              <a:buNone/>
              <a:defRPr sz="1600" b="1"/>
            </a:lvl7pPr>
            <a:lvl8pPr lvl="7">
              <a:buNone/>
              <a:defRPr sz="1600" b="1"/>
            </a:lvl8pPr>
            <a:lvl9pPr lvl="8">
              <a:buNone/>
              <a:defRPr sz="1600" b="1"/>
            </a:lvl9pPr>
          </a:lstStyle>
          <a:p>
            <a:pPr marL="0" lvl="0" indent="0" algn="ctr" rtl="0">
              <a:spcBef>
                <a:spcPts val="0"/>
              </a:spcBef>
              <a:spcAft>
                <a:spcPts val="0"/>
              </a:spcAft>
              <a:buNone/>
            </a:pPr>
            <a:fld id="{00000000-1234-1234-1234-123412341234}" type="slidenum">
              <a:rPr lang="en-GB"/>
            </a:fld>
            <a:endParaRPr lang="en-GB"/>
          </a:p>
        </p:txBody>
      </p:sp>
      <p:sp>
        <p:nvSpPr>
          <p:cNvPr id="391" name="Google Shape;391;p32"/>
          <p:cNvSpPr txBox="1"/>
          <p:nvPr>
            <p:ph type="title"/>
          </p:nvPr>
        </p:nvSpPr>
        <p:spPr>
          <a:xfrm>
            <a:off x="713225" y="539500"/>
            <a:ext cx="7717500" cy="538200"/>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2" name="Google Shape;392;p32"/>
          <p:cNvSpPr/>
          <p:nvPr/>
        </p:nvSpPr>
        <p:spPr>
          <a:xfrm>
            <a:off x="-412372" y="4447997"/>
            <a:ext cx="1323290" cy="11877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93" name="Google Shape;393;p32"/>
          <p:cNvSpPr/>
          <p:nvPr/>
        </p:nvSpPr>
        <p:spPr>
          <a:xfrm rot="10800000" flipH="1">
            <a:off x="864009" y="4907370"/>
            <a:ext cx="811732" cy="728369"/>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135000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4">
  <p:cSld name="CUSTOM_17">
    <p:bg>
      <p:bgPr>
        <a:gradFill>
          <a:gsLst>
            <a:gs pos="0">
              <a:srgbClr val="00216E"/>
            </a:gs>
            <a:gs pos="100000">
              <a:srgbClr val="E20030"/>
            </a:gs>
          </a:gsLst>
          <a:lin ang="5400700" scaled="0"/>
        </a:gradFill>
        <a:effectLst/>
      </p:bgPr>
    </p:bg>
    <p:spTree>
      <p:nvGrpSpPr>
        <p:cNvPr id="394" name="Shape 394"/>
        <p:cNvGrpSpPr/>
        <p:nvPr/>
      </p:nvGrpSpPr>
      <p:grpSpPr>
        <a:xfrm>
          <a:off x="0" y="0"/>
          <a:ext cx="0" cy="0"/>
          <a:chOff x="0" y="0"/>
          <a:chExt cx="0" cy="0"/>
        </a:xfrm>
      </p:grpSpPr>
      <p:sp>
        <p:nvSpPr>
          <p:cNvPr id="395" name="Google Shape;395;p33"/>
          <p:cNvSpPr/>
          <p:nvPr/>
        </p:nvSpPr>
        <p:spPr>
          <a:xfrm flipH="1">
            <a:off x="0"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6" name="Google Shape;396;p33"/>
          <p:cNvSpPr/>
          <p:nvPr/>
        </p:nvSpPr>
        <p:spPr>
          <a:xfrm flipH="1">
            <a:off x="517804"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7" name="Google Shape;397;p33"/>
          <p:cNvSpPr/>
          <p:nvPr/>
        </p:nvSpPr>
        <p:spPr>
          <a:xfrm>
            <a:off x="1035600" y="-142050"/>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8" name="Google Shape;398;p33"/>
          <p:cNvSpPr/>
          <p:nvPr/>
        </p:nvSpPr>
        <p:spPr>
          <a:xfrm>
            <a:off x="161078" y="3491722"/>
            <a:ext cx="1323290" cy="11877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99" name="Google Shape;399;p33"/>
          <p:cNvSpPr/>
          <p:nvPr/>
        </p:nvSpPr>
        <p:spPr>
          <a:xfrm rot="10800000" flipH="1">
            <a:off x="-488605" y="-508814"/>
            <a:ext cx="1551574" cy="1392437"/>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00" name="Google Shape;400;p33"/>
          <p:cNvSpPr/>
          <p:nvPr/>
        </p:nvSpPr>
        <p:spPr>
          <a:xfrm>
            <a:off x="1484387" y="2889013"/>
            <a:ext cx="671483" cy="60271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01" name="Google Shape;401;p33"/>
          <p:cNvSpPr txBox="1"/>
          <p:nvPr>
            <p:ph type="title"/>
          </p:nvPr>
        </p:nvSpPr>
        <p:spPr>
          <a:xfrm>
            <a:off x="2075350" y="539500"/>
            <a:ext cx="6355500" cy="538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2" name="Google Shape;402;p33"/>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rtl="0">
              <a:buNone/>
              <a:defRPr sz="1600" b="1"/>
            </a:lvl1pPr>
            <a:lvl2pPr lvl="1" rtl="0">
              <a:buNone/>
              <a:defRPr sz="1600" b="1"/>
            </a:lvl2pPr>
            <a:lvl3pPr lvl="2" rtl="0">
              <a:buNone/>
              <a:defRPr sz="1600" b="1"/>
            </a:lvl3pPr>
            <a:lvl4pPr lvl="3" rtl="0">
              <a:buNone/>
              <a:defRPr sz="1600" b="1"/>
            </a:lvl4pPr>
            <a:lvl5pPr lvl="4" rtl="0">
              <a:buNone/>
              <a:defRPr sz="1600" b="1"/>
            </a:lvl5pPr>
            <a:lvl6pPr lvl="5" rtl="0">
              <a:buNone/>
              <a:defRPr sz="1600" b="1"/>
            </a:lvl6pPr>
            <a:lvl7pPr lvl="6" rtl="0">
              <a:buNone/>
              <a:defRPr sz="1600" b="1"/>
            </a:lvl7pPr>
            <a:lvl8pPr lvl="7" rtl="0">
              <a:buNone/>
              <a:defRPr sz="1600" b="1"/>
            </a:lvl8pPr>
            <a:lvl9pPr lvl="8" rtl="0">
              <a:buNone/>
              <a:defRPr sz="1600" b="1"/>
            </a:lvl9pPr>
          </a:lstStyle>
          <a:p>
            <a:pPr marL="0" lvl="0" indent="0" algn="ctr" rtl="0">
              <a:spcBef>
                <a:spcPts val="0"/>
              </a:spcBef>
              <a:spcAft>
                <a:spcPts val="0"/>
              </a:spcAft>
              <a:buNone/>
            </a:pPr>
            <a:fld id="{00000000-1234-1234-1234-123412341234}" type="slidenum">
              <a:rPr lang="en-GB"/>
            </a:fld>
            <a:endParaRPr lang="en-GB"/>
          </a:p>
        </p:txBody>
      </p:sp>
      <p:sp>
        <p:nvSpPr>
          <p:cNvPr id="403" name="Google Shape;403;p33"/>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04" name="Google Shape;404;p33"/>
          <p:cNvSpPr txBox="1"/>
          <p:nvPr>
            <p:ph type="sldNum" idx="2"/>
          </p:nvPr>
        </p:nvSpPr>
        <p:spPr>
          <a:xfrm>
            <a:off x="8472449" y="4607079"/>
            <a:ext cx="671400" cy="565500"/>
          </a:xfrm>
          <a:prstGeom prst="rect">
            <a:avLst/>
          </a:prstGeom>
        </p:spPr>
        <p:txBody>
          <a:bodyPr spcFirstLastPara="1" wrap="square" lIns="91425" tIns="91425" rIns="91425" bIns="91425" anchor="ctr" anchorCtr="0">
            <a:noAutofit/>
          </a:bodyPr>
          <a:lstStyle>
            <a:lvl1pPr lvl="0" rtl="0">
              <a:buNone/>
              <a:defRPr sz="1600" b="1"/>
            </a:lvl1pPr>
            <a:lvl2pPr lvl="1" rtl="0">
              <a:buNone/>
              <a:defRPr sz="1600" b="1"/>
            </a:lvl2pPr>
            <a:lvl3pPr lvl="2" rtl="0">
              <a:buNone/>
              <a:defRPr sz="1600" b="1"/>
            </a:lvl3pPr>
            <a:lvl4pPr lvl="3" rtl="0">
              <a:buNone/>
              <a:defRPr sz="1600" b="1"/>
            </a:lvl4pPr>
            <a:lvl5pPr lvl="4" rtl="0">
              <a:buNone/>
              <a:defRPr sz="1600" b="1"/>
            </a:lvl5pPr>
            <a:lvl6pPr lvl="5" rtl="0">
              <a:buNone/>
              <a:defRPr sz="1600" b="1"/>
            </a:lvl6pPr>
            <a:lvl7pPr lvl="6" rtl="0">
              <a:buNone/>
              <a:defRPr sz="1600" b="1"/>
            </a:lvl7pPr>
            <a:lvl8pPr lvl="7" rtl="0">
              <a:buNone/>
              <a:defRPr sz="1600" b="1"/>
            </a:lvl8pPr>
            <a:lvl9pPr lvl="8" rtl="0">
              <a:buNone/>
              <a:defRPr sz="1600" b="1"/>
            </a:lvl9pPr>
          </a:lstStyle>
          <a:p>
            <a:pPr marL="0" lvl="0" indent="0" algn="ct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hanks">
  <p:cSld name="CUSTOM_11">
    <p:bg>
      <p:bgPr>
        <a:gradFill>
          <a:gsLst>
            <a:gs pos="0">
              <a:srgbClr val="E20030"/>
            </a:gs>
            <a:gs pos="100000">
              <a:srgbClr val="00216E"/>
            </a:gs>
          </a:gsLst>
          <a:lin ang="2698631" scaled="0"/>
        </a:gradFill>
        <a:effectLst/>
      </p:bgPr>
    </p:bg>
    <p:spTree>
      <p:nvGrpSpPr>
        <p:cNvPr id="405" name="Shape 405"/>
        <p:cNvGrpSpPr/>
        <p:nvPr/>
      </p:nvGrpSpPr>
      <p:grpSpPr>
        <a:xfrm>
          <a:off x="0" y="0"/>
          <a:ext cx="0" cy="0"/>
          <a:chOff x="0" y="0"/>
          <a:chExt cx="0" cy="0"/>
        </a:xfrm>
      </p:grpSpPr>
      <p:sp>
        <p:nvSpPr>
          <p:cNvPr id="406" name="Google Shape;406;p34"/>
          <p:cNvSpPr/>
          <p:nvPr/>
        </p:nvSpPr>
        <p:spPr>
          <a:xfrm flipH="1">
            <a:off x="1645745" y="-142018"/>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7" name="Google Shape;407;p34"/>
          <p:cNvSpPr/>
          <p:nvPr/>
        </p:nvSpPr>
        <p:spPr>
          <a:xfrm flipH="1">
            <a:off x="2163549" y="-142018"/>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8" name="Google Shape;408;p34"/>
          <p:cNvSpPr/>
          <p:nvPr/>
        </p:nvSpPr>
        <p:spPr>
          <a:xfrm>
            <a:off x="2681350" y="-142037"/>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9" name="Google Shape;409;p34"/>
          <p:cNvSpPr txBox="1"/>
          <p:nvPr>
            <p:ph type="title"/>
          </p:nvPr>
        </p:nvSpPr>
        <p:spPr>
          <a:xfrm>
            <a:off x="3142075" y="539500"/>
            <a:ext cx="5288700" cy="1015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200"/>
              <a:buNone/>
              <a:defRPr sz="7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410" name="Google Shape;410;p34"/>
          <p:cNvSpPr txBox="1"/>
          <p:nvPr/>
        </p:nvSpPr>
        <p:spPr>
          <a:xfrm>
            <a:off x="4388575" y="3600075"/>
            <a:ext cx="3889800" cy="6714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GB" sz="1150" b="1">
                <a:solidFill>
                  <a:schemeClr val="lt2"/>
                </a:solidFill>
                <a:latin typeface="Poppins"/>
                <a:ea typeface="Poppins"/>
                <a:cs typeface="Poppins"/>
                <a:sym typeface="Poppins"/>
              </a:rPr>
              <a:t>CREDITS:</a:t>
            </a:r>
            <a:r>
              <a:rPr lang="en-GB" sz="1150">
                <a:solidFill>
                  <a:schemeClr val="lt2"/>
                </a:solidFill>
                <a:latin typeface="Poppins"/>
                <a:ea typeface="Poppins"/>
                <a:cs typeface="Poppins"/>
                <a:sym typeface="Poppins"/>
              </a:rPr>
              <a:t> This presentation template was created by </a:t>
            </a:r>
            <a:r>
              <a:rPr lang="en-GB" sz="1150" b="1">
                <a:solidFill>
                  <a:schemeClr val="lt2"/>
                </a:solidFill>
                <a:uFill>
                  <a:noFill/>
                </a:uFill>
                <a:latin typeface="Poppins"/>
                <a:ea typeface="Poppins"/>
                <a:cs typeface="Poppins"/>
                <a:sym typeface="Poppins"/>
                <a:hlinkClick r:id="rId2"/>
              </a:rPr>
              <a:t>Slidesgo</a:t>
            </a:r>
            <a:r>
              <a:rPr lang="en-GB" sz="1150" b="1">
                <a:solidFill>
                  <a:schemeClr val="lt2"/>
                </a:solidFill>
                <a:latin typeface="Poppins"/>
                <a:ea typeface="Poppins"/>
                <a:cs typeface="Poppins"/>
                <a:sym typeface="Poppins"/>
              </a:rPr>
              <a:t>,</a:t>
            </a:r>
            <a:r>
              <a:rPr lang="en-GB" sz="1150">
                <a:solidFill>
                  <a:schemeClr val="lt2"/>
                </a:solidFill>
                <a:latin typeface="Poppins"/>
                <a:ea typeface="Poppins"/>
                <a:cs typeface="Poppins"/>
                <a:sym typeface="Poppins"/>
              </a:rPr>
              <a:t> including icons by </a:t>
            </a:r>
            <a:r>
              <a:rPr lang="en-GB" sz="1150" b="1">
                <a:solidFill>
                  <a:schemeClr val="lt2"/>
                </a:solidFill>
                <a:uFill>
                  <a:noFill/>
                </a:uFill>
                <a:latin typeface="Poppins"/>
                <a:ea typeface="Poppins"/>
                <a:cs typeface="Poppins"/>
                <a:sym typeface="Poppins"/>
                <a:hlinkClick r:id="rId3"/>
              </a:rPr>
              <a:t>Flaticon</a:t>
            </a:r>
            <a:r>
              <a:rPr lang="en-GB" sz="1150">
                <a:solidFill>
                  <a:schemeClr val="lt2"/>
                </a:solidFill>
                <a:latin typeface="Poppins"/>
                <a:ea typeface="Poppins"/>
                <a:cs typeface="Poppins"/>
                <a:sym typeface="Poppins"/>
              </a:rPr>
              <a:t>, and infographics &amp; images by </a:t>
            </a:r>
            <a:r>
              <a:rPr lang="en-GB" sz="1150" b="1">
                <a:solidFill>
                  <a:schemeClr val="lt2"/>
                </a:solidFill>
                <a:uFill>
                  <a:noFill/>
                </a:uFill>
                <a:latin typeface="Poppins"/>
                <a:ea typeface="Poppins"/>
                <a:cs typeface="Poppins"/>
                <a:sym typeface="Poppins"/>
                <a:hlinkClick r:id="rId4"/>
              </a:rPr>
              <a:t>Freepik</a:t>
            </a:r>
            <a:endParaRPr sz="1150" b="1">
              <a:solidFill>
                <a:schemeClr val="lt2"/>
              </a:solidFill>
              <a:latin typeface="Poppins"/>
              <a:ea typeface="Poppins"/>
              <a:cs typeface="Poppins"/>
              <a:sym typeface="Poppins"/>
            </a:endParaRPr>
          </a:p>
        </p:txBody>
      </p:sp>
      <p:sp>
        <p:nvSpPr>
          <p:cNvPr id="411" name="Google Shape;411;p34"/>
          <p:cNvSpPr txBox="1"/>
          <p:nvPr>
            <p:ph type="subTitle" idx="1"/>
          </p:nvPr>
        </p:nvSpPr>
        <p:spPr>
          <a:xfrm>
            <a:off x="3142075" y="1675400"/>
            <a:ext cx="5288700" cy="1156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chemeClr val="dk1"/>
              </a:buClr>
              <a:buSzPts val="1400"/>
              <a:buNone/>
              <a:defRPr sz="1400">
                <a:solidFill>
                  <a:schemeClr val="dk1"/>
                </a:solidFill>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p:txBody>
      </p:sp>
      <p:sp>
        <p:nvSpPr>
          <p:cNvPr id="412" name="Google Shape;412;p34"/>
          <p:cNvSpPr/>
          <p:nvPr/>
        </p:nvSpPr>
        <p:spPr>
          <a:xfrm>
            <a:off x="161078" y="3491722"/>
            <a:ext cx="1323290" cy="11877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13" name="Google Shape;413;p34"/>
          <p:cNvSpPr/>
          <p:nvPr/>
        </p:nvSpPr>
        <p:spPr>
          <a:xfrm rot="10800000" flipH="1">
            <a:off x="441645" y="352461"/>
            <a:ext cx="1551574" cy="1392437"/>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14" name="Google Shape;414;p34"/>
          <p:cNvSpPr/>
          <p:nvPr/>
        </p:nvSpPr>
        <p:spPr>
          <a:xfrm>
            <a:off x="1321737" y="3195813"/>
            <a:ext cx="671483" cy="60271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00216E">
                  <a:alpha val="21568"/>
                </a:srgbClr>
              </a:gs>
              <a:gs pos="100000">
                <a:srgbClr val="E20030">
                  <a:alpha val="23137"/>
                </a:srgbClr>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15" name="Google Shape;415;p34"/>
          <p:cNvSpPr/>
          <p:nvPr/>
        </p:nvSpPr>
        <p:spPr>
          <a:xfrm>
            <a:off x="8180464" y="4315000"/>
            <a:ext cx="1323300" cy="1323300"/>
          </a:xfrm>
          <a:prstGeom prst="donut">
            <a:avLst>
              <a:gd name="adj" fmla="val 815"/>
            </a:avLst>
          </a:pr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ackground">
  <p:cSld name="CUSTOM_12">
    <p:bg>
      <p:bgPr>
        <a:gradFill>
          <a:gsLst>
            <a:gs pos="0">
              <a:srgbClr val="E20030"/>
            </a:gs>
            <a:gs pos="100000">
              <a:srgbClr val="00216E"/>
            </a:gs>
          </a:gsLst>
          <a:lin ang="5400700" scaled="0"/>
        </a:gradFill>
        <a:effectLst/>
      </p:bgPr>
    </p:bg>
    <p:spTree>
      <p:nvGrpSpPr>
        <p:cNvPr id="416" name="Shape 416"/>
        <p:cNvGrpSpPr/>
        <p:nvPr/>
      </p:nvGrpSpPr>
      <p:grpSpPr>
        <a:xfrm>
          <a:off x="0" y="0"/>
          <a:ext cx="0" cy="0"/>
          <a:chOff x="0" y="0"/>
          <a:chExt cx="0" cy="0"/>
        </a:xfrm>
      </p:grpSpPr>
      <p:grpSp>
        <p:nvGrpSpPr>
          <p:cNvPr id="417" name="Google Shape;417;p35"/>
          <p:cNvGrpSpPr/>
          <p:nvPr/>
        </p:nvGrpSpPr>
        <p:grpSpPr>
          <a:xfrm flipH="1">
            <a:off x="2608118" y="-142050"/>
            <a:ext cx="6504081" cy="5427560"/>
            <a:chOff x="609600" y="-142050"/>
            <a:chExt cx="6504081" cy="5427560"/>
          </a:xfrm>
        </p:grpSpPr>
        <p:sp>
          <p:nvSpPr>
            <p:cNvPr id="418" name="Google Shape;418;p35"/>
            <p:cNvSpPr/>
            <p:nvPr/>
          </p:nvSpPr>
          <p:spPr>
            <a:xfrm flipH="1">
              <a:off x="609600"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9" name="Google Shape;419;p35"/>
            <p:cNvSpPr/>
            <p:nvPr/>
          </p:nvSpPr>
          <p:spPr>
            <a:xfrm flipH="1">
              <a:off x="1066804"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20" name="Google Shape;420;p35"/>
          <p:cNvSpPr/>
          <p:nvPr/>
        </p:nvSpPr>
        <p:spPr>
          <a:xfrm flipH="1">
            <a:off x="-1731700" y="-141987"/>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1" name="Google Shape;421;p35"/>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GB"/>
            </a:fld>
            <a:endParaRPr sz="1600"/>
          </a:p>
        </p:txBody>
      </p:sp>
      <p:sp>
        <p:nvSpPr>
          <p:cNvPr id="422" name="Google Shape;422;p35"/>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23" name="Google Shape;423;p35"/>
          <p:cNvSpPr/>
          <p:nvPr/>
        </p:nvSpPr>
        <p:spPr>
          <a:xfrm>
            <a:off x="7646278" y="423797"/>
            <a:ext cx="1323290" cy="11877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00216E">
                  <a:alpha val="34509"/>
                </a:srgbClr>
              </a:gs>
              <a:gs pos="48000">
                <a:srgbClr val="00216E">
                  <a:alpha val="34509"/>
                </a:srgbClr>
              </a:gs>
              <a:gs pos="100000">
                <a:srgbClr val="00216E">
                  <a:alpha val="34509"/>
                </a:srgbClr>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24" name="Google Shape;424;p35"/>
          <p:cNvSpPr/>
          <p:nvPr/>
        </p:nvSpPr>
        <p:spPr>
          <a:xfrm rot="10800000" flipH="1">
            <a:off x="6907409" y="166807"/>
            <a:ext cx="811732" cy="728369"/>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25" name="Google Shape;425;p35"/>
          <p:cNvSpPr/>
          <p:nvPr/>
        </p:nvSpPr>
        <p:spPr>
          <a:xfrm>
            <a:off x="-439011" y="4429300"/>
            <a:ext cx="1323300" cy="1323300"/>
          </a:xfrm>
          <a:prstGeom prst="donut">
            <a:avLst>
              <a:gd name="adj" fmla="val 815"/>
            </a:avLst>
          </a:pr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6" name="Google Shape;426;p35"/>
          <p:cNvSpPr/>
          <p:nvPr/>
        </p:nvSpPr>
        <p:spPr>
          <a:xfrm>
            <a:off x="7528787" y="1722838"/>
            <a:ext cx="671483" cy="60271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00216E">
                  <a:alpha val="34509"/>
                </a:srgbClr>
              </a:gs>
              <a:gs pos="48000">
                <a:srgbClr val="00216E">
                  <a:alpha val="34509"/>
                </a:srgbClr>
              </a:gs>
              <a:gs pos="100000">
                <a:srgbClr val="00216E">
                  <a:alpha val="34509"/>
                </a:srgbClr>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ackground 1">
  <p:cSld name="CUSTOM_13">
    <p:bg>
      <p:bgPr>
        <a:gradFill>
          <a:gsLst>
            <a:gs pos="0">
              <a:srgbClr val="E20030"/>
            </a:gs>
            <a:gs pos="100000">
              <a:srgbClr val="00216E"/>
            </a:gs>
          </a:gsLst>
          <a:lin ang="13500032" scaled="0"/>
        </a:gradFill>
        <a:effectLst/>
      </p:bgPr>
    </p:bg>
    <p:spTree>
      <p:nvGrpSpPr>
        <p:cNvPr id="427" name="Shape 427"/>
        <p:cNvGrpSpPr/>
        <p:nvPr/>
      </p:nvGrpSpPr>
      <p:grpSpPr>
        <a:xfrm>
          <a:off x="0" y="0"/>
          <a:ext cx="0" cy="0"/>
          <a:chOff x="0" y="0"/>
          <a:chExt cx="0" cy="0"/>
        </a:xfrm>
      </p:grpSpPr>
      <p:sp>
        <p:nvSpPr>
          <p:cNvPr id="428" name="Google Shape;428;p36"/>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GB"/>
            </a:fld>
            <a:endParaRPr sz="1600"/>
          </a:p>
        </p:txBody>
      </p:sp>
      <p:grpSp>
        <p:nvGrpSpPr>
          <p:cNvPr id="429" name="Google Shape;429;p36"/>
          <p:cNvGrpSpPr/>
          <p:nvPr/>
        </p:nvGrpSpPr>
        <p:grpSpPr>
          <a:xfrm>
            <a:off x="1600195" y="-142018"/>
            <a:ext cx="6580281" cy="5427560"/>
            <a:chOff x="457200" y="-142050"/>
            <a:chExt cx="6580281" cy="5427560"/>
          </a:xfrm>
        </p:grpSpPr>
        <p:sp>
          <p:nvSpPr>
            <p:cNvPr id="430" name="Google Shape;430;p36"/>
            <p:cNvSpPr/>
            <p:nvPr/>
          </p:nvSpPr>
          <p:spPr>
            <a:xfrm flipH="1">
              <a:off x="457200"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1" name="Google Shape;431;p36"/>
            <p:cNvSpPr/>
            <p:nvPr/>
          </p:nvSpPr>
          <p:spPr>
            <a:xfrm flipH="1">
              <a:off x="990604" y="-142050"/>
              <a:ext cx="6046877" cy="54275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solidFill>
              <a:srgbClr val="E20030">
                <a:alpha val="4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32" name="Google Shape;432;p36"/>
          <p:cNvSpPr/>
          <p:nvPr/>
        </p:nvSpPr>
        <p:spPr>
          <a:xfrm>
            <a:off x="2681350" y="-142037"/>
            <a:ext cx="9860179" cy="5427467"/>
          </a:xfrm>
          <a:custGeom>
            <a:avLst/>
            <a:gdLst/>
            <a:ahLst/>
            <a:cxnLst/>
            <a:rect l="l" t="t" r="r" b="b"/>
            <a:pathLst>
              <a:path w="164542" h="90571" extrusionOk="0">
                <a:moveTo>
                  <a:pt x="33516" y="0"/>
                </a:moveTo>
                <a:cubicBezTo>
                  <a:pt x="27865" y="0"/>
                  <a:pt x="22595" y="3043"/>
                  <a:pt x="19765" y="7942"/>
                </a:cubicBezTo>
                <a:lnTo>
                  <a:pt x="2830" y="37270"/>
                </a:lnTo>
                <a:cubicBezTo>
                  <a:pt x="1" y="42170"/>
                  <a:pt x="1" y="48258"/>
                  <a:pt x="2835" y="53162"/>
                </a:cubicBezTo>
                <a:cubicBezTo>
                  <a:pt x="7140" y="60354"/>
                  <a:pt x="10384" y="66189"/>
                  <a:pt x="12995" y="70880"/>
                </a:cubicBezTo>
                <a:cubicBezTo>
                  <a:pt x="22773" y="88470"/>
                  <a:pt x="23941" y="90571"/>
                  <a:pt x="39678" y="90571"/>
                </a:cubicBezTo>
                <a:cubicBezTo>
                  <a:pt x="41818" y="90571"/>
                  <a:pt x="107858" y="90530"/>
                  <a:pt x="110587" y="90486"/>
                </a:cubicBezTo>
                <a:cubicBezTo>
                  <a:pt x="114137" y="90430"/>
                  <a:pt x="118258" y="90364"/>
                  <a:pt x="123067" y="90364"/>
                </a:cubicBezTo>
                <a:cubicBezTo>
                  <a:pt x="125532" y="90364"/>
                  <a:pt x="128179" y="90381"/>
                  <a:pt x="131021" y="90427"/>
                </a:cubicBezTo>
                <a:cubicBezTo>
                  <a:pt x="136682" y="90427"/>
                  <a:pt x="141947" y="87380"/>
                  <a:pt x="144777" y="82487"/>
                </a:cubicBezTo>
                <a:lnTo>
                  <a:pt x="161712" y="53157"/>
                </a:lnTo>
                <a:cubicBezTo>
                  <a:pt x="164541" y="48258"/>
                  <a:pt x="164541" y="42170"/>
                  <a:pt x="161712" y="37270"/>
                </a:cubicBezTo>
                <a:lnTo>
                  <a:pt x="144777" y="7942"/>
                </a:lnTo>
                <a:cubicBezTo>
                  <a:pt x="141947" y="3043"/>
                  <a:pt x="136677" y="0"/>
                  <a:pt x="131021" y="0"/>
                </a:cubicBezTo>
                <a:close/>
              </a:path>
            </a:pathLst>
          </a:custGeom>
          <a:gradFill>
            <a:gsLst>
              <a:gs pos="0">
                <a:schemeClr val="accent2"/>
              </a:gs>
              <a:gs pos="100000">
                <a:schemeClr val="dk2"/>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3" name="Google Shape;433;p36"/>
          <p:cNvSpPr/>
          <p:nvPr/>
        </p:nvSpPr>
        <p:spPr>
          <a:xfrm>
            <a:off x="7874850" y="4607076"/>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34" name="Google Shape;434;p36"/>
          <p:cNvSpPr/>
          <p:nvPr/>
        </p:nvSpPr>
        <p:spPr>
          <a:xfrm flipH="1">
            <a:off x="902146" y="-697977"/>
            <a:ext cx="1714779" cy="1538926"/>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0784"/>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35" name="Google Shape;435;p36"/>
          <p:cNvSpPr/>
          <p:nvPr/>
        </p:nvSpPr>
        <p:spPr>
          <a:xfrm>
            <a:off x="65235" y="3625714"/>
            <a:ext cx="2190265" cy="1965713"/>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alpha val="43137"/>
                </a:srgbClr>
              </a:gs>
              <a:gs pos="100000">
                <a:srgbClr val="00216E">
                  <a:alpha val="39607"/>
                </a:srgbClr>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36" name="Google Shape;436;p36"/>
          <p:cNvSpPr/>
          <p:nvPr/>
        </p:nvSpPr>
        <p:spPr>
          <a:xfrm>
            <a:off x="404446" y="337371"/>
            <a:ext cx="1024629" cy="919688"/>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00216E">
                  <a:alpha val="21568"/>
                </a:srgbClr>
              </a:gs>
              <a:gs pos="100000">
                <a:srgbClr val="E20030">
                  <a:alpha val="23137"/>
                </a:srgbClr>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37" name="Google Shape;437;p36"/>
          <p:cNvSpPr/>
          <p:nvPr/>
        </p:nvSpPr>
        <p:spPr>
          <a:xfrm flipH="1">
            <a:off x="4016096" y="3579376"/>
            <a:ext cx="1419951" cy="1275204"/>
          </a:xfrm>
          <a:custGeom>
            <a:avLst/>
            <a:gdLst/>
            <a:ahLst/>
            <a:cxnLst/>
            <a:rect l="l" t="t" r="r" b="b"/>
            <a:pathLst>
              <a:path w="101552" h="91200" extrusionOk="0">
                <a:moveTo>
                  <a:pt x="67692" y="1316"/>
                </a:moveTo>
                <a:cubicBezTo>
                  <a:pt x="73007" y="1316"/>
                  <a:pt x="77954" y="4172"/>
                  <a:pt x="80612" y="8774"/>
                </a:cubicBezTo>
                <a:lnTo>
                  <a:pt x="97524" y="38071"/>
                </a:lnTo>
                <a:cubicBezTo>
                  <a:pt x="100182" y="42673"/>
                  <a:pt x="100182" y="48388"/>
                  <a:pt x="97524" y="52990"/>
                </a:cubicBezTo>
                <a:lnTo>
                  <a:pt x="80612" y="82284"/>
                </a:lnTo>
                <a:cubicBezTo>
                  <a:pt x="77954" y="86886"/>
                  <a:pt x="73007" y="89745"/>
                  <a:pt x="67697" y="89745"/>
                </a:cubicBezTo>
                <a:cubicBezTo>
                  <a:pt x="64882" y="89699"/>
                  <a:pt x="62259" y="89681"/>
                  <a:pt x="59813" y="89681"/>
                </a:cubicBezTo>
                <a:cubicBezTo>
                  <a:pt x="55192" y="89681"/>
                  <a:pt x="51207" y="89745"/>
                  <a:pt x="47771" y="89800"/>
                </a:cubicBezTo>
                <a:lnTo>
                  <a:pt x="47241" y="89805"/>
                </a:lnTo>
                <a:cubicBezTo>
                  <a:pt x="44571" y="89847"/>
                  <a:pt x="42219" y="89885"/>
                  <a:pt x="40130" y="89885"/>
                </a:cubicBezTo>
                <a:cubicBezTo>
                  <a:pt x="33498" y="89885"/>
                  <a:pt x="29519" y="89506"/>
                  <a:pt x="26414" y="87711"/>
                </a:cubicBezTo>
                <a:cubicBezTo>
                  <a:pt x="22327" y="85351"/>
                  <a:pt x="19610" y="80457"/>
                  <a:pt x="14187" y="70715"/>
                </a:cubicBezTo>
                <a:lnTo>
                  <a:pt x="14163" y="70665"/>
                </a:lnTo>
                <a:cubicBezTo>
                  <a:pt x="11560" y="65984"/>
                  <a:pt x="8319" y="60160"/>
                  <a:pt x="4023" y="52985"/>
                </a:cubicBezTo>
                <a:cubicBezTo>
                  <a:pt x="1372" y="48384"/>
                  <a:pt x="1372" y="42668"/>
                  <a:pt x="4028" y="38071"/>
                </a:cubicBezTo>
                <a:lnTo>
                  <a:pt x="20941" y="8774"/>
                </a:lnTo>
                <a:cubicBezTo>
                  <a:pt x="23598" y="4172"/>
                  <a:pt x="28547" y="1316"/>
                  <a:pt x="33861" y="1316"/>
                </a:cubicBezTo>
                <a:close/>
                <a:moveTo>
                  <a:pt x="33861" y="0"/>
                </a:moveTo>
                <a:cubicBezTo>
                  <a:pt x="28081" y="0"/>
                  <a:pt x="22693" y="3108"/>
                  <a:pt x="19804" y="8115"/>
                </a:cubicBezTo>
                <a:lnTo>
                  <a:pt x="2886" y="37413"/>
                </a:lnTo>
                <a:cubicBezTo>
                  <a:pt x="0" y="42421"/>
                  <a:pt x="0" y="48640"/>
                  <a:pt x="2891" y="53648"/>
                </a:cubicBezTo>
                <a:lnTo>
                  <a:pt x="2895" y="53653"/>
                </a:lnTo>
                <a:cubicBezTo>
                  <a:pt x="7200" y="60853"/>
                  <a:pt x="10436" y="66672"/>
                  <a:pt x="13035" y="71348"/>
                </a:cubicBezTo>
                <a:lnTo>
                  <a:pt x="13039" y="71352"/>
                </a:lnTo>
                <a:cubicBezTo>
                  <a:pt x="17973" y="80225"/>
                  <a:pt x="20694" y="85114"/>
                  <a:pt x="24227" y="87880"/>
                </a:cubicBezTo>
                <a:cubicBezTo>
                  <a:pt x="25128" y="88583"/>
                  <a:pt x="26068" y="89136"/>
                  <a:pt x="27101" y="89581"/>
                </a:cubicBezTo>
                <a:cubicBezTo>
                  <a:pt x="28121" y="90017"/>
                  <a:pt x="29239" y="90349"/>
                  <a:pt x="30522" y="90591"/>
                </a:cubicBezTo>
                <a:cubicBezTo>
                  <a:pt x="32792" y="91027"/>
                  <a:pt x="35544" y="91200"/>
                  <a:pt x="40016" y="91200"/>
                </a:cubicBezTo>
                <a:cubicBezTo>
                  <a:pt x="42119" y="91200"/>
                  <a:pt x="44450" y="91166"/>
                  <a:pt x="47152" y="91120"/>
                </a:cubicBezTo>
                <a:lnTo>
                  <a:pt x="47379" y="91120"/>
                </a:lnTo>
                <a:cubicBezTo>
                  <a:pt x="50902" y="91061"/>
                  <a:pt x="54990" y="90997"/>
                  <a:pt x="59759" y="90997"/>
                </a:cubicBezTo>
                <a:cubicBezTo>
                  <a:pt x="62214" y="90997"/>
                  <a:pt x="64856" y="91012"/>
                  <a:pt x="67686" y="91061"/>
                </a:cubicBezTo>
                <a:lnTo>
                  <a:pt x="67692" y="91061"/>
                </a:lnTo>
                <a:cubicBezTo>
                  <a:pt x="73471" y="91061"/>
                  <a:pt x="78860" y="87948"/>
                  <a:pt x="81749" y="82942"/>
                </a:cubicBezTo>
                <a:lnTo>
                  <a:pt x="98663" y="53648"/>
                </a:lnTo>
                <a:cubicBezTo>
                  <a:pt x="101552" y="48640"/>
                  <a:pt x="101552" y="42421"/>
                  <a:pt x="98663" y="37413"/>
                </a:cubicBezTo>
                <a:lnTo>
                  <a:pt x="81749" y="8115"/>
                </a:lnTo>
                <a:cubicBezTo>
                  <a:pt x="78860" y="3108"/>
                  <a:pt x="73471" y="0"/>
                  <a:pt x="67692" y="0"/>
                </a:cubicBezTo>
                <a:close/>
              </a:path>
            </a:pathLst>
          </a:cu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6" Type="http://schemas.openxmlformats.org/officeDocument/2006/relationships/theme" Target="../theme/theme1.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39500"/>
            <a:ext cx="7717500" cy="5382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accent1"/>
              </a:buClr>
              <a:buSzPts val="3200"/>
              <a:buFont typeface="Space Mono"/>
              <a:buNone/>
              <a:defRPr sz="3200">
                <a:solidFill>
                  <a:schemeClr val="accent1"/>
                </a:solidFill>
                <a:latin typeface="Space Mono"/>
                <a:ea typeface="Space Mono"/>
                <a:cs typeface="Space Mono"/>
                <a:sym typeface="Space Mon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713225" y="1142650"/>
            <a:ext cx="7717500" cy="34659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lt2"/>
              </a:buClr>
              <a:buSzPts val="1400"/>
              <a:buFont typeface="Poppins"/>
              <a:buChar char="●"/>
              <a:defRPr>
                <a:solidFill>
                  <a:schemeClr val="lt2"/>
                </a:solidFill>
                <a:latin typeface="Poppins"/>
                <a:ea typeface="Poppins"/>
                <a:cs typeface="Poppins"/>
                <a:sym typeface="Poppins"/>
              </a:defRPr>
            </a:lvl1pPr>
            <a:lvl2pPr marL="914400" lvl="1" indent="-317500">
              <a:lnSpc>
                <a:spcPct val="115000"/>
              </a:lnSpc>
              <a:spcBef>
                <a:spcPts val="0"/>
              </a:spcBef>
              <a:spcAft>
                <a:spcPts val="0"/>
              </a:spcAft>
              <a:buClr>
                <a:schemeClr val="lt2"/>
              </a:buClr>
              <a:buSzPts val="1400"/>
              <a:buFont typeface="Poppins"/>
              <a:buChar char="○"/>
              <a:defRPr>
                <a:solidFill>
                  <a:schemeClr val="lt2"/>
                </a:solidFill>
                <a:latin typeface="Poppins"/>
                <a:ea typeface="Poppins"/>
                <a:cs typeface="Poppins"/>
                <a:sym typeface="Poppins"/>
              </a:defRPr>
            </a:lvl2pPr>
            <a:lvl3pPr marL="1371600" lvl="2" indent="-317500">
              <a:lnSpc>
                <a:spcPct val="115000"/>
              </a:lnSpc>
              <a:spcBef>
                <a:spcPts val="0"/>
              </a:spcBef>
              <a:spcAft>
                <a:spcPts val="0"/>
              </a:spcAft>
              <a:buClr>
                <a:schemeClr val="lt2"/>
              </a:buClr>
              <a:buSzPts val="1400"/>
              <a:buFont typeface="Poppins"/>
              <a:buChar char="■"/>
              <a:defRPr>
                <a:solidFill>
                  <a:schemeClr val="lt2"/>
                </a:solidFill>
                <a:latin typeface="Poppins"/>
                <a:ea typeface="Poppins"/>
                <a:cs typeface="Poppins"/>
                <a:sym typeface="Poppins"/>
              </a:defRPr>
            </a:lvl3pPr>
            <a:lvl4pPr marL="1828800" lvl="3" indent="-317500">
              <a:lnSpc>
                <a:spcPct val="115000"/>
              </a:lnSpc>
              <a:spcBef>
                <a:spcPts val="0"/>
              </a:spcBef>
              <a:spcAft>
                <a:spcPts val="0"/>
              </a:spcAft>
              <a:buClr>
                <a:schemeClr val="lt2"/>
              </a:buClr>
              <a:buSzPts val="1400"/>
              <a:buFont typeface="Poppins"/>
              <a:buChar char="●"/>
              <a:defRPr>
                <a:solidFill>
                  <a:schemeClr val="lt2"/>
                </a:solidFill>
                <a:latin typeface="Poppins"/>
                <a:ea typeface="Poppins"/>
                <a:cs typeface="Poppins"/>
                <a:sym typeface="Poppins"/>
              </a:defRPr>
            </a:lvl4pPr>
            <a:lvl5pPr marL="2286000" lvl="4" indent="-317500">
              <a:lnSpc>
                <a:spcPct val="115000"/>
              </a:lnSpc>
              <a:spcBef>
                <a:spcPts val="0"/>
              </a:spcBef>
              <a:spcAft>
                <a:spcPts val="0"/>
              </a:spcAft>
              <a:buClr>
                <a:schemeClr val="lt2"/>
              </a:buClr>
              <a:buSzPts val="1400"/>
              <a:buFont typeface="Poppins"/>
              <a:buChar char="○"/>
              <a:defRPr>
                <a:solidFill>
                  <a:schemeClr val="lt2"/>
                </a:solidFill>
                <a:latin typeface="Poppins"/>
                <a:ea typeface="Poppins"/>
                <a:cs typeface="Poppins"/>
                <a:sym typeface="Poppins"/>
              </a:defRPr>
            </a:lvl5pPr>
            <a:lvl6pPr marL="2743200" lvl="5" indent="-317500">
              <a:lnSpc>
                <a:spcPct val="115000"/>
              </a:lnSpc>
              <a:spcBef>
                <a:spcPts val="0"/>
              </a:spcBef>
              <a:spcAft>
                <a:spcPts val="0"/>
              </a:spcAft>
              <a:buClr>
                <a:schemeClr val="lt2"/>
              </a:buClr>
              <a:buSzPts val="1400"/>
              <a:buFont typeface="Poppins"/>
              <a:buChar char="■"/>
              <a:defRPr>
                <a:solidFill>
                  <a:schemeClr val="lt2"/>
                </a:solidFill>
                <a:latin typeface="Poppins"/>
                <a:ea typeface="Poppins"/>
                <a:cs typeface="Poppins"/>
                <a:sym typeface="Poppins"/>
              </a:defRPr>
            </a:lvl6pPr>
            <a:lvl7pPr marL="3200400" lvl="6" indent="-317500">
              <a:lnSpc>
                <a:spcPct val="115000"/>
              </a:lnSpc>
              <a:spcBef>
                <a:spcPts val="0"/>
              </a:spcBef>
              <a:spcAft>
                <a:spcPts val="0"/>
              </a:spcAft>
              <a:buClr>
                <a:schemeClr val="lt2"/>
              </a:buClr>
              <a:buSzPts val="1400"/>
              <a:buFont typeface="Poppins"/>
              <a:buChar char="●"/>
              <a:defRPr>
                <a:solidFill>
                  <a:schemeClr val="lt2"/>
                </a:solidFill>
                <a:latin typeface="Poppins"/>
                <a:ea typeface="Poppins"/>
                <a:cs typeface="Poppins"/>
                <a:sym typeface="Poppins"/>
              </a:defRPr>
            </a:lvl7pPr>
            <a:lvl8pPr marL="3657600" lvl="7" indent="-317500">
              <a:lnSpc>
                <a:spcPct val="115000"/>
              </a:lnSpc>
              <a:spcBef>
                <a:spcPts val="0"/>
              </a:spcBef>
              <a:spcAft>
                <a:spcPts val="0"/>
              </a:spcAft>
              <a:buClr>
                <a:schemeClr val="lt2"/>
              </a:buClr>
              <a:buSzPts val="1400"/>
              <a:buFont typeface="Poppins"/>
              <a:buChar char="○"/>
              <a:defRPr>
                <a:solidFill>
                  <a:schemeClr val="lt2"/>
                </a:solidFill>
                <a:latin typeface="Poppins"/>
                <a:ea typeface="Poppins"/>
                <a:cs typeface="Poppins"/>
                <a:sym typeface="Poppins"/>
              </a:defRPr>
            </a:lvl8pPr>
            <a:lvl9pPr marL="4114800" lvl="8" indent="-317500">
              <a:lnSpc>
                <a:spcPct val="115000"/>
              </a:lnSpc>
              <a:spcBef>
                <a:spcPts val="0"/>
              </a:spcBef>
              <a:spcAft>
                <a:spcPts val="0"/>
              </a:spcAft>
              <a:buClr>
                <a:schemeClr val="lt2"/>
              </a:buClr>
              <a:buSzPts val="1400"/>
              <a:buFont typeface="Poppins"/>
              <a:buChar char="■"/>
              <a:defRPr>
                <a:solidFill>
                  <a:schemeClr val="lt2"/>
                </a:solidFill>
                <a:latin typeface="Poppins"/>
                <a:ea typeface="Poppins"/>
                <a:cs typeface="Poppins"/>
                <a:sym typeface="Poppins"/>
              </a:defRPr>
            </a:lvl9pPr>
          </a:lstStyle>
          <a:p/>
        </p:txBody>
      </p:sp>
      <p:sp>
        <p:nvSpPr>
          <p:cNvPr id="8" name="Google Shape;8;p1"/>
          <p:cNvSpPr txBox="1"/>
          <p:nvPr>
            <p:ph type="sldNum" idx="12"/>
          </p:nvPr>
        </p:nvSpPr>
        <p:spPr>
          <a:xfrm>
            <a:off x="8472449" y="4607079"/>
            <a:ext cx="671400" cy="565500"/>
          </a:xfrm>
          <a:prstGeom prst="rect">
            <a:avLst/>
          </a:prstGeom>
          <a:noFill/>
          <a:ln>
            <a:noFill/>
          </a:ln>
        </p:spPr>
        <p:txBody>
          <a:bodyPr spcFirstLastPara="1" wrap="square" lIns="91425" tIns="91425" rIns="91425" bIns="91425" anchor="ctr" anchorCtr="0">
            <a:noAutofit/>
          </a:bodyPr>
          <a:lstStyle>
            <a:lvl1pPr lvl="0" algn="ctr" rtl="0">
              <a:buNone/>
              <a:defRPr sz="2000">
                <a:solidFill>
                  <a:schemeClr val="dk2"/>
                </a:solidFill>
                <a:latin typeface="Space Mono"/>
                <a:ea typeface="Space Mono"/>
                <a:cs typeface="Space Mono"/>
                <a:sym typeface="Space Mono"/>
              </a:defRPr>
            </a:lvl1pPr>
            <a:lvl2pPr lvl="1" algn="ctr" rtl="0">
              <a:buNone/>
              <a:defRPr sz="2000">
                <a:solidFill>
                  <a:schemeClr val="dk2"/>
                </a:solidFill>
                <a:latin typeface="Space Mono"/>
                <a:ea typeface="Space Mono"/>
                <a:cs typeface="Space Mono"/>
                <a:sym typeface="Space Mono"/>
              </a:defRPr>
            </a:lvl2pPr>
            <a:lvl3pPr lvl="2" algn="ctr" rtl="0">
              <a:buNone/>
              <a:defRPr sz="2000">
                <a:solidFill>
                  <a:schemeClr val="dk2"/>
                </a:solidFill>
                <a:latin typeface="Space Mono"/>
                <a:ea typeface="Space Mono"/>
                <a:cs typeface="Space Mono"/>
                <a:sym typeface="Space Mono"/>
              </a:defRPr>
            </a:lvl3pPr>
            <a:lvl4pPr lvl="3" algn="ctr" rtl="0">
              <a:buNone/>
              <a:defRPr sz="2000">
                <a:solidFill>
                  <a:schemeClr val="dk2"/>
                </a:solidFill>
                <a:latin typeface="Space Mono"/>
                <a:ea typeface="Space Mono"/>
                <a:cs typeface="Space Mono"/>
                <a:sym typeface="Space Mono"/>
              </a:defRPr>
            </a:lvl4pPr>
            <a:lvl5pPr lvl="4" algn="ctr" rtl="0">
              <a:buNone/>
              <a:defRPr sz="2000">
                <a:solidFill>
                  <a:schemeClr val="dk2"/>
                </a:solidFill>
                <a:latin typeface="Space Mono"/>
                <a:ea typeface="Space Mono"/>
                <a:cs typeface="Space Mono"/>
                <a:sym typeface="Space Mono"/>
              </a:defRPr>
            </a:lvl5pPr>
            <a:lvl6pPr lvl="5" algn="ctr" rtl="0">
              <a:buNone/>
              <a:defRPr sz="2000">
                <a:solidFill>
                  <a:schemeClr val="dk2"/>
                </a:solidFill>
                <a:latin typeface="Space Mono"/>
                <a:ea typeface="Space Mono"/>
                <a:cs typeface="Space Mono"/>
                <a:sym typeface="Space Mono"/>
              </a:defRPr>
            </a:lvl6pPr>
            <a:lvl7pPr lvl="6" algn="ctr" rtl="0">
              <a:buNone/>
              <a:defRPr sz="2000">
                <a:solidFill>
                  <a:schemeClr val="dk2"/>
                </a:solidFill>
                <a:latin typeface="Space Mono"/>
                <a:ea typeface="Space Mono"/>
                <a:cs typeface="Space Mono"/>
                <a:sym typeface="Space Mono"/>
              </a:defRPr>
            </a:lvl7pPr>
            <a:lvl8pPr lvl="7" algn="ctr" rtl="0">
              <a:buNone/>
              <a:defRPr sz="2000">
                <a:solidFill>
                  <a:schemeClr val="dk2"/>
                </a:solidFill>
                <a:latin typeface="Space Mono"/>
                <a:ea typeface="Space Mono"/>
                <a:cs typeface="Space Mono"/>
                <a:sym typeface="Space Mono"/>
              </a:defRPr>
            </a:lvl8pPr>
            <a:lvl9pPr lvl="8" algn="ctr" rtl="0">
              <a:buNone/>
              <a:defRPr sz="2000">
                <a:solidFill>
                  <a:schemeClr val="dk2"/>
                </a:solidFill>
                <a:latin typeface="Space Mono"/>
                <a:ea typeface="Space Mono"/>
                <a:cs typeface="Space Mono"/>
                <a:sym typeface="Space Mono"/>
              </a:defRPr>
            </a:lvl9pPr>
          </a:lstStyle>
          <a:p>
            <a:pPr marL="0" lvl="0" indent="0" algn="ctr" rtl="0">
              <a:spcBef>
                <a:spcPts val="0"/>
              </a:spcBef>
              <a:spcAft>
                <a:spcPts val="0"/>
              </a:spcAft>
              <a:buNone/>
            </a:pPr>
            <a:fld id="{00000000-1234-1234-1234-123412341234}" type="slidenum">
              <a:rPr lang="en-GB"/>
            </a:fld>
            <a:endParaRPr sz="160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7.xml"/><Relationship Id="rId2" Type="http://schemas.openxmlformats.org/officeDocument/2006/relationships/image" Target="../media/image3.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7.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447" name="Shape 447"/>
        <p:cNvGrpSpPr/>
        <p:nvPr/>
      </p:nvGrpSpPr>
      <p:grpSpPr>
        <a:xfrm>
          <a:off x="0" y="0"/>
          <a:ext cx="0" cy="0"/>
          <a:chOff x="0" y="0"/>
          <a:chExt cx="0" cy="0"/>
        </a:xfrm>
      </p:grpSpPr>
      <p:sp>
        <p:nvSpPr>
          <p:cNvPr id="448" name="Google Shape;448;p40"/>
          <p:cNvSpPr/>
          <p:nvPr/>
        </p:nvSpPr>
        <p:spPr>
          <a:xfrm flipH="1">
            <a:off x="4409987" y="3821522"/>
            <a:ext cx="1016536" cy="912912"/>
          </a:xfrm>
          <a:custGeom>
            <a:avLst/>
            <a:gdLst/>
            <a:ahLst/>
            <a:cxnLst/>
            <a:rect l="l" t="t" r="r" b="b"/>
            <a:pathLst>
              <a:path w="101552" h="91200" extrusionOk="0">
                <a:moveTo>
                  <a:pt x="67692" y="1316"/>
                </a:moveTo>
                <a:cubicBezTo>
                  <a:pt x="73007" y="1316"/>
                  <a:pt x="77954" y="4172"/>
                  <a:pt x="80612" y="8774"/>
                </a:cubicBezTo>
                <a:lnTo>
                  <a:pt x="97524" y="38071"/>
                </a:lnTo>
                <a:cubicBezTo>
                  <a:pt x="100182" y="42673"/>
                  <a:pt x="100182" y="48388"/>
                  <a:pt x="97524" y="52990"/>
                </a:cubicBezTo>
                <a:lnTo>
                  <a:pt x="80612" y="82284"/>
                </a:lnTo>
                <a:cubicBezTo>
                  <a:pt x="77954" y="86886"/>
                  <a:pt x="73007" y="89745"/>
                  <a:pt x="67697" y="89745"/>
                </a:cubicBezTo>
                <a:cubicBezTo>
                  <a:pt x="64882" y="89699"/>
                  <a:pt x="62259" y="89681"/>
                  <a:pt x="59813" y="89681"/>
                </a:cubicBezTo>
                <a:cubicBezTo>
                  <a:pt x="55192" y="89681"/>
                  <a:pt x="51207" y="89745"/>
                  <a:pt x="47771" y="89800"/>
                </a:cubicBezTo>
                <a:lnTo>
                  <a:pt x="47241" y="89805"/>
                </a:lnTo>
                <a:cubicBezTo>
                  <a:pt x="44571" y="89847"/>
                  <a:pt x="42219" y="89885"/>
                  <a:pt x="40130" y="89885"/>
                </a:cubicBezTo>
                <a:cubicBezTo>
                  <a:pt x="33498" y="89885"/>
                  <a:pt x="29519" y="89506"/>
                  <a:pt x="26414" y="87711"/>
                </a:cubicBezTo>
                <a:cubicBezTo>
                  <a:pt x="22327" y="85351"/>
                  <a:pt x="19610" y="80457"/>
                  <a:pt x="14187" y="70715"/>
                </a:cubicBezTo>
                <a:lnTo>
                  <a:pt x="14163" y="70665"/>
                </a:lnTo>
                <a:cubicBezTo>
                  <a:pt x="11560" y="65984"/>
                  <a:pt x="8319" y="60160"/>
                  <a:pt x="4023" y="52985"/>
                </a:cubicBezTo>
                <a:cubicBezTo>
                  <a:pt x="1372" y="48384"/>
                  <a:pt x="1372" y="42668"/>
                  <a:pt x="4028" y="38071"/>
                </a:cubicBezTo>
                <a:lnTo>
                  <a:pt x="20941" y="8774"/>
                </a:lnTo>
                <a:cubicBezTo>
                  <a:pt x="23598" y="4172"/>
                  <a:pt x="28547" y="1316"/>
                  <a:pt x="33861" y="1316"/>
                </a:cubicBezTo>
                <a:close/>
                <a:moveTo>
                  <a:pt x="33861" y="0"/>
                </a:moveTo>
                <a:cubicBezTo>
                  <a:pt x="28081" y="0"/>
                  <a:pt x="22693" y="3108"/>
                  <a:pt x="19804" y="8115"/>
                </a:cubicBezTo>
                <a:lnTo>
                  <a:pt x="2886" y="37413"/>
                </a:lnTo>
                <a:cubicBezTo>
                  <a:pt x="0" y="42421"/>
                  <a:pt x="0" y="48640"/>
                  <a:pt x="2891" y="53648"/>
                </a:cubicBezTo>
                <a:lnTo>
                  <a:pt x="2895" y="53653"/>
                </a:lnTo>
                <a:cubicBezTo>
                  <a:pt x="7200" y="60853"/>
                  <a:pt x="10436" y="66672"/>
                  <a:pt x="13035" y="71348"/>
                </a:cubicBezTo>
                <a:lnTo>
                  <a:pt x="13039" y="71352"/>
                </a:lnTo>
                <a:cubicBezTo>
                  <a:pt x="17973" y="80225"/>
                  <a:pt x="20694" y="85114"/>
                  <a:pt x="24227" y="87880"/>
                </a:cubicBezTo>
                <a:cubicBezTo>
                  <a:pt x="25128" y="88583"/>
                  <a:pt x="26068" y="89136"/>
                  <a:pt x="27101" y="89581"/>
                </a:cubicBezTo>
                <a:cubicBezTo>
                  <a:pt x="28121" y="90017"/>
                  <a:pt x="29239" y="90349"/>
                  <a:pt x="30522" y="90591"/>
                </a:cubicBezTo>
                <a:cubicBezTo>
                  <a:pt x="32792" y="91027"/>
                  <a:pt x="35544" y="91200"/>
                  <a:pt x="40016" y="91200"/>
                </a:cubicBezTo>
                <a:cubicBezTo>
                  <a:pt x="42119" y="91200"/>
                  <a:pt x="44450" y="91166"/>
                  <a:pt x="47152" y="91120"/>
                </a:cubicBezTo>
                <a:lnTo>
                  <a:pt x="47379" y="91120"/>
                </a:lnTo>
                <a:cubicBezTo>
                  <a:pt x="50902" y="91061"/>
                  <a:pt x="54990" y="90997"/>
                  <a:pt x="59759" y="90997"/>
                </a:cubicBezTo>
                <a:cubicBezTo>
                  <a:pt x="62214" y="90997"/>
                  <a:pt x="64856" y="91012"/>
                  <a:pt x="67686" y="91061"/>
                </a:cubicBezTo>
                <a:lnTo>
                  <a:pt x="67692" y="91061"/>
                </a:lnTo>
                <a:cubicBezTo>
                  <a:pt x="73471" y="91061"/>
                  <a:pt x="78860" y="87948"/>
                  <a:pt x="81749" y="82942"/>
                </a:cubicBezTo>
                <a:lnTo>
                  <a:pt x="98663" y="53648"/>
                </a:lnTo>
                <a:cubicBezTo>
                  <a:pt x="101552" y="48640"/>
                  <a:pt x="101552" y="42421"/>
                  <a:pt x="98663" y="37413"/>
                </a:cubicBezTo>
                <a:lnTo>
                  <a:pt x="81749" y="8115"/>
                </a:lnTo>
                <a:cubicBezTo>
                  <a:pt x="78860" y="3108"/>
                  <a:pt x="73471" y="0"/>
                  <a:pt x="67692" y="0"/>
                </a:cubicBezTo>
                <a:close/>
              </a:path>
            </a:pathLst>
          </a:cu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9" name="Google Shape;449;p40"/>
          <p:cNvSpPr txBox="1"/>
          <p:nvPr>
            <p:ph type="ctrTitle"/>
          </p:nvPr>
        </p:nvSpPr>
        <p:spPr>
          <a:xfrm>
            <a:off x="683260" y="1923415"/>
            <a:ext cx="5235575" cy="88265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sz="4800"/>
              <a:t>Le Web Scraping</a:t>
            </a:r>
            <a:endParaRPr lang="en-US" altLang="en-GB" sz="4800"/>
          </a:p>
        </p:txBody>
      </p:sp>
      <p:sp>
        <p:nvSpPr>
          <p:cNvPr id="2" name="Google Shape;450;p40"/>
          <p:cNvSpPr txBox="1"/>
          <p:nvPr/>
        </p:nvSpPr>
        <p:spPr>
          <a:xfrm>
            <a:off x="683895" y="2643505"/>
            <a:ext cx="5234940" cy="35433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2"/>
              </a:buClr>
              <a:buSzPts val="2800"/>
              <a:buFont typeface="Poppins"/>
              <a:buNone/>
              <a:defRPr sz="1600" b="0" i="0" u="none" strike="noStrike" cap="none">
                <a:solidFill>
                  <a:schemeClr val="lt2"/>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9pPr>
          </a:lstStyle>
          <a:p>
            <a:pPr marL="0" lvl="0" indent="0" algn="l" rtl="0">
              <a:spcBef>
                <a:spcPts val="0"/>
              </a:spcBef>
              <a:spcAft>
                <a:spcPts val="0"/>
              </a:spcAft>
              <a:buNone/>
            </a:pPr>
            <a:r>
              <a:rPr lang="en-US" altLang="en-GB"/>
              <a:t>Explorer une technique clé d'extraction de données</a:t>
            </a:r>
            <a:endParaRPr lang="en-US" altLang="en-GB"/>
          </a:p>
        </p:txBody>
      </p:sp>
      <p:sp>
        <p:nvSpPr>
          <p:cNvPr id="6" name="Google Shape;450;p40"/>
          <p:cNvSpPr txBox="1"/>
          <p:nvPr/>
        </p:nvSpPr>
        <p:spPr>
          <a:xfrm>
            <a:off x="251460" y="4444365"/>
            <a:ext cx="3016885" cy="35433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2"/>
              </a:buClr>
              <a:buSzPts val="2800"/>
              <a:buFont typeface="Poppins"/>
              <a:buNone/>
              <a:defRPr sz="1600" b="0" i="0" u="none" strike="noStrike" cap="none">
                <a:solidFill>
                  <a:schemeClr val="lt2"/>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9pPr>
          </a:lstStyle>
          <a:p>
            <a:pPr marL="0" lvl="0" indent="0" algn="l" rtl="0">
              <a:spcBef>
                <a:spcPts val="0"/>
              </a:spcBef>
              <a:spcAft>
                <a:spcPts val="0"/>
              </a:spcAft>
              <a:buNone/>
            </a:pPr>
            <a:r>
              <a:rPr lang="en-US" altLang="en-GB" sz="1200"/>
              <a:t>SELOUGHA Mohamed Achraf</a:t>
            </a:r>
            <a:endParaRPr lang="en-US" altLang="en-GB" sz="1200"/>
          </a:p>
        </p:txBody>
      </p:sp>
      <p:sp>
        <p:nvSpPr>
          <p:cNvPr id="7" name="Google Shape;450;p40"/>
          <p:cNvSpPr txBox="1"/>
          <p:nvPr/>
        </p:nvSpPr>
        <p:spPr>
          <a:xfrm>
            <a:off x="251460" y="4732020"/>
            <a:ext cx="3016885" cy="35433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2"/>
              </a:buClr>
              <a:buSzPts val="2800"/>
              <a:buFont typeface="Poppins"/>
              <a:buNone/>
              <a:defRPr sz="1600" b="0" i="0" u="none" strike="noStrike" cap="none">
                <a:solidFill>
                  <a:schemeClr val="lt2"/>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lt2"/>
              </a:buClr>
              <a:buSzPts val="2800"/>
              <a:buFont typeface="Poppins"/>
              <a:buNone/>
              <a:defRPr sz="2800" b="0" i="0" u="none" strike="noStrike" cap="none">
                <a:solidFill>
                  <a:schemeClr val="lt2"/>
                </a:solidFill>
                <a:latin typeface="Poppins"/>
                <a:ea typeface="Poppins"/>
                <a:cs typeface="Poppins"/>
                <a:sym typeface="Poppins"/>
              </a:defRPr>
            </a:lvl9pPr>
          </a:lstStyle>
          <a:p>
            <a:pPr marL="0" indent="0"/>
            <a:r>
              <a:rPr lang="en-US" altLang="en-GB" sz="1200" dirty="0">
                <a:sym typeface="+mn-ea"/>
              </a:rPr>
              <a:t>BENAMRANE Mohamed </a:t>
            </a:r>
            <a:r>
              <a:rPr lang="en-US" altLang="en-GB" sz="1200" dirty="0" err="1">
                <a:sym typeface="+mn-ea"/>
              </a:rPr>
              <a:t>Achraf</a:t>
            </a:r>
            <a:endParaRPr lang="en-US" altLang="en-GB" sz="12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511" name="Shape 511"/>
        <p:cNvGrpSpPr/>
        <p:nvPr/>
      </p:nvGrpSpPr>
      <p:grpSpPr>
        <a:xfrm>
          <a:off x="0" y="0"/>
          <a:ext cx="0" cy="0"/>
          <a:chOff x="0" y="0"/>
          <a:chExt cx="0" cy="0"/>
        </a:xfrm>
      </p:grpSpPr>
      <p:sp>
        <p:nvSpPr>
          <p:cNvPr id="512" name="Google Shape;512;p46"/>
          <p:cNvSpPr txBox="1"/>
          <p:nvPr>
            <p:ph type="title"/>
          </p:nvPr>
        </p:nvSpPr>
        <p:spPr>
          <a:xfrm>
            <a:off x="713225" y="2090560"/>
            <a:ext cx="4130100" cy="94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Contexte et définition</a:t>
            </a:r>
            <a:endParaRPr lang="en-GB"/>
          </a:p>
        </p:txBody>
      </p:sp>
      <p:sp>
        <p:nvSpPr>
          <p:cNvPr id="513" name="Google Shape;513;p46"/>
          <p:cNvSpPr txBox="1"/>
          <p:nvPr>
            <p:ph type="title" idx="2"/>
          </p:nvPr>
        </p:nvSpPr>
        <p:spPr>
          <a:xfrm>
            <a:off x="713225" y="986040"/>
            <a:ext cx="2125500" cy="1174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01</a:t>
            </a:r>
            <a:endParaRPr lang="en-GB"/>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502" name="Shape 502"/>
        <p:cNvGrpSpPr/>
        <p:nvPr/>
      </p:nvGrpSpPr>
      <p:grpSpPr>
        <a:xfrm>
          <a:off x="0" y="0"/>
          <a:ext cx="0" cy="0"/>
          <a:chOff x="0" y="0"/>
          <a:chExt cx="0" cy="0"/>
        </a:xfrm>
      </p:grpSpPr>
      <p:sp>
        <p:nvSpPr>
          <p:cNvPr id="503" name="Google Shape;503;p45"/>
          <p:cNvSpPr txBox="1"/>
          <p:nvPr>
            <p:ph type="title"/>
          </p:nvPr>
        </p:nvSpPr>
        <p:spPr>
          <a:xfrm>
            <a:off x="683895" y="483870"/>
            <a:ext cx="4746625" cy="155956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Qu'est-ce que le web scraping ?</a:t>
            </a:r>
            <a:endParaRPr lang="en-GB"/>
          </a:p>
        </p:txBody>
      </p:sp>
      <p:sp>
        <p:nvSpPr>
          <p:cNvPr id="504" name="Google Shape;504;p45"/>
          <p:cNvSpPr txBox="1"/>
          <p:nvPr>
            <p:ph type="subTitle" idx="1"/>
          </p:nvPr>
        </p:nvSpPr>
        <p:spPr>
          <a:xfrm>
            <a:off x="683895" y="1995805"/>
            <a:ext cx="4746625" cy="1867535"/>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Clr>
                <a:schemeClr val="accent1"/>
              </a:buClr>
              <a:buSzPts val="1100"/>
              <a:buFont typeface="Arial" panose="020B0604020202020204" pitchFamily="34" charset="0"/>
              <a:buChar char="•"/>
            </a:pPr>
            <a:r>
              <a:rPr lang="en-US" altLang="en-GB"/>
              <a:t>Technique de récupération et d'organisation automatisées des données web via un script </a:t>
            </a:r>
            <a:r>
              <a:rPr>
                <a:sym typeface="+mn-ea"/>
              </a:rPr>
              <a:t>ou un programme</a:t>
            </a:r>
            <a:r>
              <a:rPr lang="en-US">
                <a:sym typeface="+mn-ea"/>
              </a:rPr>
              <a:t> </a:t>
            </a:r>
            <a:r>
              <a:rPr>
                <a:sym typeface="+mn-ea"/>
              </a:rPr>
              <a:t>pour les transformer ou les réutiliser dans divers contextes</a:t>
            </a:r>
            <a:endParaRPr lang="en-US" altLang="en-GB"/>
          </a:p>
          <a:p>
            <a:pPr marL="285750" lvl="0" indent="-285750" algn="l" rtl="0">
              <a:spcBef>
                <a:spcPts val="0"/>
              </a:spcBef>
              <a:spcAft>
                <a:spcPts val="0"/>
              </a:spcAft>
              <a:buClr>
                <a:schemeClr val="accent1"/>
              </a:buClr>
              <a:buSzPts val="1100"/>
              <a:buFont typeface="Arial" panose="020B0604020202020204" pitchFamily="34" charset="0"/>
              <a:buChar char="•"/>
            </a:pPr>
            <a:endParaRPr lang="en-US" altLang="en-GB"/>
          </a:p>
          <a:p>
            <a:pPr marL="285750" lvl="0" indent="-285750" algn="l" rtl="0">
              <a:spcBef>
                <a:spcPts val="0"/>
              </a:spcBef>
              <a:spcAft>
                <a:spcPts val="0"/>
              </a:spcAft>
              <a:buClr>
                <a:schemeClr val="accent1"/>
              </a:buClr>
              <a:buSzPts val="1100"/>
              <a:buFont typeface="Arial" panose="020B0604020202020204" pitchFamily="34" charset="0"/>
              <a:buChar char="•"/>
            </a:pPr>
            <a:r>
              <a:rPr lang="en-US" altLang="en-GB"/>
              <a:t>Aussi appelé "harvesting" ou ‘moissonnage du web"</a:t>
            </a:r>
            <a:endParaRPr lang="en-US" altLang="en-GB"/>
          </a:p>
          <a:p>
            <a:pPr marL="285750" lvl="0" indent="-285750" algn="l" rtl="0">
              <a:spcBef>
                <a:spcPts val="0"/>
              </a:spcBef>
              <a:spcAft>
                <a:spcPts val="0"/>
              </a:spcAft>
              <a:buClr>
                <a:schemeClr val="accent1"/>
              </a:buClr>
              <a:buSzPts val="1100"/>
              <a:buFont typeface="Arial" panose="020B0604020202020204" pitchFamily="34" charset="0"/>
              <a:buChar char="•"/>
            </a:pPr>
            <a:endParaRPr lang="en-US" altLang="en-GB"/>
          </a:p>
        </p:txBody>
      </p:sp>
      <p:sp>
        <p:nvSpPr>
          <p:cNvPr id="505" name="Google Shape;505;p45"/>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GB"/>
            </a:fld>
            <a:endParaRPr lang="en-GB"/>
          </a:p>
        </p:txBody>
      </p:sp>
      <p:sp>
        <p:nvSpPr>
          <p:cNvPr id="506" name="Google Shape;506;p45"/>
          <p:cNvSpPr/>
          <p:nvPr/>
        </p:nvSpPr>
        <p:spPr>
          <a:xfrm>
            <a:off x="5348653" y="837572"/>
            <a:ext cx="1323290" cy="1187760"/>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511" name="Shape 511"/>
        <p:cNvGrpSpPr/>
        <p:nvPr/>
      </p:nvGrpSpPr>
      <p:grpSpPr>
        <a:xfrm>
          <a:off x="0" y="0"/>
          <a:ext cx="0" cy="0"/>
          <a:chOff x="0" y="0"/>
          <a:chExt cx="0" cy="0"/>
        </a:xfrm>
      </p:grpSpPr>
      <p:sp>
        <p:nvSpPr>
          <p:cNvPr id="512" name="Google Shape;512;p46"/>
          <p:cNvSpPr txBox="1"/>
          <p:nvPr>
            <p:ph type="title"/>
          </p:nvPr>
        </p:nvSpPr>
        <p:spPr>
          <a:xfrm>
            <a:off x="713105" y="2090420"/>
            <a:ext cx="4366895" cy="9493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Importance et applications</a:t>
            </a:r>
            <a:endParaRPr lang="en-GB"/>
          </a:p>
        </p:txBody>
      </p:sp>
      <p:sp>
        <p:nvSpPr>
          <p:cNvPr id="513" name="Google Shape;513;p46"/>
          <p:cNvSpPr txBox="1"/>
          <p:nvPr>
            <p:ph type="title" idx="2"/>
          </p:nvPr>
        </p:nvSpPr>
        <p:spPr>
          <a:xfrm>
            <a:off x="713225" y="986040"/>
            <a:ext cx="2125500" cy="1174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0</a:t>
            </a:r>
            <a:r>
              <a:rPr lang="en-US" altLang="en-GB"/>
              <a:t>2</a:t>
            </a:r>
            <a:endParaRPr lang="en-US" altLang="en-GB"/>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700" name="Shape 700"/>
        <p:cNvGrpSpPr/>
        <p:nvPr/>
      </p:nvGrpSpPr>
      <p:grpSpPr>
        <a:xfrm>
          <a:off x="0" y="0"/>
          <a:ext cx="0" cy="0"/>
          <a:chOff x="0" y="0"/>
          <a:chExt cx="0" cy="0"/>
        </a:xfrm>
      </p:grpSpPr>
      <p:sp>
        <p:nvSpPr>
          <p:cNvPr id="701" name="Google Shape;701;p56"/>
          <p:cNvSpPr txBox="1"/>
          <p:nvPr>
            <p:ph type="title"/>
          </p:nvPr>
        </p:nvSpPr>
        <p:spPr>
          <a:xfrm>
            <a:off x="713225" y="539500"/>
            <a:ext cx="7717500" cy="53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Pourquoi utiliser le web scraping ?</a:t>
            </a:r>
            <a:endParaRPr lang="en-GB"/>
          </a:p>
        </p:txBody>
      </p:sp>
      <p:sp>
        <p:nvSpPr>
          <p:cNvPr id="702" name="Google Shape;702;p56"/>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GB" sz="1600" b="1"/>
            </a:fld>
            <a:endParaRPr sz="1600" b="1"/>
          </a:p>
        </p:txBody>
      </p:sp>
      <p:sp>
        <p:nvSpPr>
          <p:cNvPr id="707" name="Google Shape;707;p56"/>
          <p:cNvSpPr txBox="1"/>
          <p:nvPr>
            <p:ph type="subTitle" idx="5"/>
          </p:nvPr>
        </p:nvSpPr>
        <p:spPr>
          <a:xfrm>
            <a:off x="1739265" y="1791335"/>
            <a:ext cx="2623820" cy="161544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sym typeface="+mn-ea"/>
              </a:rPr>
              <a:t>Le web scraping permet aux</a:t>
            </a:r>
            <a:r>
              <a:rPr>
                <a:sym typeface="+mn-ea"/>
              </a:rPr>
              <a:t> entreprises</a:t>
            </a:r>
            <a:r>
              <a:rPr lang="en-US">
                <a:sym typeface="+mn-ea"/>
              </a:rPr>
              <a:t> de</a:t>
            </a:r>
            <a:r>
              <a:rPr>
                <a:sym typeface="+mn-ea"/>
              </a:rPr>
              <a:t> collecter</a:t>
            </a:r>
            <a:r>
              <a:rPr lang="en-US">
                <a:sym typeface="+mn-ea"/>
              </a:rPr>
              <a:t> </a:t>
            </a:r>
            <a:r>
              <a:rPr>
                <a:sym typeface="+mn-ea"/>
              </a:rPr>
              <a:t>des</a:t>
            </a:r>
            <a:r>
              <a:rPr lang="en-US">
                <a:sym typeface="+mn-ea"/>
              </a:rPr>
              <a:t> sur les prix, les produits, les avis clients ou les tendances pour analyser la concurrence et les comportements des consommateurs</a:t>
            </a:r>
            <a:endParaRPr lang="en-GB"/>
          </a:p>
        </p:txBody>
      </p:sp>
      <p:sp>
        <p:nvSpPr>
          <p:cNvPr id="708" name="Google Shape;708;p56"/>
          <p:cNvSpPr txBox="1"/>
          <p:nvPr>
            <p:ph type="subTitle" idx="6"/>
          </p:nvPr>
        </p:nvSpPr>
        <p:spPr>
          <a:xfrm>
            <a:off x="1739265" y="1433830"/>
            <a:ext cx="2649855" cy="42735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Analyse de marché</a:t>
            </a:r>
            <a:endParaRPr lang="en-GB"/>
          </a:p>
        </p:txBody>
      </p:sp>
      <p:sp>
        <p:nvSpPr>
          <p:cNvPr id="711" name="Google Shape;711;p56"/>
          <p:cNvSpPr txBox="1"/>
          <p:nvPr>
            <p:ph type="subTitle" idx="9"/>
          </p:nvPr>
        </p:nvSpPr>
        <p:spPr>
          <a:xfrm>
            <a:off x="5641975" y="2524125"/>
            <a:ext cx="2361565" cy="193802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a:sym typeface="+mn-ea"/>
              </a:rPr>
              <a:t>Un site de comparaison de vols scrape les tarifs et horaires de plusieurs compagnies aériennes (par exemple, Air France, Ryanair) pour afficher les meilleures options sur une seule interface, facilitant la recherche des utilisateurs</a:t>
            </a:r>
            <a:endParaRPr lang="en-GB"/>
          </a:p>
        </p:txBody>
      </p:sp>
      <p:sp>
        <p:nvSpPr>
          <p:cNvPr id="712" name="Google Shape;712;p56"/>
          <p:cNvSpPr txBox="1"/>
          <p:nvPr>
            <p:ph type="subTitle" idx="13"/>
          </p:nvPr>
        </p:nvSpPr>
        <p:spPr>
          <a:xfrm>
            <a:off x="5652073" y="1993085"/>
            <a:ext cx="1822200" cy="42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Agrégation</a:t>
            </a:r>
            <a:endParaRPr lang="en-GB"/>
          </a:p>
        </p:txBody>
      </p:sp>
      <p:sp>
        <p:nvSpPr>
          <p:cNvPr id="713" name="Google Shape;713;p56"/>
          <p:cNvSpPr/>
          <p:nvPr/>
        </p:nvSpPr>
        <p:spPr>
          <a:xfrm>
            <a:off x="696936" y="1424972"/>
            <a:ext cx="813685" cy="730740"/>
          </a:xfrm>
          <a:custGeom>
            <a:avLst/>
            <a:gdLst/>
            <a:ahLst/>
            <a:cxnLst/>
            <a:rect l="l" t="t" r="r" b="b"/>
            <a:pathLst>
              <a:path w="101552" h="91200" extrusionOk="0">
                <a:moveTo>
                  <a:pt x="67692" y="1316"/>
                </a:moveTo>
                <a:cubicBezTo>
                  <a:pt x="73007" y="1316"/>
                  <a:pt x="77954" y="4172"/>
                  <a:pt x="80612" y="8774"/>
                </a:cubicBezTo>
                <a:lnTo>
                  <a:pt x="97524" y="38071"/>
                </a:lnTo>
                <a:cubicBezTo>
                  <a:pt x="100182" y="42673"/>
                  <a:pt x="100182" y="48388"/>
                  <a:pt x="97524" y="52990"/>
                </a:cubicBezTo>
                <a:lnTo>
                  <a:pt x="80612" y="82284"/>
                </a:lnTo>
                <a:cubicBezTo>
                  <a:pt x="77954" y="86886"/>
                  <a:pt x="73007" y="89745"/>
                  <a:pt x="67697" y="89745"/>
                </a:cubicBezTo>
                <a:cubicBezTo>
                  <a:pt x="64882" y="89699"/>
                  <a:pt x="62259" y="89681"/>
                  <a:pt x="59813" y="89681"/>
                </a:cubicBezTo>
                <a:cubicBezTo>
                  <a:pt x="55192" y="89681"/>
                  <a:pt x="51207" y="89745"/>
                  <a:pt x="47771" y="89800"/>
                </a:cubicBezTo>
                <a:lnTo>
                  <a:pt x="47241" y="89805"/>
                </a:lnTo>
                <a:cubicBezTo>
                  <a:pt x="44571" y="89847"/>
                  <a:pt x="42219" y="89885"/>
                  <a:pt x="40130" y="89885"/>
                </a:cubicBezTo>
                <a:cubicBezTo>
                  <a:pt x="33498" y="89885"/>
                  <a:pt x="29519" y="89506"/>
                  <a:pt x="26414" y="87711"/>
                </a:cubicBezTo>
                <a:cubicBezTo>
                  <a:pt x="22327" y="85351"/>
                  <a:pt x="19610" y="80457"/>
                  <a:pt x="14187" y="70715"/>
                </a:cubicBezTo>
                <a:lnTo>
                  <a:pt x="14163" y="70665"/>
                </a:lnTo>
                <a:cubicBezTo>
                  <a:pt x="11560" y="65984"/>
                  <a:pt x="8319" y="60160"/>
                  <a:pt x="4023" y="52985"/>
                </a:cubicBezTo>
                <a:cubicBezTo>
                  <a:pt x="1372" y="48384"/>
                  <a:pt x="1372" y="42668"/>
                  <a:pt x="4028" y="38071"/>
                </a:cubicBezTo>
                <a:lnTo>
                  <a:pt x="20941" y="8774"/>
                </a:lnTo>
                <a:cubicBezTo>
                  <a:pt x="23598" y="4172"/>
                  <a:pt x="28547" y="1316"/>
                  <a:pt x="33861" y="1316"/>
                </a:cubicBezTo>
                <a:close/>
                <a:moveTo>
                  <a:pt x="33861" y="0"/>
                </a:moveTo>
                <a:cubicBezTo>
                  <a:pt x="28081" y="0"/>
                  <a:pt x="22693" y="3108"/>
                  <a:pt x="19804" y="8115"/>
                </a:cubicBezTo>
                <a:lnTo>
                  <a:pt x="2886" y="37413"/>
                </a:lnTo>
                <a:cubicBezTo>
                  <a:pt x="0" y="42421"/>
                  <a:pt x="0" y="48640"/>
                  <a:pt x="2891" y="53648"/>
                </a:cubicBezTo>
                <a:lnTo>
                  <a:pt x="2895" y="53653"/>
                </a:lnTo>
                <a:cubicBezTo>
                  <a:pt x="7200" y="60853"/>
                  <a:pt x="10436" y="66672"/>
                  <a:pt x="13035" y="71348"/>
                </a:cubicBezTo>
                <a:lnTo>
                  <a:pt x="13039" y="71352"/>
                </a:lnTo>
                <a:cubicBezTo>
                  <a:pt x="17973" y="80225"/>
                  <a:pt x="20694" y="85114"/>
                  <a:pt x="24227" y="87880"/>
                </a:cubicBezTo>
                <a:cubicBezTo>
                  <a:pt x="25128" y="88583"/>
                  <a:pt x="26068" y="89136"/>
                  <a:pt x="27101" y="89581"/>
                </a:cubicBezTo>
                <a:cubicBezTo>
                  <a:pt x="28121" y="90017"/>
                  <a:pt x="29239" y="90349"/>
                  <a:pt x="30522" y="90591"/>
                </a:cubicBezTo>
                <a:cubicBezTo>
                  <a:pt x="32792" y="91027"/>
                  <a:pt x="35544" y="91200"/>
                  <a:pt x="40016" y="91200"/>
                </a:cubicBezTo>
                <a:cubicBezTo>
                  <a:pt x="42119" y="91200"/>
                  <a:pt x="44450" y="91166"/>
                  <a:pt x="47152" y="91120"/>
                </a:cubicBezTo>
                <a:lnTo>
                  <a:pt x="47379" y="91120"/>
                </a:lnTo>
                <a:cubicBezTo>
                  <a:pt x="50902" y="91061"/>
                  <a:pt x="54990" y="90997"/>
                  <a:pt x="59759" y="90997"/>
                </a:cubicBezTo>
                <a:cubicBezTo>
                  <a:pt x="62214" y="90997"/>
                  <a:pt x="64856" y="91012"/>
                  <a:pt x="67686" y="91061"/>
                </a:cubicBezTo>
                <a:lnTo>
                  <a:pt x="67692" y="91061"/>
                </a:lnTo>
                <a:cubicBezTo>
                  <a:pt x="73471" y="91061"/>
                  <a:pt x="78860" y="87948"/>
                  <a:pt x="81749" y="82942"/>
                </a:cubicBezTo>
                <a:lnTo>
                  <a:pt x="98663" y="53648"/>
                </a:lnTo>
                <a:cubicBezTo>
                  <a:pt x="101552" y="48640"/>
                  <a:pt x="101552" y="42421"/>
                  <a:pt x="98663" y="37413"/>
                </a:cubicBezTo>
                <a:lnTo>
                  <a:pt x="81749" y="8115"/>
                </a:lnTo>
                <a:cubicBezTo>
                  <a:pt x="78860" y="3108"/>
                  <a:pt x="73471" y="0"/>
                  <a:pt x="67692" y="0"/>
                </a:cubicBezTo>
                <a:close/>
              </a:path>
            </a:pathLst>
          </a:cu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5" name="Google Shape;715;p56"/>
          <p:cNvSpPr/>
          <p:nvPr/>
        </p:nvSpPr>
        <p:spPr>
          <a:xfrm>
            <a:off x="4599646" y="2060837"/>
            <a:ext cx="813685" cy="730740"/>
          </a:xfrm>
          <a:custGeom>
            <a:avLst/>
            <a:gdLst/>
            <a:ahLst/>
            <a:cxnLst/>
            <a:rect l="l" t="t" r="r" b="b"/>
            <a:pathLst>
              <a:path w="101552" h="91200" extrusionOk="0">
                <a:moveTo>
                  <a:pt x="67692" y="1316"/>
                </a:moveTo>
                <a:cubicBezTo>
                  <a:pt x="73007" y="1316"/>
                  <a:pt x="77954" y="4172"/>
                  <a:pt x="80612" y="8774"/>
                </a:cubicBezTo>
                <a:lnTo>
                  <a:pt x="97524" y="38071"/>
                </a:lnTo>
                <a:cubicBezTo>
                  <a:pt x="100182" y="42673"/>
                  <a:pt x="100182" y="48388"/>
                  <a:pt x="97524" y="52990"/>
                </a:cubicBezTo>
                <a:lnTo>
                  <a:pt x="80612" y="82284"/>
                </a:lnTo>
                <a:cubicBezTo>
                  <a:pt x="77954" y="86886"/>
                  <a:pt x="73007" y="89745"/>
                  <a:pt x="67697" y="89745"/>
                </a:cubicBezTo>
                <a:cubicBezTo>
                  <a:pt x="64882" y="89699"/>
                  <a:pt x="62259" y="89681"/>
                  <a:pt x="59813" y="89681"/>
                </a:cubicBezTo>
                <a:cubicBezTo>
                  <a:pt x="55192" y="89681"/>
                  <a:pt x="51207" y="89745"/>
                  <a:pt x="47771" y="89800"/>
                </a:cubicBezTo>
                <a:lnTo>
                  <a:pt x="47241" y="89805"/>
                </a:lnTo>
                <a:cubicBezTo>
                  <a:pt x="44571" y="89847"/>
                  <a:pt x="42219" y="89885"/>
                  <a:pt x="40130" y="89885"/>
                </a:cubicBezTo>
                <a:cubicBezTo>
                  <a:pt x="33498" y="89885"/>
                  <a:pt x="29519" y="89506"/>
                  <a:pt x="26414" y="87711"/>
                </a:cubicBezTo>
                <a:cubicBezTo>
                  <a:pt x="22327" y="85351"/>
                  <a:pt x="19610" y="80457"/>
                  <a:pt x="14187" y="70715"/>
                </a:cubicBezTo>
                <a:lnTo>
                  <a:pt x="14163" y="70665"/>
                </a:lnTo>
                <a:cubicBezTo>
                  <a:pt x="11560" y="65984"/>
                  <a:pt x="8319" y="60160"/>
                  <a:pt x="4023" y="52985"/>
                </a:cubicBezTo>
                <a:cubicBezTo>
                  <a:pt x="1372" y="48384"/>
                  <a:pt x="1372" y="42668"/>
                  <a:pt x="4028" y="38071"/>
                </a:cubicBezTo>
                <a:lnTo>
                  <a:pt x="20941" y="8774"/>
                </a:lnTo>
                <a:cubicBezTo>
                  <a:pt x="23598" y="4172"/>
                  <a:pt x="28547" y="1316"/>
                  <a:pt x="33861" y="1316"/>
                </a:cubicBezTo>
                <a:close/>
                <a:moveTo>
                  <a:pt x="33861" y="0"/>
                </a:moveTo>
                <a:cubicBezTo>
                  <a:pt x="28081" y="0"/>
                  <a:pt x="22693" y="3108"/>
                  <a:pt x="19804" y="8115"/>
                </a:cubicBezTo>
                <a:lnTo>
                  <a:pt x="2886" y="37413"/>
                </a:lnTo>
                <a:cubicBezTo>
                  <a:pt x="0" y="42421"/>
                  <a:pt x="0" y="48640"/>
                  <a:pt x="2891" y="53648"/>
                </a:cubicBezTo>
                <a:lnTo>
                  <a:pt x="2895" y="53653"/>
                </a:lnTo>
                <a:cubicBezTo>
                  <a:pt x="7200" y="60853"/>
                  <a:pt x="10436" y="66672"/>
                  <a:pt x="13035" y="71348"/>
                </a:cubicBezTo>
                <a:lnTo>
                  <a:pt x="13039" y="71352"/>
                </a:lnTo>
                <a:cubicBezTo>
                  <a:pt x="17973" y="80225"/>
                  <a:pt x="20694" y="85114"/>
                  <a:pt x="24227" y="87880"/>
                </a:cubicBezTo>
                <a:cubicBezTo>
                  <a:pt x="25128" y="88583"/>
                  <a:pt x="26068" y="89136"/>
                  <a:pt x="27101" y="89581"/>
                </a:cubicBezTo>
                <a:cubicBezTo>
                  <a:pt x="28121" y="90017"/>
                  <a:pt x="29239" y="90349"/>
                  <a:pt x="30522" y="90591"/>
                </a:cubicBezTo>
                <a:cubicBezTo>
                  <a:pt x="32792" y="91027"/>
                  <a:pt x="35544" y="91200"/>
                  <a:pt x="40016" y="91200"/>
                </a:cubicBezTo>
                <a:cubicBezTo>
                  <a:pt x="42119" y="91200"/>
                  <a:pt x="44450" y="91166"/>
                  <a:pt x="47152" y="91120"/>
                </a:cubicBezTo>
                <a:lnTo>
                  <a:pt x="47379" y="91120"/>
                </a:lnTo>
                <a:cubicBezTo>
                  <a:pt x="50902" y="91061"/>
                  <a:pt x="54990" y="90997"/>
                  <a:pt x="59759" y="90997"/>
                </a:cubicBezTo>
                <a:cubicBezTo>
                  <a:pt x="62214" y="90997"/>
                  <a:pt x="64856" y="91012"/>
                  <a:pt x="67686" y="91061"/>
                </a:cubicBezTo>
                <a:lnTo>
                  <a:pt x="67692" y="91061"/>
                </a:lnTo>
                <a:cubicBezTo>
                  <a:pt x="73471" y="91061"/>
                  <a:pt x="78860" y="87948"/>
                  <a:pt x="81749" y="82942"/>
                </a:cubicBezTo>
                <a:lnTo>
                  <a:pt x="98663" y="53648"/>
                </a:lnTo>
                <a:cubicBezTo>
                  <a:pt x="101552" y="48640"/>
                  <a:pt x="101552" y="42421"/>
                  <a:pt x="98663" y="37413"/>
                </a:cubicBezTo>
                <a:lnTo>
                  <a:pt x="81749" y="8115"/>
                </a:lnTo>
                <a:cubicBezTo>
                  <a:pt x="78860" y="3108"/>
                  <a:pt x="73471" y="0"/>
                  <a:pt x="67692" y="0"/>
                </a:cubicBezTo>
                <a:close/>
              </a:path>
            </a:pathLst>
          </a:cu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718" name="Google Shape;718;p56"/>
          <p:cNvGrpSpPr/>
          <p:nvPr/>
        </p:nvGrpSpPr>
        <p:grpSpPr>
          <a:xfrm>
            <a:off x="910157" y="1580726"/>
            <a:ext cx="387069" cy="427494"/>
            <a:chOff x="1609225" y="2323150"/>
            <a:chExt cx="239375" cy="264375"/>
          </a:xfrm>
        </p:grpSpPr>
        <p:sp>
          <p:nvSpPr>
            <p:cNvPr id="719" name="Google Shape;719;p56"/>
            <p:cNvSpPr/>
            <p:nvPr/>
          </p:nvSpPr>
          <p:spPr>
            <a:xfrm>
              <a:off x="1708650" y="2504725"/>
              <a:ext cx="8375" cy="7775"/>
            </a:xfrm>
            <a:custGeom>
              <a:avLst/>
              <a:gdLst/>
              <a:ahLst/>
              <a:cxnLst/>
              <a:rect l="l" t="t" r="r" b="b"/>
              <a:pathLst>
                <a:path w="335" h="311" extrusionOk="0">
                  <a:moveTo>
                    <a:pt x="1" y="1"/>
                  </a:moveTo>
                  <a:lnTo>
                    <a:pt x="1" y="311"/>
                  </a:lnTo>
                  <a:lnTo>
                    <a:pt x="334" y="311"/>
                  </a:lnTo>
                  <a:lnTo>
                    <a:pt x="3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0" name="Google Shape;720;p56"/>
            <p:cNvSpPr/>
            <p:nvPr/>
          </p:nvSpPr>
          <p:spPr>
            <a:xfrm>
              <a:off x="1725325" y="2504725"/>
              <a:ext cx="7775" cy="7775"/>
            </a:xfrm>
            <a:custGeom>
              <a:avLst/>
              <a:gdLst/>
              <a:ahLst/>
              <a:cxnLst/>
              <a:rect l="l" t="t" r="r" b="b"/>
              <a:pathLst>
                <a:path w="311" h="311" extrusionOk="0">
                  <a:moveTo>
                    <a:pt x="1" y="1"/>
                  </a:moveTo>
                  <a:lnTo>
                    <a:pt x="1" y="311"/>
                  </a:lnTo>
                  <a:lnTo>
                    <a:pt x="310" y="311"/>
                  </a:lnTo>
                  <a:lnTo>
                    <a:pt x="31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1" name="Google Shape;721;p56"/>
            <p:cNvSpPr/>
            <p:nvPr/>
          </p:nvSpPr>
          <p:spPr>
            <a:xfrm>
              <a:off x="1741400" y="2504725"/>
              <a:ext cx="8350" cy="7775"/>
            </a:xfrm>
            <a:custGeom>
              <a:avLst/>
              <a:gdLst/>
              <a:ahLst/>
              <a:cxnLst/>
              <a:rect l="l" t="t" r="r" b="b"/>
              <a:pathLst>
                <a:path w="334" h="311" extrusionOk="0">
                  <a:moveTo>
                    <a:pt x="1" y="1"/>
                  </a:moveTo>
                  <a:lnTo>
                    <a:pt x="1" y="311"/>
                  </a:lnTo>
                  <a:lnTo>
                    <a:pt x="334" y="311"/>
                  </a:lnTo>
                  <a:lnTo>
                    <a:pt x="3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2" name="Google Shape;722;p56"/>
            <p:cNvSpPr/>
            <p:nvPr/>
          </p:nvSpPr>
          <p:spPr>
            <a:xfrm>
              <a:off x="1609225" y="2323150"/>
              <a:ext cx="239375" cy="264375"/>
            </a:xfrm>
            <a:custGeom>
              <a:avLst/>
              <a:gdLst/>
              <a:ahLst/>
              <a:cxnLst/>
              <a:rect l="l" t="t" r="r" b="b"/>
              <a:pathLst>
                <a:path w="9575" h="10575" extrusionOk="0">
                  <a:moveTo>
                    <a:pt x="6955" y="334"/>
                  </a:moveTo>
                  <a:lnTo>
                    <a:pt x="6955" y="3430"/>
                  </a:lnTo>
                  <a:lnTo>
                    <a:pt x="5288" y="1763"/>
                  </a:lnTo>
                  <a:lnTo>
                    <a:pt x="4311" y="2739"/>
                  </a:lnTo>
                  <a:lnTo>
                    <a:pt x="3644" y="2096"/>
                  </a:lnTo>
                  <a:lnTo>
                    <a:pt x="2644" y="3096"/>
                  </a:lnTo>
                  <a:lnTo>
                    <a:pt x="2644" y="334"/>
                  </a:lnTo>
                  <a:close/>
                  <a:moveTo>
                    <a:pt x="3644" y="2501"/>
                  </a:moveTo>
                  <a:lnTo>
                    <a:pt x="4097" y="2954"/>
                  </a:lnTo>
                  <a:lnTo>
                    <a:pt x="3454" y="3644"/>
                  </a:lnTo>
                  <a:lnTo>
                    <a:pt x="2668" y="3644"/>
                  </a:lnTo>
                  <a:lnTo>
                    <a:pt x="2668" y="3525"/>
                  </a:lnTo>
                  <a:lnTo>
                    <a:pt x="2644" y="3525"/>
                  </a:lnTo>
                  <a:lnTo>
                    <a:pt x="3644" y="2501"/>
                  </a:lnTo>
                  <a:close/>
                  <a:moveTo>
                    <a:pt x="5288" y="2215"/>
                  </a:moveTo>
                  <a:lnTo>
                    <a:pt x="6716" y="3644"/>
                  </a:lnTo>
                  <a:lnTo>
                    <a:pt x="3835" y="3644"/>
                  </a:lnTo>
                  <a:lnTo>
                    <a:pt x="5288" y="2215"/>
                  </a:lnTo>
                  <a:close/>
                  <a:moveTo>
                    <a:pt x="6955" y="3954"/>
                  </a:moveTo>
                  <a:lnTo>
                    <a:pt x="6955" y="4644"/>
                  </a:lnTo>
                  <a:lnTo>
                    <a:pt x="2644" y="4644"/>
                  </a:lnTo>
                  <a:lnTo>
                    <a:pt x="2644" y="3954"/>
                  </a:lnTo>
                  <a:close/>
                  <a:moveTo>
                    <a:pt x="5478" y="9241"/>
                  </a:moveTo>
                  <a:lnTo>
                    <a:pt x="5478" y="10241"/>
                  </a:lnTo>
                  <a:lnTo>
                    <a:pt x="4121" y="10241"/>
                  </a:lnTo>
                  <a:lnTo>
                    <a:pt x="4121" y="9241"/>
                  </a:lnTo>
                  <a:close/>
                  <a:moveTo>
                    <a:pt x="2311" y="1"/>
                  </a:moveTo>
                  <a:lnTo>
                    <a:pt x="2311" y="4954"/>
                  </a:lnTo>
                  <a:lnTo>
                    <a:pt x="7264" y="4954"/>
                  </a:lnTo>
                  <a:lnTo>
                    <a:pt x="7264" y="2620"/>
                  </a:lnTo>
                  <a:lnTo>
                    <a:pt x="9241" y="2620"/>
                  </a:lnTo>
                  <a:lnTo>
                    <a:pt x="9241" y="8907"/>
                  </a:lnTo>
                  <a:lnTo>
                    <a:pt x="9241" y="8931"/>
                  </a:lnTo>
                  <a:lnTo>
                    <a:pt x="310" y="8931"/>
                  </a:lnTo>
                  <a:lnTo>
                    <a:pt x="287" y="8907"/>
                  </a:lnTo>
                  <a:lnTo>
                    <a:pt x="287" y="8240"/>
                  </a:lnTo>
                  <a:lnTo>
                    <a:pt x="8884" y="8240"/>
                  </a:lnTo>
                  <a:lnTo>
                    <a:pt x="8884" y="7955"/>
                  </a:lnTo>
                  <a:lnTo>
                    <a:pt x="287" y="7955"/>
                  </a:lnTo>
                  <a:lnTo>
                    <a:pt x="287" y="2644"/>
                  </a:lnTo>
                  <a:lnTo>
                    <a:pt x="1954" y="2644"/>
                  </a:lnTo>
                  <a:lnTo>
                    <a:pt x="1954" y="2358"/>
                  </a:lnTo>
                  <a:lnTo>
                    <a:pt x="310" y="2358"/>
                  </a:lnTo>
                  <a:cubicBezTo>
                    <a:pt x="144" y="2358"/>
                    <a:pt x="1" y="2477"/>
                    <a:pt x="1" y="2644"/>
                  </a:cubicBezTo>
                  <a:lnTo>
                    <a:pt x="1" y="8931"/>
                  </a:lnTo>
                  <a:cubicBezTo>
                    <a:pt x="1" y="9098"/>
                    <a:pt x="144" y="9264"/>
                    <a:pt x="310" y="9264"/>
                  </a:cubicBezTo>
                  <a:lnTo>
                    <a:pt x="3811" y="9264"/>
                  </a:lnTo>
                  <a:lnTo>
                    <a:pt x="3811" y="10265"/>
                  </a:lnTo>
                  <a:lnTo>
                    <a:pt x="3144" y="10265"/>
                  </a:lnTo>
                  <a:lnTo>
                    <a:pt x="3144" y="10574"/>
                  </a:lnTo>
                  <a:lnTo>
                    <a:pt x="6454" y="10574"/>
                  </a:lnTo>
                  <a:lnTo>
                    <a:pt x="6454" y="10265"/>
                  </a:lnTo>
                  <a:lnTo>
                    <a:pt x="5764" y="10265"/>
                  </a:lnTo>
                  <a:lnTo>
                    <a:pt x="5764" y="9264"/>
                  </a:lnTo>
                  <a:lnTo>
                    <a:pt x="9241" y="9264"/>
                  </a:lnTo>
                  <a:cubicBezTo>
                    <a:pt x="9431" y="9264"/>
                    <a:pt x="9550" y="9098"/>
                    <a:pt x="9550" y="8931"/>
                  </a:cubicBezTo>
                  <a:lnTo>
                    <a:pt x="9550" y="2644"/>
                  </a:lnTo>
                  <a:cubicBezTo>
                    <a:pt x="9574" y="2453"/>
                    <a:pt x="9431" y="2334"/>
                    <a:pt x="9241" y="2334"/>
                  </a:cubicBezTo>
                  <a:lnTo>
                    <a:pt x="7264" y="2334"/>
                  </a:lnTo>
                  <a:lnTo>
                    <a:pt x="72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3" name="Google Shape;723;p56"/>
            <p:cNvSpPr/>
            <p:nvPr/>
          </p:nvSpPr>
          <p:spPr>
            <a:xfrm>
              <a:off x="1749725" y="2340425"/>
              <a:ext cx="24450" cy="23825"/>
            </a:xfrm>
            <a:custGeom>
              <a:avLst/>
              <a:gdLst/>
              <a:ahLst/>
              <a:cxnLst/>
              <a:rect l="l" t="t" r="r" b="b"/>
              <a:pathLst>
                <a:path w="978" h="953" extrusionOk="0">
                  <a:moveTo>
                    <a:pt x="501" y="262"/>
                  </a:moveTo>
                  <a:cubicBezTo>
                    <a:pt x="596" y="262"/>
                    <a:pt x="692" y="357"/>
                    <a:pt x="692" y="453"/>
                  </a:cubicBezTo>
                  <a:cubicBezTo>
                    <a:pt x="692" y="524"/>
                    <a:pt x="596" y="619"/>
                    <a:pt x="501" y="619"/>
                  </a:cubicBezTo>
                  <a:cubicBezTo>
                    <a:pt x="406" y="619"/>
                    <a:pt x="334" y="524"/>
                    <a:pt x="334" y="453"/>
                  </a:cubicBezTo>
                  <a:cubicBezTo>
                    <a:pt x="334" y="357"/>
                    <a:pt x="406" y="262"/>
                    <a:pt x="501" y="262"/>
                  </a:cubicBezTo>
                  <a:close/>
                  <a:moveTo>
                    <a:pt x="501" y="0"/>
                  </a:moveTo>
                  <a:cubicBezTo>
                    <a:pt x="239" y="0"/>
                    <a:pt x="25" y="215"/>
                    <a:pt x="25" y="477"/>
                  </a:cubicBezTo>
                  <a:cubicBezTo>
                    <a:pt x="1" y="715"/>
                    <a:pt x="239" y="953"/>
                    <a:pt x="501" y="953"/>
                  </a:cubicBezTo>
                  <a:cubicBezTo>
                    <a:pt x="763" y="953"/>
                    <a:pt x="977" y="738"/>
                    <a:pt x="977" y="477"/>
                  </a:cubicBezTo>
                  <a:cubicBezTo>
                    <a:pt x="977" y="215"/>
                    <a:pt x="763" y="0"/>
                    <a:pt x="5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4" name="Google Shape;724;p56"/>
            <p:cNvSpPr/>
            <p:nvPr/>
          </p:nvSpPr>
          <p:spPr>
            <a:xfrm>
              <a:off x="1634225" y="2455925"/>
              <a:ext cx="189350" cy="40500"/>
            </a:xfrm>
            <a:custGeom>
              <a:avLst/>
              <a:gdLst/>
              <a:ahLst/>
              <a:cxnLst/>
              <a:rect l="l" t="t" r="r" b="b"/>
              <a:pathLst>
                <a:path w="7574" h="1620" extrusionOk="0">
                  <a:moveTo>
                    <a:pt x="7193" y="286"/>
                  </a:moveTo>
                  <a:lnTo>
                    <a:pt x="7193" y="1310"/>
                  </a:lnTo>
                  <a:lnTo>
                    <a:pt x="311" y="1310"/>
                  </a:lnTo>
                  <a:lnTo>
                    <a:pt x="311" y="286"/>
                  </a:lnTo>
                  <a:lnTo>
                    <a:pt x="668" y="286"/>
                  </a:lnTo>
                  <a:lnTo>
                    <a:pt x="668" y="619"/>
                  </a:lnTo>
                  <a:lnTo>
                    <a:pt x="954" y="619"/>
                  </a:lnTo>
                  <a:lnTo>
                    <a:pt x="954" y="286"/>
                  </a:lnTo>
                  <a:lnTo>
                    <a:pt x="1311" y="286"/>
                  </a:lnTo>
                  <a:lnTo>
                    <a:pt x="1311" y="929"/>
                  </a:lnTo>
                  <a:lnTo>
                    <a:pt x="1597" y="929"/>
                  </a:lnTo>
                  <a:lnTo>
                    <a:pt x="1597" y="286"/>
                  </a:lnTo>
                  <a:lnTo>
                    <a:pt x="1954" y="286"/>
                  </a:lnTo>
                  <a:lnTo>
                    <a:pt x="1954" y="619"/>
                  </a:lnTo>
                  <a:lnTo>
                    <a:pt x="2263" y="619"/>
                  </a:lnTo>
                  <a:lnTo>
                    <a:pt x="2263" y="286"/>
                  </a:lnTo>
                  <a:lnTo>
                    <a:pt x="2621" y="286"/>
                  </a:lnTo>
                  <a:lnTo>
                    <a:pt x="2621" y="929"/>
                  </a:lnTo>
                  <a:lnTo>
                    <a:pt x="2906" y="929"/>
                  </a:lnTo>
                  <a:lnTo>
                    <a:pt x="2906" y="286"/>
                  </a:lnTo>
                  <a:lnTo>
                    <a:pt x="3264" y="286"/>
                  </a:lnTo>
                  <a:lnTo>
                    <a:pt x="3264" y="619"/>
                  </a:lnTo>
                  <a:lnTo>
                    <a:pt x="3573" y="619"/>
                  </a:lnTo>
                  <a:lnTo>
                    <a:pt x="3573" y="286"/>
                  </a:lnTo>
                  <a:lnTo>
                    <a:pt x="3930" y="286"/>
                  </a:lnTo>
                  <a:lnTo>
                    <a:pt x="3930" y="929"/>
                  </a:lnTo>
                  <a:lnTo>
                    <a:pt x="4216" y="929"/>
                  </a:lnTo>
                  <a:lnTo>
                    <a:pt x="4216" y="286"/>
                  </a:lnTo>
                  <a:lnTo>
                    <a:pt x="4573" y="286"/>
                  </a:lnTo>
                  <a:lnTo>
                    <a:pt x="4573" y="619"/>
                  </a:lnTo>
                  <a:lnTo>
                    <a:pt x="4883" y="619"/>
                  </a:lnTo>
                  <a:lnTo>
                    <a:pt x="4883" y="286"/>
                  </a:lnTo>
                  <a:lnTo>
                    <a:pt x="5240" y="286"/>
                  </a:lnTo>
                  <a:lnTo>
                    <a:pt x="5240" y="929"/>
                  </a:lnTo>
                  <a:lnTo>
                    <a:pt x="5526" y="929"/>
                  </a:lnTo>
                  <a:lnTo>
                    <a:pt x="5526" y="286"/>
                  </a:lnTo>
                  <a:lnTo>
                    <a:pt x="5883" y="286"/>
                  </a:lnTo>
                  <a:lnTo>
                    <a:pt x="5883" y="619"/>
                  </a:lnTo>
                  <a:lnTo>
                    <a:pt x="6193" y="619"/>
                  </a:lnTo>
                  <a:lnTo>
                    <a:pt x="6193" y="286"/>
                  </a:lnTo>
                  <a:lnTo>
                    <a:pt x="6550" y="286"/>
                  </a:lnTo>
                  <a:lnTo>
                    <a:pt x="6550" y="929"/>
                  </a:lnTo>
                  <a:lnTo>
                    <a:pt x="6836" y="929"/>
                  </a:lnTo>
                  <a:lnTo>
                    <a:pt x="6836" y="286"/>
                  </a:lnTo>
                  <a:close/>
                  <a:moveTo>
                    <a:pt x="1" y="0"/>
                  </a:moveTo>
                  <a:lnTo>
                    <a:pt x="1" y="1620"/>
                  </a:lnTo>
                  <a:lnTo>
                    <a:pt x="7574" y="1620"/>
                  </a:lnTo>
                  <a:lnTo>
                    <a:pt x="75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56" name="Google Shape;756;p56"/>
          <p:cNvGrpSpPr/>
          <p:nvPr/>
        </p:nvGrpSpPr>
        <p:grpSpPr>
          <a:xfrm>
            <a:off x="4812875" y="2244483"/>
            <a:ext cx="387037" cy="363450"/>
            <a:chOff x="1180750" y="3781818"/>
            <a:chExt cx="387037" cy="363450"/>
          </a:xfrm>
        </p:grpSpPr>
        <p:sp>
          <p:nvSpPr>
            <p:cNvPr id="757" name="Google Shape;757;p56"/>
            <p:cNvSpPr/>
            <p:nvPr/>
          </p:nvSpPr>
          <p:spPr>
            <a:xfrm>
              <a:off x="1211345" y="3806285"/>
              <a:ext cx="11408" cy="11408"/>
            </a:xfrm>
            <a:custGeom>
              <a:avLst/>
              <a:gdLst/>
              <a:ahLst/>
              <a:cxnLst/>
              <a:rect l="l" t="t" r="r" b="b"/>
              <a:pathLst>
                <a:path w="311" h="311" extrusionOk="0">
                  <a:moveTo>
                    <a:pt x="0" y="1"/>
                  </a:moveTo>
                  <a:lnTo>
                    <a:pt x="0" y="310"/>
                  </a:lnTo>
                  <a:lnTo>
                    <a:pt x="310" y="310"/>
                  </a:lnTo>
                  <a:lnTo>
                    <a:pt x="31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8" name="Google Shape;758;p56"/>
            <p:cNvSpPr/>
            <p:nvPr/>
          </p:nvSpPr>
          <p:spPr>
            <a:xfrm>
              <a:off x="1234933" y="3806285"/>
              <a:ext cx="12252" cy="11408"/>
            </a:xfrm>
            <a:custGeom>
              <a:avLst/>
              <a:gdLst/>
              <a:ahLst/>
              <a:cxnLst/>
              <a:rect l="l" t="t" r="r" b="b"/>
              <a:pathLst>
                <a:path w="334" h="311" extrusionOk="0">
                  <a:moveTo>
                    <a:pt x="0" y="1"/>
                  </a:moveTo>
                  <a:lnTo>
                    <a:pt x="0" y="310"/>
                  </a:lnTo>
                  <a:lnTo>
                    <a:pt x="334" y="310"/>
                  </a:lnTo>
                  <a:lnTo>
                    <a:pt x="3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9" name="Google Shape;759;p56"/>
            <p:cNvSpPr/>
            <p:nvPr/>
          </p:nvSpPr>
          <p:spPr>
            <a:xfrm>
              <a:off x="1259401" y="3806285"/>
              <a:ext cx="11372" cy="11408"/>
            </a:xfrm>
            <a:custGeom>
              <a:avLst/>
              <a:gdLst/>
              <a:ahLst/>
              <a:cxnLst/>
              <a:rect l="l" t="t" r="r" b="b"/>
              <a:pathLst>
                <a:path w="310" h="311" extrusionOk="0">
                  <a:moveTo>
                    <a:pt x="0" y="1"/>
                  </a:moveTo>
                  <a:lnTo>
                    <a:pt x="0" y="310"/>
                  </a:lnTo>
                  <a:lnTo>
                    <a:pt x="310" y="310"/>
                  </a:lnTo>
                  <a:lnTo>
                    <a:pt x="31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0" name="Google Shape;760;p56"/>
            <p:cNvSpPr/>
            <p:nvPr/>
          </p:nvSpPr>
          <p:spPr>
            <a:xfrm>
              <a:off x="1222717" y="4013317"/>
              <a:ext cx="84773" cy="48091"/>
            </a:xfrm>
            <a:custGeom>
              <a:avLst/>
              <a:gdLst/>
              <a:ahLst/>
              <a:cxnLst/>
              <a:rect l="l" t="t" r="r" b="b"/>
              <a:pathLst>
                <a:path w="2311" h="1311" extrusionOk="0">
                  <a:moveTo>
                    <a:pt x="1977" y="286"/>
                  </a:moveTo>
                  <a:lnTo>
                    <a:pt x="1977" y="977"/>
                  </a:lnTo>
                  <a:lnTo>
                    <a:pt x="310" y="977"/>
                  </a:lnTo>
                  <a:lnTo>
                    <a:pt x="310" y="286"/>
                  </a:lnTo>
                  <a:close/>
                  <a:moveTo>
                    <a:pt x="0" y="1"/>
                  </a:moveTo>
                  <a:lnTo>
                    <a:pt x="0" y="1310"/>
                  </a:lnTo>
                  <a:lnTo>
                    <a:pt x="2310" y="1310"/>
                  </a:lnTo>
                  <a:lnTo>
                    <a:pt x="2310" y="1263"/>
                  </a:lnTo>
                  <a:lnTo>
                    <a:pt x="231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1" name="Google Shape;761;p56"/>
            <p:cNvSpPr/>
            <p:nvPr/>
          </p:nvSpPr>
          <p:spPr>
            <a:xfrm>
              <a:off x="1465566" y="4115513"/>
              <a:ext cx="35839" cy="11408"/>
            </a:xfrm>
            <a:custGeom>
              <a:avLst/>
              <a:gdLst/>
              <a:ahLst/>
              <a:cxnLst/>
              <a:rect l="l" t="t" r="r" b="b"/>
              <a:pathLst>
                <a:path w="977" h="311" extrusionOk="0">
                  <a:moveTo>
                    <a:pt x="0" y="1"/>
                  </a:moveTo>
                  <a:lnTo>
                    <a:pt x="0" y="311"/>
                  </a:lnTo>
                  <a:lnTo>
                    <a:pt x="977" y="311"/>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2" name="Google Shape;762;p56"/>
            <p:cNvSpPr/>
            <p:nvPr/>
          </p:nvSpPr>
          <p:spPr>
            <a:xfrm>
              <a:off x="1180750" y="3781818"/>
              <a:ext cx="387037" cy="363450"/>
            </a:xfrm>
            <a:custGeom>
              <a:avLst/>
              <a:gdLst/>
              <a:ahLst/>
              <a:cxnLst/>
              <a:rect l="l" t="t" r="r" b="b"/>
              <a:pathLst>
                <a:path w="10551" h="9908" extrusionOk="0">
                  <a:moveTo>
                    <a:pt x="7907" y="310"/>
                  </a:moveTo>
                  <a:lnTo>
                    <a:pt x="7907" y="1335"/>
                  </a:lnTo>
                  <a:lnTo>
                    <a:pt x="287" y="1335"/>
                  </a:lnTo>
                  <a:lnTo>
                    <a:pt x="287" y="310"/>
                  </a:lnTo>
                  <a:close/>
                  <a:moveTo>
                    <a:pt x="10217" y="2311"/>
                  </a:moveTo>
                  <a:lnTo>
                    <a:pt x="10217" y="3002"/>
                  </a:lnTo>
                  <a:lnTo>
                    <a:pt x="6264" y="3002"/>
                  </a:lnTo>
                  <a:lnTo>
                    <a:pt x="6264" y="2311"/>
                  </a:lnTo>
                  <a:close/>
                  <a:moveTo>
                    <a:pt x="10241" y="8931"/>
                  </a:moveTo>
                  <a:lnTo>
                    <a:pt x="10241" y="9598"/>
                  </a:lnTo>
                  <a:lnTo>
                    <a:pt x="6312" y="9598"/>
                  </a:lnTo>
                  <a:lnTo>
                    <a:pt x="6264" y="9574"/>
                  </a:lnTo>
                  <a:lnTo>
                    <a:pt x="6264" y="8931"/>
                  </a:lnTo>
                  <a:close/>
                  <a:moveTo>
                    <a:pt x="1" y="1"/>
                  </a:moveTo>
                  <a:lnTo>
                    <a:pt x="1" y="1620"/>
                  </a:lnTo>
                  <a:lnTo>
                    <a:pt x="7907" y="1620"/>
                  </a:lnTo>
                  <a:lnTo>
                    <a:pt x="7907" y="1977"/>
                  </a:lnTo>
                  <a:lnTo>
                    <a:pt x="6264" y="1977"/>
                  </a:lnTo>
                  <a:cubicBezTo>
                    <a:pt x="6097" y="1977"/>
                    <a:pt x="5955" y="2097"/>
                    <a:pt x="5955" y="2287"/>
                  </a:cubicBezTo>
                  <a:lnTo>
                    <a:pt x="5955" y="3263"/>
                  </a:lnTo>
                  <a:lnTo>
                    <a:pt x="10241" y="3263"/>
                  </a:lnTo>
                  <a:lnTo>
                    <a:pt x="10241" y="8574"/>
                  </a:lnTo>
                  <a:lnTo>
                    <a:pt x="6264" y="8574"/>
                  </a:lnTo>
                  <a:lnTo>
                    <a:pt x="6264" y="3621"/>
                  </a:lnTo>
                  <a:lnTo>
                    <a:pt x="5978" y="3621"/>
                  </a:lnTo>
                  <a:lnTo>
                    <a:pt x="5978" y="4311"/>
                  </a:lnTo>
                  <a:lnTo>
                    <a:pt x="1477" y="4311"/>
                  </a:lnTo>
                  <a:lnTo>
                    <a:pt x="1477" y="2311"/>
                  </a:lnTo>
                  <a:lnTo>
                    <a:pt x="5621" y="2311"/>
                  </a:lnTo>
                  <a:lnTo>
                    <a:pt x="5621" y="2025"/>
                  </a:lnTo>
                  <a:lnTo>
                    <a:pt x="1144" y="2025"/>
                  </a:lnTo>
                  <a:lnTo>
                    <a:pt x="1144" y="4645"/>
                  </a:lnTo>
                  <a:lnTo>
                    <a:pt x="5978" y="4645"/>
                  </a:lnTo>
                  <a:lnTo>
                    <a:pt x="5978" y="5002"/>
                  </a:lnTo>
                  <a:lnTo>
                    <a:pt x="1144" y="5002"/>
                  </a:lnTo>
                  <a:lnTo>
                    <a:pt x="1144" y="5288"/>
                  </a:lnTo>
                  <a:lnTo>
                    <a:pt x="5978" y="5288"/>
                  </a:lnTo>
                  <a:lnTo>
                    <a:pt x="5978" y="6312"/>
                  </a:lnTo>
                  <a:lnTo>
                    <a:pt x="3978" y="6312"/>
                  </a:lnTo>
                  <a:lnTo>
                    <a:pt x="3978" y="7621"/>
                  </a:lnTo>
                  <a:lnTo>
                    <a:pt x="5621" y="7621"/>
                  </a:lnTo>
                  <a:lnTo>
                    <a:pt x="5621" y="7312"/>
                  </a:lnTo>
                  <a:lnTo>
                    <a:pt x="4288" y="7312"/>
                  </a:lnTo>
                  <a:lnTo>
                    <a:pt x="4288" y="6597"/>
                  </a:lnTo>
                  <a:lnTo>
                    <a:pt x="5978" y="6597"/>
                  </a:lnTo>
                  <a:lnTo>
                    <a:pt x="5978" y="7931"/>
                  </a:lnTo>
                  <a:lnTo>
                    <a:pt x="311" y="7931"/>
                  </a:lnTo>
                  <a:lnTo>
                    <a:pt x="311" y="1977"/>
                  </a:lnTo>
                  <a:lnTo>
                    <a:pt x="25" y="1977"/>
                  </a:lnTo>
                  <a:lnTo>
                    <a:pt x="25" y="8264"/>
                  </a:lnTo>
                  <a:lnTo>
                    <a:pt x="5978" y="8264"/>
                  </a:lnTo>
                  <a:lnTo>
                    <a:pt x="5978" y="9574"/>
                  </a:lnTo>
                  <a:cubicBezTo>
                    <a:pt x="5978" y="9765"/>
                    <a:pt x="6121" y="9908"/>
                    <a:pt x="6312" y="9908"/>
                  </a:cubicBezTo>
                  <a:lnTo>
                    <a:pt x="10217" y="9908"/>
                  </a:lnTo>
                  <a:cubicBezTo>
                    <a:pt x="10408" y="9908"/>
                    <a:pt x="10551" y="9765"/>
                    <a:pt x="10551" y="9574"/>
                  </a:cubicBezTo>
                  <a:lnTo>
                    <a:pt x="10551" y="2311"/>
                  </a:lnTo>
                  <a:cubicBezTo>
                    <a:pt x="10527" y="2144"/>
                    <a:pt x="10408" y="1977"/>
                    <a:pt x="10241" y="1977"/>
                  </a:cubicBezTo>
                  <a:lnTo>
                    <a:pt x="8241" y="1977"/>
                  </a:lnTo>
                  <a:lnTo>
                    <a:pt x="82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3" name="Google Shape;763;p56"/>
            <p:cNvSpPr/>
            <p:nvPr/>
          </p:nvSpPr>
          <p:spPr>
            <a:xfrm>
              <a:off x="1428002" y="3915487"/>
              <a:ext cx="108360" cy="72558"/>
            </a:xfrm>
            <a:custGeom>
              <a:avLst/>
              <a:gdLst/>
              <a:ahLst/>
              <a:cxnLst/>
              <a:rect l="l" t="t" r="r" b="b"/>
              <a:pathLst>
                <a:path w="2954" h="1978" extrusionOk="0">
                  <a:moveTo>
                    <a:pt x="2668" y="310"/>
                  </a:moveTo>
                  <a:lnTo>
                    <a:pt x="2668" y="1644"/>
                  </a:lnTo>
                  <a:lnTo>
                    <a:pt x="334" y="1644"/>
                  </a:lnTo>
                  <a:lnTo>
                    <a:pt x="334" y="310"/>
                  </a:lnTo>
                  <a:close/>
                  <a:moveTo>
                    <a:pt x="0" y="0"/>
                  </a:moveTo>
                  <a:lnTo>
                    <a:pt x="0" y="1977"/>
                  </a:lnTo>
                  <a:lnTo>
                    <a:pt x="2953" y="1977"/>
                  </a:lnTo>
                  <a:lnTo>
                    <a:pt x="29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4" name="Google Shape;764;p56"/>
            <p:cNvSpPr/>
            <p:nvPr/>
          </p:nvSpPr>
          <p:spPr>
            <a:xfrm>
              <a:off x="1428002" y="4001102"/>
              <a:ext cx="109240" cy="10528"/>
            </a:xfrm>
            <a:custGeom>
              <a:avLst/>
              <a:gdLst/>
              <a:ahLst/>
              <a:cxnLst/>
              <a:rect l="l" t="t" r="r" b="b"/>
              <a:pathLst>
                <a:path w="2978" h="287" extrusionOk="0">
                  <a:moveTo>
                    <a:pt x="0" y="0"/>
                  </a:moveTo>
                  <a:lnTo>
                    <a:pt x="0" y="286"/>
                  </a:lnTo>
                  <a:lnTo>
                    <a:pt x="2977" y="286"/>
                  </a:lnTo>
                  <a:lnTo>
                    <a:pt x="29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5" name="Google Shape;765;p56"/>
            <p:cNvSpPr/>
            <p:nvPr/>
          </p:nvSpPr>
          <p:spPr>
            <a:xfrm>
              <a:off x="1428002" y="4024689"/>
              <a:ext cx="109240" cy="11372"/>
            </a:xfrm>
            <a:custGeom>
              <a:avLst/>
              <a:gdLst/>
              <a:ahLst/>
              <a:cxnLst/>
              <a:rect l="l" t="t" r="r" b="b"/>
              <a:pathLst>
                <a:path w="2978" h="310" extrusionOk="0">
                  <a:moveTo>
                    <a:pt x="0" y="0"/>
                  </a:moveTo>
                  <a:lnTo>
                    <a:pt x="0" y="310"/>
                  </a:lnTo>
                  <a:lnTo>
                    <a:pt x="2977" y="310"/>
                  </a:lnTo>
                  <a:lnTo>
                    <a:pt x="29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6" name="Google Shape;766;p56"/>
            <p:cNvSpPr/>
            <p:nvPr/>
          </p:nvSpPr>
          <p:spPr>
            <a:xfrm>
              <a:off x="1428002" y="4049156"/>
              <a:ext cx="48091" cy="35839"/>
            </a:xfrm>
            <a:custGeom>
              <a:avLst/>
              <a:gdLst/>
              <a:ahLst/>
              <a:cxnLst/>
              <a:rect l="l" t="t" r="r" b="b"/>
              <a:pathLst>
                <a:path w="1311" h="977" extrusionOk="0">
                  <a:moveTo>
                    <a:pt x="1024" y="286"/>
                  </a:moveTo>
                  <a:lnTo>
                    <a:pt x="1024" y="643"/>
                  </a:lnTo>
                  <a:lnTo>
                    <a:pt x="334" y="643"/>
                  </a:lnTo>
                  <a:lnTo>
                    <a:pt x="334" y="286"/>
                  </a:lnTo>
                  <a:close/>
                  <a:moveTo>
                    <a:pt x="0" y="0"/>
                  </a:moveTo>
                  <a:lnTo>
                    <a:pt x="0" y="976"/>
                  </a:lnTo>
                  <a:lnTo>
                    <a:pt x="1310" y="976"/>
                  </a:lnTo>
                  <a:lnTo>
                    <a:pt x="13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7" name="Google Shape;767;p56"/>
            <p:cNvSpPr/>
            <p:nvPr/>
          </p:nvSpPr>
          <p:spPr>
            <a:xfrm>
              <a:off x="1494400" y="4049156"/>
              <a:ext cx="48934" cy="35839"/>
            </a:xfrm>
            <a:custGeom>
              <a:avLst/>
              <a:gdLst/>
              <a:ahLst/>
              <a:cxnLst/>
              <a:rect l="l" t="t" r="r" b="b"/>
              <a:pathLst>
                <a:path w="1334" h="977" extrusionOk="0">
                  <a:moveTo>
                    <a:pt x="1024" y="286"/>
                  </a:moveTo>
                  <a:lnTo>
                    <a:pt x="1024" y="643"/>
                  </a:lnTo>
                  <a:lnTo>
                    <a:pt x="334" y="643"/>
                  </a:lnTo>
                  <a:lnTo>
                    <a:pt x="334" y="286"/>
                  </a:lnTo>
                  <a:close/>
                  <a:moveTo>
                    <a:pt x="0" y="0"/>
                  </a:moveTo>
                  <a:lnTo>
                    <a:pt x="0" y="976"/>
                  </a:lnTo>
                  <a:lnTo>
                    <a:pt x="1334" y="976"/>
                  </a:lnTo>
                  <a:lnTo>
                    <a:pt x="13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8" name="Google Shape;768;p56"/>
            <p:cNvSpPr/>
            <p:nvPr/>
          </p:nvSpPr>
          <p:spPr>
            <a:xfrm>
              <a:off x="1222717" y="3988851"/>
              <a:ext cx="164264" cy="11408"/>
            </a:xfrm>
            <a:custGeom>
              <a:avLst/>
              <a:gdLst/>
              <a:ahLst/>
              <a:cxnLst/>
              <a:rect l="l" t="t" r="r" b="b"/>
              <a:pathLst>
                <a:path w="4478" h="311" extrusionOk="0">
                  <a:moveTo>
                    <a:pt x="0" y="1"/>
                  </a:moveTo>
                  <a:lnTo>
                    <a:pt x="0" y="310"/>
                  </a:lnTo>
                  <a:lnTo>
                    <a:pt x="4477" y="310"/>
                  </a:lnTo>
                  <a:lnTo>
                    <a:pt x="44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700" name="Shape 700"/>
        <p:cNvGrpSpPr/>
        <p:nvPr/>
      </p:nvGrpSpPr>
      <p:grpSpPr>
        <a:xfrm>
          <a:off x="0" y="0"/>
          <a:ext cx="0" cy="0"/>
          <a:chOff x="0" y="0"/>
          <a:chExt cx="0" cy="0"/>
        </a:xfrm>
      </p:grpSpPr>
      <p:sp>
        <p:nvSpPr>
          <p:cNvPr id="702" name="Google Shape;702;p56"/>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GB" sz="1600" b="1"/>
            </a:fld>
            <a:endParaRPr sz="1600" b="1"/>
          </a:p>
        </p:txBody>
      </p:sp>
      <p:sp>
        <p:nvSpPr>
          <p:cNvPr id="707" name="Google Shape;707;p56"/>
          <p:cNvSpPr txBox="1"/>
          <p:nvPr>
            <p:ph type="subTitle" idx="5"/>
          </p:nvPr>
        </p:nvSpPr>
        <p:spPr>
          <a:xfrm>
            <a:off x="1739265" y="1432560"/>
            <a:ext cx="2649220" cy="113538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a:sym typeface="+mn-ea"/>
              </a:rPr>
              <a:t>Les sites de comparaison de prix extraient les tarifs de multiples plateformes e-commerce.</a:t>
            </a:r>
            <a:endParaRPr lang="en-GB"/>
          </a:p>
        </p:txBody>
      </p:sp>
      <p:sp>
        <p:nvSpPr>
          <p:cNvPr id="708" name="Google Shape;708;p56"/>
          <p:cNvSpPr txBox="1"/>
          <p:nvPr>
            <p:ph type="subTitle" idx="6"/>
          </p:nvPr>
        </p:nvSpPr>
        <p:spPr>
          <a:xfrm>
            <a:off x="1739265" y="1075055"/>
            <a:ext cx="2649855" cy="42735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sym typeface="+mn-ea"/>
              </a:rPr>
              <a:t>Surveillance</a:t>
            </a:r>
            <a:endParaRPr lang="en-GB"/>
          </a:p>
        </p:txBody>
      </p:sp>
      <p:sp>
        <p:nvSpPr>
          <p:cNvPr id="711" name="Google Shape;711;p56"/>
          <p:cNvSpPr txBox="1"/>
          <p:nvPr>
            <p:ph type="subTitle" idx="9"/>
          </p:nvPr>
        </p:nvSpPr>
        <p:spPr>
          <a:xfrm>
            <a:off x="5641975" y="2882900"/>
            <a:ext cx="2598420" cy="90614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a:sym typeface="+mn-ea"/>
              </a:rPr>
              <a:t>Les données extraites servent à entraîner des modèles d'apprentissage automatique</a:t>
            </a:r>
            <a:endParaRPr lang="en-GB"/>
          </a:p>
        </p:txBody>
      </p:sp>
      <p:sp>
        <p:nvSpPr>
          <p:cNvPr id="712" name="Google Shape;712;p56"/>
          <p:cNvSpPr txBox="1"/>
          <p:nvPr>
            <p:ph type="subTitle" idx="13"/>
          </p:nvPr>
        </p:nvSpPr>
        <p:spPr>
          <a:xfrm>
            <a:off x="5652135" y="2499995"/>
            <a:ext cx="2941320" cy="42735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a:sym typeface="+mn-ea"/>
              </a:rPr>
              <a:t>Intelligence artificielle</a:t>
            </a:r>
            <a:endParaRPr lang="en-GB"/>
          </a:p>
        </p:txBody>
      </p:sp>
      <p:sp>
        <p:nvSpPr>
          <p:cNvPr id="713" name="Google Shape;713;p56"/>
          <p:cNvSpPr/>
          <p:nvPr/>
        </p:nvSpPr>
        <p:spPr>
          <a:xfrm>
            <a:off x="768691" y="1066197"/>
            <a:ext cx="813685" cy="730740"/>
          </a:xfrm>
          <a:custGeom>
            <a:avLst/>
            <a:gdLst/>
            <a:ahLst/>
            <a:cxnLst/>
            <a:rect l="l" t="t" r="r" b="b"/>
            <a:pathLst>
              <a:path w="101552" h="91200" extrusionOk="0">
                <a:moveTo>
                  <a:pt x="67692" y="1316"/>
                </a:moveTo>
                <a:cubicBezTo>
                  <a:pt x="73007" y="1316"/>
                  <a:pt x="77954" y="4172"/>
                  <a:pt x="80612" y="8774"/>
                </a:cubicBezTo>
                <a:lnTo>
                  <a:pt x="97524" y="38071"/>
                </a:lnTo>
                <a:cubicBezTo>
                  <a:pt x="100182" y="42673"/>
                  <a:pt x="100182" y="48388"/>
                  <a:pt x="97524" y="52990"/>
                </a:cubicBezTo>
                <a:lnTo>
                  <a:pt x="80612" y="82284"/>
                </a:lnTo>
                <a:cubicBezTo>
                  <a:pt x="77954" y="86886"/>
                  <a:pt x="73007" y="89745"/>
                  <a:pt x="67697" y="89745"/>
                </a:cubicBezTo>
                <a:cubicBezTo>
                  <a:pt x="64882" y="89699"/>
                  <a:pt x="62259" y="89681"/>
                  <a:pt x="59813" y="89681"/>
                </a:cubicBezTo>
                <a:cubicBezTo>
                  <a:pt x="55192" y="89681"/>
                  <a:pt x="51207" y="89745"/>
                  <a:pt x="47771" y="89800"/>
                </a:cubicBezTo>
                <a:lnTo>
                  <a:pt x="47241" y="89805"/>
                </a:lnTo>
                <a:cubicBezTo>
                  <a:pt x="44571" y="89847"/>
                  <a:pt x="42219" y="89885"/>
                  <a:pt x="40130" y="89885"/>
                </a:cubicBezTo>
                <a:cubicBezTo>
                  <a:pt x="33498" y="89885"/>
                  <a:pt x="29519" y="89506"/>
                  <a:pt x="26414" y="87711"/>
                </a:cubicBezTo>
                <a:cubicBezTo>
                  <a:pt x="22327" y="85351"/>
                  <a:pt x="19610" y="80457"/>
                  <a:pt x="14187" y="70715"/>
                </a:cubicBezTo>
                <a:lnTo>
                  <a:pt x="14163" y="70665"/>
                </a:lnTo>
                <a:cubicBezTo>
                  <a:pt x="11560" y="65984"/>
                  <a:pt x="8319" y="60160"/>
                  <a:pt x="4023" y="52985"/>
                </a:cubicBezTo>
                <a:cubicBezTo>
                  <a:pt x="1372" y="48384"/>
                  <a:pt x="1372" y="42668"/>
                  <a:pt x="4028" y="38071"/>
                </a:cubicBezTo>
                <a:lnTo>
                  <a:pt x="20941" y="8774"/>
                </a:lnTo>
                <a:cubicBezTo>
                  <a:pt x="23598" y="4172"/>
                  <a:pt x="28547" y="1316"/>
                  <a:pt x="33861" y="1316"/>
                </a:cubicBezTo>
                <a:close/>
                <a:moveTo>
                  <a:pt x="33861" y="0"/>
                </a:moveTo>
                <a:cubicBezTo>
                  <a:pt x="28081" y="0"/>
                  <a:pt x="22693" y="3108"/>
                  <a:pt x="19804" y="8115"/>
                </a:cubicBezTo>
                <a:lnTo>
                  <a:pt x="2886" y="37413"/>
                </a:lnTo>
                <a:cubicBezTo>
                  <a:pt x="0" y="42421"/>
                  <a:pt x="0" y="48640"/>
                  <a:pt x="2891" y="53648"/>
                </a:cubicBezTo>
                <a:lnTo>
                  <a:pt x="2895" y="53653"/>
                </a:lnTo>
                <a:cubicBezTo>
                  <a:pt x="7200" y="60853"/>
                  <a:pt x="10436" y="66672"/>
                  <a:pt x="13035" y="71348"/>
                </a:cubicBezTo>
                <a:lnTo>
                  <a:pt x="13039" y="71352"/>
                </a:lnTo>
                <a:cubicBezTo>
                  <a:pt x="17973" y="80225"/>
                  <a:pt x="20694" y="85114"/>
                  <a:pt x="24227" y="87880"/>
                </a:cubicBezTo>
                <a:cubicBezTo>
                  <a:pt x="25128" y="88583"/>
                  <a:pt x="26068" y="89136"/>
                  <a:pt x="27101" y="89581"/>
                </a:cubicBezTo>
                <a:cubicBezTo>
                  <a:pt x="28121" y="90017"/>
                  <a:pt x="29239" y="90349"/>
                  <a:pt x="30522" y="90591"/>
                </a:cubicBezTo>
                <a:cubicBezTo>
                  <a:pt x="32792" y="91027"/>
                  <a:pt x="35544" y="91200"/>
                  <a:pt x="40016" y="91200"/>
                </a:cubicBezTo>
                <a:cubicBezTo>
                  <a:pt x="42119" y="91200"/>
                  <a:pt x="44450" y="91166"/>
                  <a:pt x="47152" y="91120"/>
                </a:cubicBezTo>
                <a:lnTo>
                  <a:pt x="47379" y="91120"/>
                </a:lnTo>
                <a:cubicBezTo>
                  <a:pt x="50902" y="91061"/>
                  <a:pt x="54990" y="90997"/>
                  <a:pt x="59759" y="90997"/>
                </a:cubicBezTo>
                <a:cubicBezTo>
                  <a:pt x="62214" y="90997"/>
                  <a:pt x="64856" y="91012"/>
                  <a:pt x="67686" y="91061"/>
                </a:cubicBezTo>
                <a:lnTo>
                  <a:pt x="67692" y="91061"/>
                </a:lnTo>
                <a:cubicBezTo>
                  <a:pt x="73471" y="91061"/>
                  <a:pt x="78860" y="87948"/>
                  <a:pt x="81749" y="82942"/>
                </a:cubicBezTo>
                <a:lnTo>
                  <a:pt x="98663" y="53648"/>
                </a:lnTo>
                <a:cubicBezTo>
                  <a:pt x="101552" y="48640"/>
                  <a:pt x="101552" y="42421"/>
                  <a:pt x="98663" y="37413"/>
                </a:cubicBezTo>
                <a:lnTo>
                  <a:pt x="81749" y="8115"/>
                </a:lnTo>
                <a:cubicBezTo>
                  <a:pt x="78860" y="3108"/>
                  <a:pt x="73471" y="0"/>
                  <a:pt x="67692" y="0"/>
                </a:cubicBezTo>
                <a:close/>
              </a:path>
            </a:pathLst>
          </a:cu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5" name="Google Shape;715;p56"/>
          <p:cNvSpPr/>
          <p:nvPr/>
        </p:nvSpPr>
        <p:spPr>
          <a:xfrm>
            <a:off x="4671401" y="2419612"/>
            <a:ext cx="813685" cy="730740"/>
          </a:xfrm>
          <a:custGeom>
            <a:avLst/>
            <a:gdLst/>
            <a:ahLst/>
            <a:cxnLst/>
            <a:rect l="l" t="t" r="r" b="b"/>
            <a:pathLst>
              <a:path w="101552" h="91200" extrusionOk="0">
                <a:moveTo>
                  <a:pt x="67692" y="1316"/>
                </a:moveTo>
                <a:cubicBezTo>
                  <a:pt x="73007" y="1316"/>
                  <a:pt x="77954" y="4172"/>
                  <a:pt x="80612" y="8774"/>
                </a:cubicBezTo>
                <a:lnTo>
                  <a:pt x="97524" y="38071"/>
                </a:lnTo>
                <a:cubicBezTo>
                  <a:pt x="100182" y="42673"/>
                  <a:pt x="100182" y="48388"/>
                  <a:pt x="97524" y="52990"/>
                </a:cubicBezTo>
                <a:lnTo>
                  <a:pt x="80612" y="82284"/>
                </a:lnTo>
                <a:cubicBezTo>
                  <a:pt x="77954" y="86886"/>
                  <a:pt x="73007" y="89745"/>
                  <a:pt x="67697" y="89745"/>
                </a:cubicBezTo>
                <a:cubicBezTo>
                  <a:pt x="64882" y="89699"/>
                  <a:pt x="62259" y="89681"/>
                  <a:pt x="59813" y="89681"/>
                </a:cubicBezTo>
                <a:cubicBezTo>
                  <a:pt x="55192" y="89681"/>
                  <a:pt x="51207" y="89745"/>
                  <a:pt x="47771" y="89800"/>
                </a:cubicBezTo>
                <a:lnTo>
                  <a:pt x="47241" y="89805"/>
                </a:lnTo>
                <a:cubicBezTo>
                  <a:pt x="44571" y="89847"/>
                  <a:pt x="42219" y="89885"/>
                  <a:pt x="40130" y="89885"/>
                </a:cubicBezTo>
                <a:cubicBezTo>
                  <a:pt x="33498" y="89885"/>
                  <a:pt x="29519" y="89506"/>
                  <a:pt x="26414" y="87711"/>
                </a:cubicBezTo>
                <a:cubicBezTo>
                  <a:pt x="22327" y="85351"/>
                  <a:pt x="19610" y="80457"/>
                  <a:pt x="14187" y="70715"/>
                </a:cubicBezTo>
                <a:lnTo>
                  <a:pt x="14163" y="70665"/>
                </a:lnTo>
                <a:cubicBezTo>
                  <a:pt x="11560" y="65984"/>
                  <a:pt x="8319" y="60160"/>
                  <a:pt x="4023" y="52985"/>
                </a:cubicBezTo>
                <a:cubicBezTo>
                  <a:pt x="1372" y="48384"/>
                  <a:pt x="1372" y="42668"/>
                  <a:pt x="4028" y="38071"/>
                </a:cubicBezTo>
                <a:lnTo>
                  <a:pt x="20941" y="8774"/>
                </a:lnTo>
                <a:cubicBezTo>
                  <a:pt x="23598" y="4172"/>
                  <a:pt x="28547" y="1316"/>
                  <a:pt x="33861" y="1316"/>
                </a:cubicBezTo>
                <a:close/>
                <a:moveTo>
                  <a:pt x="33861" y="0"/>
                </a:moveTo>
                <a:cubicBezTo>
                  <a:pt x="28081" y="0"/>
                  <a:pt x="22693" y="3108"/>
                  <a:pt x="19804" y="8115"/>
                </a:cubicBezTo>
                <a:lnTo>
                  <a:pt x="2886" y="37413"/>
                </a:lnTo>
                <a:cubicBezTo>
                  <a:pt x="0" y="42421"/>
                  <a:pt x="0" y="48640"/>
                  <a:pt x="2891" y="53648"/>
                </a:cubicBezTo>
                <a:lnTo>
                  <a:pt x="2895" y="53653"/>
                </a:lnTo>
                <a:cubicBezTo>
                  <a:pt x="7200" y="60853"/>
                  <a:pt x="10436" y="66672"/>
                  <a:pt x="13035" y="71348"/>
                </a:cubicBezTo>
                <a:lnTo>
                  <a:pt x="13039" y="71352"/>
                </a:lnTo>
                <a:cubicBezTo>
                  <a:pt x="17973" y="80225"/>
                  <a:pt x="20694" y="85114"/>
                  <a:pt x="24227" y="87880"/>
                </a:cubicBezTo>
                <a:cubicBezTo>
                  <a:pt x="25128" y="88583"/>
                  <a:pt x="26068" y="89136"/>
                  <a:pt x="27101" y="89581"/>
                </a:cubicBezTo>
                <a:cubicBezTo>
                  <a:pt x="28121" y="90017"/>
                  <a:pt x="29239" y="90349"/>
                  <a:pt x="30522" y="90591"/>
                </a:cubicBezTo>
                <a:cubicBezTo>
                  <a:pt x="32792" y="91027"/>
                  <a:pt x="35544" y="91200"/>
                  <a:pt x="40016" y="91200"/>
                </a:cubicBezTo>
                <a:cubicBezTo>
                  <a:pt x="42119" y="91200"/>
                  <a:pt x="44450" y="91166"/>
                  <a:pt x="47152" y="91120"/>
                </a:cubicBezTo>
                <a:lnTo>
                  <a:pt x="47379" y="91120"/>
                </a:lnTo>
                <a:cubicBezTo>
                  <a:pt x="50902" y="91061"/>
                  <a:pt x="54990" y="90997"/>
                  <a:pt x="59759" y="90997"/>
                </a:cubicBezTo>
                <a:cubicBezTo>
                  <a:pt x="62214" y="90997"/>
                  <a:pt x="64856" y="91012"/>
                  <a:pt x="67686" y="91061"/>
                </a:cubicBezTo>
                <a:lnTo>
                  <a:pt x="67692" y="91061"/>
                </a:lnTo>
                <a:cubicBezTo>
                  <a:pt x="73471" y="91061"/>
                  <a:pt x="78860" y="87948"/>
                  <a:pt x="81749" y="82942"/>
                </a:cubicBezTo>
                <a:lnTo>
                  <a:pt x="98663" y="53648"/>
                </a:lnTo>
                <a:cubicBezTo>
                  <a:pt x="101552" y="48640"/>
                  <a:pt x="101552" y="42421"/>
                  <a:pt x="98663" y="37413"/>
                </a:cubicBezTo>
                <a:lnTo>
                  <a:pt x="81749" y="8115"/>
                </a:lnTo>
                <a:cubicBezTo>
                  <a:pt x="78860" y="3108"/>
                  <a:pt x="73471" y="0"/>
                  <a:pt x="67692" y="0"/>
                </a:cubicBezTo>
                <a:close/>
              </a:path>
            </a:pathLst>
          </a:cu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745" name="Google Shape;745;p56"/>
          <p:cNvGrpSpPr/>
          <p:nvPr/>
        </p:nvGrpSpPr>
        <p:grpSpPr>
          <a:xfrm>
            <a:off x="1046777" y="1244022"/>
            <a:ext cx="347946" cy="427505"/>
            <a:chOff x="6355450" y="2855400"/>
            <a:chExt cx="210800" cy="259000"/>
          </a:xfrm>
        </p:grpSpPr>
        <p:sp>
          <p:nvSpPr>
            <p:cNvPr id="746" name="Google Shape;746;p56"/>
            <p:cNvSpPr/>
            <p:nvPr/>
          </p:nvSpPr>
          <p:spPr>
            <a:xfrm>
              <a:off x="6355450" y="2855400"/>
              <a:ext cx="153625" cy="201850"/>
            </a:xfrm>
            <a:custGeom>
              <a:avLst/>
              <a:gdLst/>
              <a:ahLst/>
              <a:cxnLst/>
              <a:rect l="l" t="t" r="r" b="b"/>
              <a:pathLst>
                <a:path w="6145" h="8074" extrusionOk="0">
                  <a:moveTo>
                    <a:pt x="4526" y="525"/>
                  </a:moveTo>
                  <a:lnTo>
                    <a:pt x="5621" y="1620"/>
                  </a:lnTo>
                  <a:lnTo>
                    <a:pt x="4526" y="1620"/>
                  </a:lnTo>
                  <a:lnTo>
                    <a:pt x="4526" y="525"/>
                  </a:lnTo>
                  <a:close/>
                  <a:moveTo>
                    <a:pt x="1" y="1"/>
                  </a:moveTo>
                  <a:lnTo>
                    <a:pt x="1" y="8074"/>
                  </a:lnTo>
                  <a:lnTo>
                    <a:pt x="5026" y="8074"/>
                  </a:lnTo>
                  <a:lnTo>
                    <a:pt x="5026" y="7788"/>
                  </a:lnTo>
                  <a:lnTo>
                    <a:pt x="334" y="7788"/>
                  </a:lnTo>
                  <a:lnTo>
                    <a:pt x="334" y="334"/>
                  </a:lnTo>
                  <a:lnTo>
                    <a:pt x="4240" y="334"/>
                  </a:lnTo>
                  <a:lnTo>
                    <a:pt x="4240" y="1930"/>
                  </a:lnTo>
                  <a:lnTo>
                    <a:pt x="5835" y="1930"/>
                  </a:lnTo>
                  <a:lnTo>
                    <a:pt x="5835" y="5788"/>
                  </a:lnTo>
                  <a:lnTo>
                    <a:pt x="6145" y="5788"/>
                  </a:lnTo>
                  <a:lnTo>
                    <a:pt x="6145" y="1691"/>
                  </a:lnTo>
                  <a:lnTo>
                    <a:pt x="4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7" name="Google Shape;747;p56"/>
            <p:cNvSpPr/>
            <p:nvPr/>
          </p:nvSpPr>
          <p:spPr>
            <a:xfrm>
              <a:off x="6376300" y="3013775"/>
              <a:ext cx="61350" cy="7750"/>
            </a:xfrm>
            <a:custGeom>
              <a:avLst/>
              <a:gdLst/>
              <a:ahLst/>
              <a:cxnLst/>
              <a:rect l="l" t="t" r="r" b="b"/>
              <a:pathLst>
                <a:path w="2454" h="310" extrusionOk="0">
                  <a:moveTo>
                    <a:pt x="0" y="0"/>
                  </a:moveTo>
                  <a:lnTo>
                    <a:pt x="0" y="310"/>
                  </a:lnTo>
                  <a:lnTo>
                    <a:pt x="2453" y="310"/>
                  </a:lnTo>
                  <a:lnTo>
                    <a:pt x="2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8" name="Google Shape;748;p56"/>
            <p:cNvSpPr/>
            <p:nvPr/>
          </p:nvSpPr>
          <p:spPr>
            <a:xfrm>
              <a:off x="6376300" y="2917325"/>
              <a:ext cx="113150" cy="7175"/>
            </a:xfrm>
            <a:custGeom>
              <a:avLst/>
              <a:gdLst/>
              <a:ahLst/>
              <a:cxnLst/>
              <a:rect l="l" t="t" r="r" b="b"/>
              <a:pathLst>
                <a:path w="4526" h="287" extrusionOk="0">
                  <a:moveTo>
                    <a:pt x="0" y="0"/>
                  </a:moveTo>
                  <a:lnTo>
                    <a:pt x="0" y="286"/>
                  </a:lnTo>
                  <a:lnTo>
                    <a:pt x="4525" y="286"/>
                  </a:lnTo>
                  <a:lnTo>
                    <a:pt x="45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9" name="Google Shape;749;p56"/>
            <p:cNvSpPr/>
            <p:nvPr/>
          </p:nvSpPr>
          <p:spPr>
            <a:xfrm>
              <a:off x="6376300" y="2989350"/>
              <a:ext cx="113150" cy="7175"/>
            </a:xfrm>
            <a:custGeom>
              <a:avLst/>
              <a:gdLst/>
              <a:ahLst/>
              <a:cxnLst/>
              <a:rect l="l" t="t" r="r" b="b"/>
              <a:pathLst>
                <a:path w="4526" h="287" extrusionOk="0">
                  <a:moveTo>
                    <a:pt x="0" y="1"/>
                  </a:moveTo>
                  <a:lnTo>
                    <a:pt x="0" y="287"/>
                  </a:lnTo>
                  <a:lnTo>
                    <a:pt x="4525" y="287"/>
                  </a:lnTo>
                  <a:lnTo>
                    <a:pt x="45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0" name="Google Shape;750;p56"/>
            <p:cNvSpPr/>
            <p:nvPr/>
          </p:nvSpPr>
          <p:spPr>
            <a:xfrm>
              <a:off x="6376300" y="2965550"/>
              <a:ext cx="113150" cy="7175"/>
            </a:xfrm>
            <a:custGeom>
              <a:avLst/>
              <a:gdLst/>
              <a:ahLst/>
              <a:cxnLst/>
              <a:rect l="l" t="t" r="r" b="b"/>
              <a:pathLst>
                <a:path w="4526" h="287" extrusionOk="0">
                  <a:moveTo>
                    <a:pt x="0" y="0"/>
                  </a:moveTo>
                  <a:lnTo>
                    <a:pt x="0" y="286"/>
                  </a:lnTo>
                  <a:lnTo>
                    <a:pt x="4525" y="286"/>
                  </a:lnTo>
                  <a:lnTo>
                    <a:pt x="45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1" name="Google Shape;751;p56"/>
            <p:cNvSpPr/>
            <p:nvPr/>
          </p:nvSpPr>
          <p:spPr>
            <a:xfrm>
              <a:off x="6376300" y="2940550"/>
              <a:ext cx="113150" cy="7750"/>
            </a:xfrm>
            <a:custGeom>
              <a:avLst/>
              <a:gdLst/>
              <a:ahLst/>
              <a:cxnLst/>
              <a:rect l="l" t="t" r="r" b="b"/>
              <a:pathLst>
                <a:path w="4526" h="310" extrusionOk="0">
                  <a:moveTo>
                    <a:pt x="0" y="0"/>
                  </a:moveTo>
                  <a:lnTo>
                    <a:pt x="0" y="310"/>
                  </a:lnTo>
                  <a:lnTo>
                    <a:pt x="4525" y="310"/>
                  </a:lnTo>
                  <a:lnTo>
                    <a:pt x="45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2" name="Google Shape;752;p56"/>
            <p:cNvSpPr/>
            <p:nvPr/>
          </p:nvSpPr>
          <p:spPr>
            <a:xfrm>
              <a:off x="6376300" y="2892325"/>
              <a:ext cx="8350" cy="7750"/>
            </a:xfrm>
            <a:custGeom>
              <a:avLst/>
              <a:gdLst/>
              <a:ahLst/>
              <a:cxnLst/>
              <a:rect l="l" t="t" r="r" b="b"/>
              <a:pathLst>
                <a:path w="334" h="310" extrusionOk="0">
                  <a:moveTo>
                    <a:pt x="0" y="0"/>
                  </a:moveTo>
                  <a:lnTo>
                    <a:pt x="0" y="310"/>
                  </a:lnTo>
                  <a:lnTo>
                    <a:pt x="334" y="310"/>
                  </a:lnTo>
                  <a:lnTo>
                    <a:pt x="3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3" name="Google Shape;753;p56"/>
            <p:cNvSpPr/>
            <p:nvPr/>
          </p:nvSpPr>
          <p:spPr>
            <a:xfrm>
              <a:off x="6391775" y="2892325"/>
              <a:ext cx="8350" cy="7750"/>
            </a:xfrm>
            <a:custGeom>
              <a:avLst/>
              <a:gdLst/>
              <a:ahLst/>
              <a:cxnLst/>
              <a:rect l="l" t="t" r="r" b="b"/>
              <a:pathLst>
                <a:path w="334" h="310" extrusionOk="0">
                  <a:moveTo>
                    <a:pt x="1" y="0"/>
                  </a:moveTo>
                  <a:lnTo>
                    <a:pt x="1" y="310"/>
                  </a:lnTo>
                  <a:lnTo>
                    <a:pt x="334" y="310"/>
                  </a:lnTo>
                  <a:lnTo>
                    <a:pt x="3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4" name="Google Shape;754;p56"/>
            <p:cNvSpPr/>
            <p:nvPr/>
          </p:nvSpPr>
          <p:spPr>
            <a:xfrm>
              <a:off x="6408450" y="2892325"/>
              <a:ext cx="8350" cy="7750"/>
            </a:xfrm>
            <a:custGeom>
              <a:avLst/>
              <a:gdLst/>
              <a:ahLst/>
              <a:cxnLst/>
              <a:rect l="l" t="t" r="r" b="b"/>
              <a:pathLst>
                <a:path w="334" h="310" extrusionOk="0">
                  <a:moveTo>
                    <a:pt x="0" y="0"/>
                  </a:moveTo>
                  <a:lnTo>
                    <a:pt x="0" y="310"/>
                  </a:lnTo>
                  <a:lnTo>
                    <a:pt x="334" y="310"/>
                  </a:lnTo>
                  <a:lnTo>
                    <a:pt x="3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5" name="Google Shape;755;p56"/>
            <p:cNvSpPr/>
            <p:nvPr/>
          </p:nvSpPr>
          <p:spPr>
            <a:xfrm>
              <a:off x="6444775" y="3010200"/>
              <a:ext cx="121475" cy="104200"/>
            </a:xfrm>
            <a:custGeom>
              <a:avLst/>
              <a:gdLst/>
              <a:ahLst/>
              <a:cxnLst/>
              <a:rect l="l" t="t" r="r" b="b"/>
              <a:pathLst>
                <a:path w="4859" h="4168" extrusionOk="0">
                  <a:moveTo>
                    <a:pt x="2739" y="286"/>
                  </a:moveTo>
                  <a:lnTo>
                    <a:pt x="2739" y="3858"/>
                  </a:lnTo>
                  <a:lnTo>
                    <a:pt x="2096" y="3858"/>
                  </a:lnTo>
                  <a:lnTo>
                    <a:pt x="2096" y="286"/>
                  </a:lnTo>
                  <a:close/>
                  <a:moveTo>
                    <a:pt x="333" y="0"/>
                  </a:moveTo>
                  <a:cubicBezTo>
                    <a:pt x="143" y="0"/>
                    <a:pt x="0" y="119"/>
                    <a:pt x="0" y="286"/>
                  </a:cubicBezTo>
                  <a:lnTo>
                    <a:pt x="0" y="762"/>
                  </a:lnTo>
                  <a:lnTo>
                    <a:pt x="310" y="762"/>
                  </a:lnTo>
                  <a:lnTo>
                    <a:pt x="310" y="286"/>
                  </a:lnTo>
                  <a:lnTo>
                    <a:pt x="1786" y="286"/>
                  </a:lnTo>
                  <a:lnTo>
                    <a:pt x="1786" y="3858"/>
                  </a:lnTo>
                  <a:lnTo>
                    <a:pt x="1310" y="3858"/>
                  </a:lnTo>
                  <a:cubicBezTo>
                    <a:pt x="1310" y="3858"/>
                    <a:pt x="1286" y="3858"/>
                    <a:pt x="1286" y="3834"/>
                  </a:cubicBezTo>
                  <a:lnTo>
                    <a:pt x="1286" y="3692"/>
                  </a:lnTo>
                  <a:lnTo>
                    <a:pt x="976" y="3692"/>
                  </a:lnTo>
                  <a:lnTo>
                    <a:pt x="976" y="3834"/>
                  </a:lnTo>
                  <a:cubicBezTo>
                    <a:pt x="976" y="4025"/>
                    <a:pt x="1143" y="4168"/>
                    <a:pt x="1310" y="4168"/>
                  </a:cubicBezTo>
                  <a:lnTo>
                    <a:pt x="3572" y="4168"/>
                  </a:lnTo>
                  <a:cubicBezTo>
                    <a:pt x="3763" y="4168"/>
                    <a:pt x="3882" y="4025"/>
                    <a:pt x="3882" y="3834"/>
                  </a:cubicBezTo>
                  <a:lnTo>
                    <a:pt x="3882" y="3692"/>
                  </a:lnTo>
                  <a:lnTo>
                    <a:pt x="3572" y="3692"/>
                  </a:lnTo>
                  <a:lnTo>
                    <a:pt x="3572" y="3834"/>
                  </a:lnTo>
                  <a:lnTo>
                    <a:pt x="3572" y="3858"/>
                  </a:lnTo>
                  <a:lnTo>
                    <a:pt x="3072" y="3858"/>
                  </a:lnTo>
                  <a:lnTo>
                    <a:pt x="3072" y="286"/>
                  </a:lnTo>
                  <a:lnTo>
                    <a:pt x="4549" y="286"/>
                  </a:lnTo>
                  <a:lnTo>
                    <a:pt x="4549" y="762"/>
                  </a:lnTo>
                  <a:lnTo>
                    <a:pt x="4858" y="762"/>
                  </a:lnTo>
                  <a:lnTo>
                    <a:pt x="4858" y="286"/>
                  </a:lnTo>
                  <a:cubicBezTo>
                    <a:pt x="4834" y="119"/>
                    <a:pt x="4715" y="0"/>
                    <a:pt x="45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 name="Google Shape;1726;p75"/>
          <p:cNvGrpSpPr/>
          <p:nvPr/>
        </p:nvGrpSpPr>
        <p:grpSpPr>
          <a:xfrm>
            <a:off x="4859390" y="2644292"/>
            <a:ext cx="438912" cy="301752"/>
            <a:chOff x="5124852" y="2671528"/>
            <a:chExt cx="365872" cy="292022"/>
          </a:xfrm>
        </p:grpSpPr>
        <p:sp>
          <p:nvSpPr>
            <p:cNvPr id="4" name="Google Shape;1727;p75"/>
            <p:cNvSpPr/>
            <p:nvPr/>
          </p:nvSpPr>
          <p:spPr>
            <a:xfrm>
              <a:off x="5261752" y="2842426"/>
              <a:ext cx="11635" cy="10799"/>
            </a:xfrm>
            <a:custGeom>
              <a:avLst/>
              <a:gdLst/>
              <a:ahLst/>
              <a:cxnLst/>
              <a:rect l="l" t="t" r="r" b="b"/>
              <a:pathLst>
                <a:path w="334" h="310" extrusionOk="0">
                  <a:moveTo>
                    <a:pt x="0" y="0"/>
                  </a:moveTo>
                  <a:lnTo>
                    <a:pt x="0" y="310"/>
                  </a:lnTo>
                  <a:lnTo>
                    <a:pt x="334" y="310"/>
                  </a:lnTo>
                  <a:lnTo>
                    <a:pt x="334" y="0"/>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 name="Google Shape;1728;p75"/>
            <p:cNvSpPr/>
            <p:nvPr/>
          </p:nvSpPr>
          <p:spPr>
            <a:xfrm>
              <a:off x="5284151" y="2842426"/>
              <a:ext cx="11635" cy="10799"/>
            </a:xfrm>
            <a:custGeom>
              <a:avLst/>
              <a:gdLst/>
              <a:ahLst/>
              <a:cxnLst/>
              <a:rect l="l" t="t" r="r" b="b"/>
              <a:pathLst>
                <a:path w="334" h="310" extrusionOk="0">
                  <a:moveTo>
                    <a:pt x="0" y="0"/>
                  </a:moveTo>
                  <a:lnTo>
                    <a:pt x="0" y="310"/>
                  </a:lnTo>
                  <a:lnTo>
                    <a:pt x="334" y="310"/>
                  </a:lnTo>
                  <a:lnTo>
                    <a:pt x="334" y="0"/>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6" name="Google Shape;1729;p75"/>
            <p:cNvSpPr/>
            <p:nvPr/>
          </p:nvSpPr>
          <p:spPr>
            <a:xfrm>
              <a:off x="5307351" y="2842426"/>
              <a:ext cx="11670" cy="10799"/>
            </a:xfrm>
            <a:custGeom>
              <a:avLst/>
              <a:gdLst/>
              <a:ahLst/>
              <a:cxnLst/>
              <a:rect l="l" t="t" r="r" b="b"/>
              <a:pathLst>
                <a:path w="335" h="310" extrusionOk="0">
                  <a:moveTo>
                    <a:pt x="1" y="0"/>
                  </a:moveTo>
                  <a:lnTo>
                    <a:pt x="1" y="310"/>
                  </a:lnTo>
                  <a:lnTo>
                    <a:pt x="334" y="310"/>
                  </a:lnTo>
                  <a:lnTo>
                    <a:pt x="334" y="0"/>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7" name="Google Shape;1730;p75"/>
            <p:cNvSpPr/>
            <p:nvPr/>
          </p:nvSpPr>
          <p:spPr>
            <a:xfrm>
              <a:off x="5153068" y="2698072"/>
              <a:ext cx="165954" cy="57269"/>
            </a:xfrm>
            <a:custGeom>
              <a:avLst/>
              <a:gdLst/>
              <a:ahLst/>
              <a:cxnLst/>
              <a:rect l="l" t="t" r="r" b="b"/>
              <a:pathLst>
                <a:path w="4764" h="1644" extrusionOk="0">
                  <a:moveTo>
                    <a:pt x="4430" y="334"/>
                  </a:moveTo>
                  <a:lnTo>
                    <a:pt x="4430" y="1358"/>
                  </a:lnTo>
                  <a:lnTo>
                    <a:pt x="286" y="1358"/>
                  </a:lnTo>
                  <a:lnTo>
                    <a:pt x="286" y="334"/>
                  </a:lnTo>
                  <a:close/>
                  <a:moveTo>
                    <a:pt x="0" y="0"/>
                  </a:moveTo>
                  <a:lnTo>
                    <a:pt x="0" y="1644"/>
                  </a:lnTo>
                  <a:lnTo>
                    <a:pt x="4763" y="1644"/>
                  </a:lnTo>
                  <a:lnTo>
                    <a:pt x="4763" y="0"/>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8" name="Google Shape;1731;p75"/>
            <p:cNvSpPr/>
            <p:nvPr/>
          </p:nvSpPr>
          <p:spPr>
            <a:xfrm>
              <a:off x="5153068" y="2767741"/>
              <a:ext cx="166790" cy="10834"/>
            </a:xfrm>
            <a:custGeom>
              <a:avLst/>
              <a:gdLst/>
              <a:ahLst/>
              <a:cxnLst/>
              <a:rect l="l" t="t" r="r" b="b"/>
              <a:pathLst>
                <a:path w="4788" h="311" extrusionOk="0">
                  <a:moveTo>
                    <a:pt x="0" y="1"/>
                  </a:moveTo>
                  <a:lnTo>
                    <a:pt x="0" y="310"/>
                  </a:lnTo>
                  <a:lnTo>
                    <a:pt x="4787" y="310"/>
                  </a:lnTo>
                  <a:lnTo>
                    <a:pt x="4787" y="1"/>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9" name="Google Shape;1732;p75"/>
            <p:cNvSpPr/>
            <p:nvPr/>
          </p:nvSpPr>
          <p:spPr>
            <a:xfrm>
              <a:off x="5153068" y="2790976"/>
              <a:ext cx="166790" cy="9998"/>
            </a:xfrm>
            <a:custGeom>
              <a:avLst/>
              <a:gdLst/>
              <a:ahLst/>
              <a:cxnLst/>
              <a:rect l="l" t="t" r="r" b="b"/>
              <a:pathLst>
                <a:path w="4788" h="287" extrusionOk="0">
                  <a:moveTo>
                    <a:pt x="0" y="1"/>
                  </a:moveTo>
                  <a:lnTo>
                    <a:pt x="0" y="286"/>
                  </a:lnTo>
                  <a:lnTo>
                    <a:pt x="4787" y="286"/>
                  </a:lnTo>
                  <a:lnTo>
                    <a:pt x="4787" y="1"/>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0" name="Google Shape;1733;p75"/>
            <p:cNvSpPr/>
            <p:nvPr/>
          </p:nvSpPr>
          <p:spPr>
            <a:xfrm>
              <a:off x="5153068" y="2813374"/>
              <a:ext cx="166790" cy="10834"/>
            </a:xfrm>
            <a:custGeom>
              <a:avLst/>
              <a:gdLst/>
              <a:ahLst/>
              <a:cxnLst/>
              <a:rect l="l" t="t" r="r" b="b"/>
              <a:pathLst>
                <a:path w="4788" h="311" extrusionOk="0">
                  <a:moveTo>
                    <a:pt x="0" y="1"/>
                  </a:moveTo>
                  <a:lnTo>
                    <a:pt x="0" y="310"/>
                  </a:lnTo>
                  <a:lnTo>
                    <a:pt x="4787" y="310"/>
                  </a:lnTo>
                  <a:lnTo>
                    <a:pt x="4787" y="1"/>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1" name="Google Shape;1734;p75"/>
            <p:cNvSpPr/>
            <p:nvPr/>
          </p:nvSpPr>
          <p:spPr>
            <a:xfrm>
              <a:off x="5336403" y="2698072"/>
              <a:ext cx="92104" cy="10799"/>
            </a:xfrm>
            <a:custGeom>
              <a:avLst/>
              <a:gdLst/>
              <a:ahLst/>
              <a:cxnLst/>
              <a:rect l="l" t="t" r="r" b="b"/>
              <a:pathLst>
                <a:path w="2644" h="310" extrusionOk="0">
                  <a:moveTo>
                    <a:pt x="0" y="0"/>
                  </a:moveTo>
                  <a:lnTo>
                    <a:pt x="0" y="310"/>
                  </a:lnTo>
                  <a:lnTo>
                    <a:pt x="2644" y="310"/>
                  </a:lnTo>
                  <a:lnTo>
                    <a:pt x="2644" y="0"/>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2" name="Google Shape;1735;p75"/>
            <p:cNvSpPr/>
            <p:nvPr/>
          </p:nvSpPr>
          <p:spPr>
            <a:xfrm>
              <a:off x="5336403" y="2721306"/>
              <a:ext cx="92104" cy="9963"/>
            </a:xfrm>
            <a:custGeom>
              <a:avLst/>
              <a:gdLst/>
              <a:ahLst/>
              <a:cxnLst/>
              <a:rect l="l" t="t" r="r" b="b"/>
              <a:pathLst>
                <a:path w="2644" h="286" extrusionOk="0">
                  <a:moveTo>
                    <a:pt x="0" y="0"/>
                  </a:moveTo>
                  <a:lnTo>
                    <a:pt x="0" y="286"/>
                  </a:lnTo>
                  <a:lnTo>
                    <a:pt x="2644" y="286"/>
                  </a:lnTo>
                  <a:lnTo>
                    <a:pt x="2644" y="0"/>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3" name="Google Shape;1736;p75"/>
            <p:cNvSpPr/>
            <p:nvPr/>
          </p:nvSpPr>
          <p:spPr>
            <a:xfrm>
              <a:off x="5336403" y="2745342"/>
              <a:ext cx="92104" cy="9998"/>
            </a:xfrm>
            <a:custGeom>
              <a:avLst/>
              <a:gdLst/>
              <a:ahLst/>
              <a:cxnLst/>
              <a:rect l="l" t="t" r="r" b="b"/>
              <a:pathLst>
                <a:path w="2644" h="287" extrusionOk="0">
                  <a:moveTo>
                    <a:pt x="0" y="1"/>
                  </a:moveTo>
                  <a:lnTo>
                    <a:pt x="0" y="287"/>
                  </a:lnTo>
                  <a:lnTo>
                    <a:pt x="2644" y="287"/>
                  </a:lnTo>
                  <a:lnTo>
                    <a:pt x="2644" y="1"/>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4" name="Google Shape;1737;p75"/>
            <p:cNvSpPr/>
            <p:nvPr/>
          </p:nvSpPr>
          <p:spPr>
            <a:xfrm>
              <a:off x="5422688" y="2934494"/>
              <a:ext cx="22434" cy="10834"/>
            </a:xfrm>
            <a:custGeom>
              <a:avLst/>
              <a:gdLst/>
              <a:ahLst/>
              <a:cxnLst/>
              <a:rect l="l" t="t" r="r" b="b"/>
              <a:pathLst>
                <a:path w="644" h="311" extrusionOk="0">
                  <a:moveTo>
                    <a:pt x="0" y="0"/>
                  </a:moveTo>
                  <a:lnTo>
                    <a:pt x="0" y="310"/>
                  </a:lnTo>
                  <a:lnTo>
                    <a:pt x="643" y="310"/>
                  </a:lnTo>
                  <a:lnTo>
                    <a:pt x="643" y="0"/>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5" name="Google Shape;1738;p75"/>
            <p:cNvSpPr/>
            <p:nvPr/>
          </p:nvSpPr>
          <p:spPr>
            <a:xfrm>
              <a:off x="5399453" y="2894678"/>
              <a:ext cx="69705" cy="9998"/>
            </a:xfrm>
            <a:custGeom>
              <a:avLst/>
              <a:gdLst/>
              <a:ahLst/>
              <a:cxnLst/>
              <a:rect l="l" t="t" r="r" b="b"/>
              <a:pathLst>
                <a:path w="2001" h="287" extrusionOk="0">
                  <a:moveTo>
                    <a:pt x="0" y="0"/>
                  </a:moveTo>
                  <a:lnTo>
                    <a:pt x="0" y="286"/>
                  </a:lnTo>
                  <a:lnTo>
                    <a:pt x="2001" y="286"/>
                  </a:lnTo>
                  <a:lnTo>
                    <a:pt x="2001" y="0"/>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6" name="Google Shape;1739;p75"/>
            <p:cNvSpPr/>
            <p:nvPr/>
          </p:nvSpPr>
          <p:spPr>
            <a:xfrm>
              <a:off x="5124852" y="2671528"/>
              <a:ext cx="365872" cy="292022"/>
            </a:xfrm>
            <a:custGeom>
              <a:avLst/>
              <a:gdLst/>
              <a:ahLst/>
              <a:cxnLst/>
              <a:rect l="l" t="t" r="r" b="b"/>
              <a:pathLst>
                <a:path w="10503" h="8383" extrusionOk="0">
                  <a:moveTo>
                    <a:pt x="10170" y="3072"/>
                  </a:moveTo>
                  <a:lnTo>
                    <a:pt x="10170" y="3739"/>
                  </a:lnTo>
                  <a:lnTo>
                    <a:pt x="7550" y="3739"/>
                  </a:lnTo>
                  <a:lnTo>
                    <a:pt x="7550" y="3072"/>
                  </a:lnTo>
                  <a:close/>
                  <a:moveTo>
                    <a:pt x="5407" y="6883"/>
                  </a:moveTo>
                  <a:lnTo>
                    <a:pt x="5407" y="7883"/>
                  </a:lnTo>
                  <a:lnTo>
                    <a:pt x="4073" y="7883"/>
                  </a:lnTo>
                  <a:lnTo>
                    <a:pt x="4073" y="6883"/>
                  </a:lnTo>
                  <a:close/>
                  <a:moveTo>
                    <a:pt x="10241" y="7359"/>
                  </a:moveTo>
                  <a:lnTo>
                    <a:pt x="10241" y="8026"/>
                  </a:lnTo>
                  <a:lnTo>
                    <a:pt x="7598" y="8026"/>
                  </a:lnTo>
                  <a:lnTo>
                    <a:pt x="7598" y="8002"/>
                  </a:lnTo>
                  <a:lnTo>
                    <a:pt x="7598" y="7359"/>
                  </a:lnTo>
                  <a:close/>
                  <a:moveTo>
                    <a:pt x="334" y="0"/>
                  </a:moveTo>
                  <a:cubicBezTo>
                    <a:pt x="144" y="0"/>
                    <a:pt x="1" y="119"/>
                    <a:pt x="1" y="286"/>
                  </a:cubicBezTo>
                  <a:lnTo>
                    <a:pt x="1" y="6573"/>
                  </a:lnTo>
                  <a:cubicBezTo>
                    <a:pt x="1" y="6764"/>
                    <a:pt x="144" y="6906"/>
                    <a:pt x="334" y="6906"/>
                  </a:cubicBezTo>
                  <a:lnTo>
                    <a:pt x="3787" y="6906"/>
                  </a:lnTo>
                  <a:lnTo>
                    <a:pt x="3787" y="7907"/>
                  </a:lnTo>
                  <a:lnTo>
                    <a:pt x="3120" y="7907"/>
                  </a:lnTo>
                  <a:lnTo>
                    <a:pt x="3120" y="8216"/>
                  </a:lnTo>
                  <a:lnTo>
                    <a:pt x="6431" y="8216"/>
                  </a:lnTo>
                  <a:lnTo>
                    <a:pt x="6431" y="7907"/>
                  </a:lnTo>
                  <a:lnTo>
                    <a:pt x="5740" y="7907"/>
                  </a:lnTo>
                  <a:lnTo>
                    <a:pt x="5740" y="6906"/>
                  </a:lnTo>
                  <a:lnTo>
                    <a:pt x="6931" y="6906"/>
                  </a:lnTo>
                  <a:lnTo>
                    <a:pt x="6931" y="6597"/>
                  </a:lnTo>
                  <a:lnTo>
                    <a:pt x="334" y="6597"/>
                  </a:lnTo>
                  <a:lnTo>
                    <a:pt x="287" y="6573"/>
                  </a:lnTo>
                  <a:lnTo>
                    <a:pt x="287" y="5930"/>
                  </a:lnTo>
                  <a:lnTo>
                    <a:pt x="7264" y="5930"/>
                  </a:lnTo>
                  <a:lnTo>
                    <a:pt x="7264" y="8073"/>
                  </a:lnTo>
                  <a:cubicBezTo>
                    <a:pt x="7264" y="8240"/>
                    <a:pt x="7407" y="8383"/>
                    <a:pt x="7598" y="8383"/>
                  </a:cubicBezTo>
                  <a:lnTo>
                    <a:pt x="10217" y="8383"/>
                  </a:lnTo>
                  <a:cubicBezTo>
                    <a:pt x="10384" y="8383"/>
                    <a:pt x="10503" y="8240"/>
                    <a:pt x="10503" y="8073"/>
                  </a:cubicBezTo>
                  <a:lnTo>
                    <a:pt x="10503" y="3120"/>
                  </a:lnTo>
                  <a:cubicBezTo>
                    <a:pt x="10503" y="2882"/>
                    <a:pt x="10384" y="2763"/>
                    <a:pt x="10217" y="2763"/>
                  </a:cubicBezTo>
                  <a:lnTo>
                    <a:pt x="7598" y="2763"/>
                  </a:lnTo>
                  <a:cubicBezTo>
                    <a:pt x="7407" y="2763"/>
                    <a:pt x="7264" y="2882"/>
                    <a:pt x="7264" y="3072"/>
                  </a:cubicBezTo>
                  <a:lnTo>
                    <a:pt x="7264" y="4049"/>
                  </a:lnTo>
                  <a:lnTo>
                    <a:pt x="10217" y="4049"/>
                  </a:lnTo>
                  <a:lnTo>
                    <a:pt x="10217" y="7049"/>
                  </a:lnTo>
                  <a:lnTo>
                    <a:pt x="7550" y="7049"/>
                  </a:lnTo>
                  <a:lnTo>
                    <a:pt x="7550" y="4406"/>
                  </a:lnTo>
                  <a:lnTo>
                    <a:pt x="7264" y="4406"/>
                  </a:lnTo>
                  <a:lnTo>
                    <a:pt x="7264" y="5597"/>
                  </a:lnTo>
                  <a:lnTo>
                    <a:pt x="287" y="5597"/>
                  </a:lnTo>
                  <a:lnTo>
                    <a:pt x="287" y="286"/>
                  </a:lnTo>
                  <a:lnTo>
                    <a:pt x="9265" y="286"/>
                  </a:lnTo>
                  <a:lnTo>
                    <a:pt x="9265" y="2429"/>
                  </a:lnTo>
                  <a:lnTo>
                    <a:pt x="9550" y="2429"/>
                  </a:lnTo>
                  <a:lnTo>
                    <a:pt x="9550" y="286"/>
                  </a:lnTo>
                  <a:cubicBezTo>
                    <a:pt x="9550" y="119"/>
                    <a:pt x="9431" y="0"/>
                    <a:pt x="9265" y="0"/>
                  </a:cubicBez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7" name="Google Shape;1740;p75"/>
            <p:cNvSpPr/>
            <p:nvPr/>
          </p:nvSpPr>
          <p:spPr>
            <a:xfrm>
              <a:off x="5399453" y="2824974"/>
              <a:ext cx="68869" cy="57304"/>
            </a:xfrm>
            <a:custGeom>
              <a:avLst/>
              <a:gdLst/>
              <a:ahLst/>
              <a:cxnLst/>
              <a:rect l="l" t="t" r="r" b="b"/>
              <a:pathLst>
                <a:path w="1977" h="1645" extrusionOk="0">
                  <a:moveTo>
                    <a:pt x="1667" y="334"/>
                  </a:moveTo>
                  <a:lnTo>
                    <a:pt x="1667" y="1335"/>
                  </a:lnTo>
                  <a:lnTo>
                    <a:pt x="334" y="1335"/>
                  </a:lnTo>
                  <a:lnTo>
                    <a:pt x="334" y="334"/>
                  </a:lnTo>
                  <a:close/>
                  <a:moveTo>
                    <a:pt x="0" y="1"/>
                  </a:moveTo>
                  <a:lnTo>
                    <a:pt x="0" y="1644"/>
                  </a:lnTo>
                  <a:lnTo>
                    <a:pt x="1977" y="1644"/>
                  </a:lnTo>
                  <a:lnTo>
                    <a:pt x="1977" y="1"/>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511" name="Shape 511"/>
        <p:cNvGrpSpPr/>
        <p:nvPr/>
      </p:nvGrpSpPr>
      <p:grpSpPr>
        <a:xfrm>
          <a:off x="0" y="0"/>
          <a:ext cx="0" cy="0"/>
          <a:chOff x="0" y="0"/>
          <a:chExt cx="0" cy="0"/>
        </a:xfrm>
      </p:grpSpPr>
      <p:sp>
        <p:nvSpPr>
          <p:cNvPr id="512" name="Google Shape;512;p46"/>
          <p:cNvSpPr txBox="1"/>
          <p:nvPr>
            <p:ph type="title"/>
          </p:nvPr>
        </p:nvSpPr>
        <p:spPr>
          <a:xfrm>
            <a:off x="713105" y="2090420"/>
            <a:ext cx="5160645" cy="22117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5000"/>
              <a:t>Fonctionnement technique</a:t>
            </a:r>
            <a:endParaRPr lang="en-GB" sz="5000"/>
          </a:p>
        </p:txBody>
      </p:sp>
      <p:sp>
        <p:nvSpPr>
          <p:cNvPr id="513" name="Google Shape;513;p46"/>
          <p:cNvSpPr txBox="1"/>
          <p:nvPr>
            <p:ph type="title" idx="2"/>
          </p:nvPr>
        </p:nvSpPr>
        <p:spPr>
          <a:xfrm>
            <a:off x="713225" y="986040"/>
            <a:ext cx="2125500" cy="1174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0</a:t>
            </a:r>
            <a:r>
              <a:rPr lang="en-US" altLang="en-GB"/>
              <a:t>3</a:t>
            </a:r>
            <a:endParaRPr lang="en-US" altLang="en-GB"/>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18" name="Shape 518"/>
        <p:cNvGrpSpPr/>
        <p:nvPr/>
      </p:nvGrpSpPr>
      <p:grpSpPr>
        <a:xfrm>
          <a:off x="0" y="0"/>
          <a:ext cx="0" cy="0"/>
          <a:chOff x="0" y="0"/>
          <a:chExt cx="0" cy="0"/>
        </a:xfrm>
      </p:grpSpPr>
      <p:sp>
        <p:nvSpPr>
          <p:cNvPr id="519" name="Google Shape;519;p47"/>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GB"/>
            </a:fld>
            <a:endParaRPr lang="en-GB"/>
          </a:p>
        </p:txBody>
      </p:sp>
      <p:sp>
        <p:nvSpPr>
          <p:cNvPr id="520" name="Google Shape;520;p47"/>
          <p:cNvSpPr txBox="1"/>
          <p:nvPr>
            <p:ph type="body" idx="1"/>
          </p:nvPr>
        </p:nvSpPr>
        <p:spPr>
          <a:xfrm>
            <a:off x="713225" y="1706950"/>
            <a:ext cx="4837800" cy="2498400"/>
          </a:xfrm>
          <a:prstGeom prst="rect">
            <a:avLst/>
          </a:prstGeom>
        </p:spPr>
        <p:txBody>
          <a:bodyPr spcFirstLastPara="1" wrap="square" lIns="91425" tIns="91425" rIns="91425" bIns="91425" anchor="t" anchorCtr="0">
            <a:noAutofit/>
          </a:bodyPr>
          <a:lstStyle/>
          <a:p>
            <a:pPr marL="457200" lvl="0" indent="-317500" algn="l" rtl="0">
              <a:spcBef>
                <a:spcPts val="1200"/>
              </a:spcBef>
              <a:spcAft>
                <a:spcPts val="0"/>
              </a:spcAft>
              <a:buSzPts val="1400"/>
              <a:buChar char="●"/>
            </a:pPr>
            <a:r>
              <a:rPr lang="en-GB" b="1"/>
              <a:t>Identification de la cible</a:t>
            </a:r>
            <a:r>
              <a:rPr lang="en-US" altLang="en-GB" b="1"/>
              <a:t>:</a:t>
            </a:r>
            <a:r>
              <a:rPr lang="en-US" altLang="en-GB"/>
              <a:t> </a:t>
            </a:r>
            <a:r>
              <a:rPr>
                <a:sym typeface="+mn-ea"/>
              </a:rPr>
              <a:t>Le développeur </a:t>
            </a:r>
            <a:r>
              <a:rPr lang="en-US">
                <a:sym typeface="+mn-ea"/>
              </a:rPr>
              <a:t>a</a:t>
            </a:r>
            <a:r>
              <a:rPr>
                <a:sym typeface="+mn-ea"/>
              </a:rPr>
              <a:t>nalyse la structure du site (pages, sections, URL)</a:t>
            </a:r>
            <a:r>
              <a:rPr lang="en-US">
                <a:sym typeface="+mn-ea"/>
              </a:rPr>
              <a:t>, et vérife </a:t>
            </a:r>
            <a:r>
              <a:rPr lang="en-US">
                <a:sym typeface="+mn-ea"/>
              </a:rPr>
              <a:t>les conditions d’utilisation du site pour s’assurer que le scraping est autorisé  </a:t>
            </a:r>
            <a:endParaRPr lang="en-US">
              <a:sym typeface="+mn-ea"/>
            </a:endParaRPr>
          </a:p>
          <a:p>
            <a:pPr marL="457200" lvl="0" indent="-317500" algn="l" rtl="0">
              <a:spcBef>
                <a:spcPts val="1200"/>
              </a:spcBef>
              <a:spcAft>
                <a:spcPts val="0"/>
              </a:spcAft>
              <a:buSzPts val="1400"/>
              <a:buChar char="●"/>
            </a:pPr>
            <a:endParaRPr lang="en-GB"/>
          </a:p>
          <a:p>
            <a:pPr marL="457200" lvl="0" indent="-317500" algn="l" rtl="0">
              <a:spcBef>
                <a:spcPts val="0"/>
              </a:spcBef>
              <a:spcAft>
                <a:spcPts val="0"/>
              </a:spcAft>
              <a:buSzPts val="1400"/>
              <a:buChar char="●"/>
            </a:pPr>
            <a:r>
              <a:rPr lang="en-GB" b="1"/>
              <a:t>Requête:</a:t>
            </a:r>
            <a:r>
              <a:rPr lang="en-US" altLang="en-GB"/>
              <a:t> </a:t>
            </a:r>
            <a:r>
              <a:rPr>
                <a:sym typeface="+mn-ea"/>
              </a:rPr>
              <a:t>Utiliser une bibliothèque comme requests (Python) pour envoyer une requête GET à l’URL cible</a:t>
            </a:r>
            <a:r>
              <a:rPr lang="en-US">
                <a:sym typeface="+mn-ea"/>
              </a:rPr>
              <a:t> et récupérer le code source HTML de la page</a:t>
            </a:r>
            <a:endParaRPr lang="en-US" altLang="en-GB">
              <a:sym typeface="+mn-ea"/>
            </a:endParaRPr>
          </a:p>
        </p:txBody>
      </p:sp>
      <p:sp>
        <p:nvSpPr>
          <p:cNvPr id="521" name="Google Shape;521;p47"/>
          <p:cNvSpPr/>
          <p:nvPr/>
        </p:nvSpPr>
        <p:spPr>
          <a:xfrm>
            <a:off x="5148141" y="3580430"/>
            <a:ext cx="1572006" cy="1410776"/>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522" name="Google Shape;522;p47"/>
          <p:cNvSpPr txBox="1"/>
          <p:nvPr>
            <p:ph type="title"/>
          </p:nvPr>
        </p:nvSpPr>
        <p:spPr>
          <a:xfrm>
            <a:off x="713105" y="826770"/>
            <a:ext cx="5707380" cy="53848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Comment fonctionne le web scraping ?</a:t>
            </a:r>
            <a:endParaRPr lang="en-GB"/>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18" name="Shape 518"/>
        <p:cNvGrpSpPr/>
        <p:nvPr/>
      </p:nvGrpSpPr>
      <p:grpSpPr>
        <a:xfrm>
          <a:off x="0" y="0"/>
          <a:ext cx="0" cy="0"/>
          <a:chOff x="0" y="0"/>
          <a:chExt cx="0" cy="0"/>
        </a:xfrm>
      </p:grpSpPr>
      <p:sp>
        <p:nvSpPr>
          <p:cNvPr id="519" name="Google Shape;519;p47"/>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GB"/>
            </a:fld>
            <a:endParaRPr lang="en-GB"/>
          </a:p>
        </p:txBody>
      </p:sp>
      <p:sp>
        <p:nvSpPr>
          <p:cNvPr id="520" name="Google Shape;520;p47"/>
          <p:cNvSpPr txBox="1"/>
          <p:nvPr>
            <p:ph type="body" idx="1"/>
          </p:nvPr>
        </p:nvSpPr>
        <p:spPr>
          <a:xfrm>
            <a:off x="713105" y="558800"/>
            <a:ext cx="4838065" cy="4206875"/>
          </a:xfrm>
          <a:prstGeom prst="rect">
            <a:avLst/>
          </a:prstGeom>
        </p:spPr>
        <p:txBody>
          <a:bodyPr spcFirstLastPara="1" wrap="square" lIns="91425" tIns="91425" rIns="91425" bIns="91425" anchor="t" anchorCtr="0">
            <a:noAutofit/>
          </a:bodyPr>
          <a:lstStyle/>
          <a:p>
            <a:pPr marL="457200" lvl="0" indent="-317500" algn="l" rtl="0">
              <a:spcBef>
                <a:spcPts val="1200"/>
              </a:spcBef>
              <a:spcAft>
                <a:spcPts val="0"/>
              </a:spcAft>
              <a:buSzPts val="1400"/>
              <a:buChar char="●"/>
            </a:pPr>
            <a:r>
              <a:rPr lang="en-GB" b="1">
                <a:sym typeface="+mn-ea"/>
              </a:rPr>
              <a:t>Analyse du code HTML:</a:t>
            </a:r>
            <a:r>
              <a:rPr lang="en-US" altLang="en-GB"/>
              <a:t> </a:t>
            </a:r>
            <a:r>
              <a:rPr>
                <a:sym typeface="+mn-ea"/>
              </a:rPr>
              <a:t>Le code HTML est analysé à l'aide de bibliothèques comme BeautifulSoup ou Scrapy</a:t>
            </a:r>
            <a:r>
              <a:rPr lang="en-US">
                <a:sym typeface="+mn-ea"/>
              </a:rPr>
              <a:t> pour c</a:t>
            </a:r>
            <a:r>
              <a:rPr>
                <a:sym typeface="+mn-ea"/>
              </a:rPr>
              <a:t>omprendre la structure du HTML </a:t>
            </a:r>
            <a:r>
              <a:rPr lang="en-US">
                <a:sym typeface="+mn-ea"/>
              </a:rPr>
              <a:t>et </a:t>
            </a:r>
            <a:r>
              <a:rPr>
                <a:sym typeface="+mn-ea"/>
              </a:rPr>
              <a:t>localiser les données à extraire</a:t>
            </a:r>
            <a:r>
              <a:rPr lang="en-US">
                <a:sym typeface="+mn-ea"/>
              </a:rPr>
              <a:t>  </a:t>
            </a:r>
            <a:endParaRPr lang="en-US">
              <a:sym typeface="+mn-ea"/>
            </a:endParaRPr>
          </a:p>
          <a:p>
            <a:pPr marL="457200" lvl="0" indent="-317500" algn="l" rtl="0">
              <a:spcBef>
                <a:spcPts val="1200"/>
              </a:spcBef>
              <a:spcAft>
                <a:spcPts val="0"/>
              </a:spcAft>
              <a:buSzPts val="1400"/>
              <a:buChar char="●"/>
            </a:pPr>
            <a:endParaRPr lang="en-GB"/>
          </a:p>
          <a:p>
            <a:pPr marL="457200" lvl="0" indent="-317500" algn="l" rtl="0">
              <a:spcBef>
                <a:spcPts val="0"/>
              </a:spcBef>
              <a:spcAft>
                <a:spcPts val="0"/>
              </a:spcAft>
              <a:buSzPts val="1400"/>
              <a:buChar char="●"/>
            </a:pPr>
            <a:r>
              <a:rPr b="1">
                <a:sym typeface="+mn-ea"/>
              </a:rPr>
              <a:t>Extraction des données</a:t>
            </a:r>
            <a:r>
              <a:rPr lang="en-GB" b="1"/>
              <a:t>:</a:t>
            </a:r>
            <a:r>
              <a:rPr lang="en-US" altLang="en-GB"/>
              <a:t> </a:t>
            </a:r>
            <a:r>
              <a:rPr lang="en-US">
                <a:sym typeface="+mn-ea"/>
              </a:rPr>
              <a:t>utiliser </a:t>
            </a:r>
            <a:r>
              <a:rPr>
                <a:sym typeface="+mn-ea"/>
              </a:rPr>
              <a:t>un script pour extraire les données en fonction des balises identifiées</a:t>
            </a:r>
            <a:endParaRPr>
              <a:sym typeface="+mn-ea"/>
            </a:endParaRPr>
          </a:p>
          <a:p>
            <a:pPr marL="457200" lvl="0" indent="-317500" algn="l" rtl="0">
              <a:spcBef>
                <a:spcPts val="0"/>
              </a:spcBef>
              <a:spcAft>
                <a:spcPts val="0"/>
              </a:spcAft>
              <a:buSzPts val="1400"/>
              <a:buChar char="●"/>
            </a:pPr>
            <a:endParaRPr lang="en-GB"/>
          </a:p>
          <a:p>
            <a:pPr marL="457200" lvl="0" indent="-317500" algn="l" rtl="0">
              <a:spcBef>
                <a:spcPts val="0"/>
              </a:spcBef>
              <a:spcAft>
                <a:spcPts val="0"/>
              </a:spcAft>
              <a:buSzPts val="1400"/>
              <a:buChar char="●"/>
            </a:pPr>
            <a:r>
              <a:rPr b="1"/>
              <a:t>Stockage des données</a:t>
            </a:r>
            <a:r>
              <a:rPr lang="en-GB" b="1">
                <a:sym typeface="+mn-ea"/>
              </a:rPr>
              <a:t>:</a:t>
            </a:r>
            <a:r>
              <a:rPr lang="en-US" altLang="en-GB" b="1">
                <a:sym typeface="+mn-ea"/>
              </a:rPr>
              <a:t> </a:t>
            </a:r>
            <a:r>
              <a:rPr lang="en-US" altLang="en-GB">
                <a:sym typeface="+mn-ea"/>
              </a:rPr>
              <a:t>Sauvegarder les données extraites </a:t>
            </a:r>
            <a:r>
              <a:rPr>
                <a:sym typeface="+mn-ea"/>
              </a:rPr>
              <a:t>dans un format structuré (CSV, JSON, base de données comme SQLite)</a:t>
            </a:r>
            <a:r>
              <a:rPr lang="en-US" altLang="en-GB">
                <a:sym typeface="+mn-ea"/>
              </a:rPr>
              <a:t> pour une utilisation future</a:t>
            </a:r>
            <a:endParaRPr lang="en-US" altLang="en-GB">
              <a:sym typeface="+mn-ea"/>
            </a:endParaRPr>
          </a:p>
        </p:txBody>
      </p:sp>
      <p:sp>
        <p:nvSpPr>
          <p:cNvPr id="521" name="Google Shape;521;p47"/>
          <p:cNvSpPr/>
          <p:nvPr/>
        </p:nvSpPr>
        <p:spPr>
          <a:xfrm>
            <a:off x="5148141" y="3580430"/>
            <a:ext cx="1572006" cy="1410776"/>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11" name="Shape 511"/>
        <p:cNvGrpSpPr/>
        <p:nvPr/>
      </p:nvGrpSpPr>
      <p:grpSpPr>
        <a:xfrm>
          <a:off x="0" y="0"/>
          <a:ext cx="0" cy="0"/>
          <a:chOff x="0" y="0"/>
          <a:chExt cx="0" cy="0"/>
        </a:xfrm>
      </p:grpSpPr>
      <p:sp>
        <p:nvSpPr>
          <p:cNvPr id="512" name="Google Shape;512;p46"/>
          <p:cNvSpPr txBox="1"/>
          <p:nvPr>
            <p:ph type="title"/>
          </p:nvPr>
        </p:nvSpPr>
        <p:spPr>
          <a:xfrm>
            <a:off x="713105" y="2090420"/>
            <a:ext cx="4292600" cy="22117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sz="5000"/>
              <a:t>Exemple pratique</a:t>
            </a:r>
            <a:endParaRPr lang="en-US" altLang="en-GB" sz="5000"/>
          </a:p>
        </p:txBody>
      </p:sp>
      <p:sp>
        <p:nvSpPr>
          <p:cNvPr id="513" name="Google Shape;513;p46"/>
          <p:cNvSpPr txBox="1"/>
          <p:nvPr>
            <p:ph type="title" idx="2"/>
          </p:nvPr>
        </p:nvSpPr>
        <p:spPr>
          <a:xfrm>
            <a:off x="713225" y="986040"/>
            <a:ext cx="2125500" cy="1174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0</a:t>
            </a:r>
            <a:r>
              <a:rPr lang="en-US" altLang="en-GB"/>
              <a:t>4</a:t>
            </a:r>
            <a:endParaRPr lang="en-US" altLang="en-GB"/>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18" name="Shape 518"/>
        <p:cNvGrpSpPr/>
        <p:nvPr/>
      </p:nvGrpSpPr>
      <p:grpSpPr>
        <a:xfrm>
          <a:off x="0" y="0"/>
          <a:ext cx="0" cy="0"/>
          <a:chOff x="0" y="0"/>
          <a:chExt cx="0" cy="0"/>
        </a:xfrm>
      </p:grpSpPr>
      <p:sp>
        <p:nvSpPr>
          <p:cNvPr id="519" name="Google Shape;519;p47"/>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GB"/>
            </a:fld>
            <a:endParaRPr lang="en-GB"/>
          </a:p>
        </p:txBody>
      </p:sp>
      <p:sp>
        <p:nvSpPr>
          <p:cNvPr id="520" name="Google Shape;520;p47"/>
          <p:cNvSpPr txBox="1"/>
          <p:nvPr>
            <p:ph type="body" idx="1"/>
          </p:nvPr>
        </p:nvSpPr>
        <p:spPr>
          <a:xfrm>
            <a:off x="713105" y="200025"/>
            <a:ext cx="4838065" cy="1022985"/>
          </a:xfrm>
          <a:prstGeom prst="rect">
            <a:avLst/>
          </a:prstGeom>
        </p:spPr>
        <p:txBody>
          <a:bodyPr spcFirstLastPara="1" wrap="square" lIns="91425" tIns="91425" rIns="91425" bIns="91425" anchor="t" anchorCtr="0">
            <a:noAutofit/>
          </a:bodyPr>
          <a:lstStyle/>
          <a:p>
            <a:pPr marL="482600" lvl="0" indent="-342900" algn="l" rtl="0">
              <a:spcBef>
                <a:spcPts val="1200"/>
              </a:spcBef>
              <a:spcAft>
                <a:spcPts val="0"/>
              </a:spcAft>
              <a:buSzPts val="1400"/>
              <a:buAutoNum type="arabicPeriod"/>
            </a:pPr>
            <a:r>
              <a:rPr lang="en-GB" b="1">
                <a:sym typeface="+mn-ea"/>
              </a:rPr>
              <a:t>Identification de la cible</a:t>
            </a:r>
            <a:r>
              <a:rPr lang="en-US" altLang="en-GB" b="1">
                <a:sym typeface="+mn-ea"/>
              </a:rPr>
              <a:t>:</a:t>
            </a:r>
            <a:r>
              <a:rPr lang="en-US" altLang="en-GB"/>
              <a:t> </a:t>
            </a:r>
            <a:endParaRPr lang="en-US" altLang="en-GB"/>
          </a:p>
          <a:p>
            <a:pPr marL="139700" lvl="0" indent="0" algn="l" rtl="0">
              <a:spcBef>
                <a:spcPts val="1200"/>
              </a:spcBef>
              <a:spcAft>
                <a:spcPts val="0"/>
              </a:spcAft>
              <a:buSzPts val="1400"/>
              <a:buNone/>
            </a:pPr>
            <a:r>
              <a:rPr>
                <a:sym typeface="+mn-ea"/>
              </a:rPr>
              <a:t>Le</a:t>
            </a:r>
            <a:r>
              <a:rPr lang="en-US">
                <a:sym typeface="+mn-ea"/>
              </a:rPr>
              <a:t> site</a:t>
            </a:r>
            <a:r>
              <a:rPr>
                <a:sym typeface="+mn-ea"/>
              </a:rPr>
              <a:t> quotes.toscrape.com, qui contient des citations avec texte, auteur et tags</a:t>
            </a:r>
            <a:r>
              <a:rPr lang="en-US">
                <a:sym typeface="+mn-ea"/>
              </a:rPr>
              <a:t>  </a:t>
            </a:r>
            <a:endParaRPr lang="en-US" altLang="en-GB">
              <a:sym typeface="+mn-ea"/>
            </a:endParaRPr>
          </a:p>
        </p:txBody>
      </p:sp>
      <p:sp>
        <p:nvSpPr>
          <p:cNvPr id="521" name="Google Shape;521;p47"/>
          <p:cNvSpPr/>
          <p:nvPr/>
        </p:nvSpPr>
        <p:spPr>
          <a:xfrm>
            <a:off x="5148141" y="3580430"/>
            <a:ext cx="1572006" cy="1410776"/>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pic>
        <p:nvPicPr>
          <p:cNvPr id="2" name="Picture 1" descr="Screenshot from 2025-05-10 15-51-12"/>
          <p:cNvPicPr>
            <a:picLocks noChangeAspect="1"/>
          </p:cNvPicPr>
          <p:nvPr/>
        </p:nvPicPr>
        <p:blipFill>
          <a:blip r:embed="rId1"/>
          <a:stretch>
            <a:fillRect/>
          </a:stretch>
        </p:blipFill>
        <p:spPr>
          <a:xfrm>
            <a:off x="828040" y="1203325"/>
            <a:ext cx="4291330" cy="305689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700" name="Shape 700"/>
        <p:cNvGrpSpPr/>
        <p:nvPr/>
      </p:nvGrpSpPr>
      <p:grpSpPr>
        <a:xfrm>
          <a:off x="0" y="0"/>
          <a:ext cx="0" cy="0"/>
          <a:chOff x="0" y="0"/>
          <a:chExt cx="0" cy="0"/>
        </a:xfrm>
      </p:grpSpPr>
      <p:sp>
        <p:nvSpPr>
          <p:cNvPr id="702" name="Google Shape;702;p56"/>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GB" sz="1600" b="1"/>
            </a:fld>
            <a:endParaRPr sz="1600" b="1"/>
          </a:p>
        </p:txBody>
      </p:sp>
      <p:pic>
        <p:nvPicPr>
          <p:cNvPr id="20" name="Picture 19" descr="Screenshot from 2025-05-10 16-16-49"/>
          <p:cNvPicPr>
            <a:picLocks noChangeAspect="1"/>
          </p:cNvPicPr>
          <p:nvPr/>
        </p:nvPicPr>
        <p:blipFill>
          <a:blip r:embed="rId1"/>
          <a:stretch>
            <a:fillRect/>
          </a:stretch>
        </p:blipFill>
        <p:spPr>
          <a:xfrm>
            <a:off x="754380" y="844550"/>
            <a:ext cx="2705100" cy="3477895"/>
          </a:xfrm>
          <a:prstGeom prst="rect">
            <a:avLst/>
          </a:prstGeom>
        </p:spPr>
      </p:pic>
      <p:pic>
        <p:nvPicPr>
          <p:cNvPr id="21" name="Picture 20" descr="code"/>
          <p:cNvPicPr>
            <a:picLocks noChangeAspect="1"/>
          </p:cNvPicPr>
          <p:nvPr/>
        </p:nvPicPr>
        <p:blipFill>
          <a:blip r:embed="rId2"/>
          <a:stretch>
            <a:fillRect/>
          </a:stretch>
        </p:blipFill>
        <p:spPr>
          <a:xfrm>
            <a:off x="3634740" y="1189990"/>
            <a:ext cx="4290060" cy="3132455"/>
          </a:xfrm>
          <a:prstGeom prst="rect">
            <a:avLst/>
          </a:prstGeom>
        </p:spPr>
      </p:pic>
      <p:sp>
        <p:nvSpPr>
          <p:cNvPr id="24" name="Google Shape;708;p56"/>
          <p:cNvSpPr txBox="1"/>
          <p:nvPr>
            <p:ph type="subTitle" idx="6"/>
          </p:nvPr>
        </p:nvSpPr>
        <p:spPr>
          <a:xfrm>
            <a:off x="3562350" y="762635"/>
            <a:ext cx="2649855" cy="427355"/>
          </a:xfrm>
          <a:prstGeom prst="rect">
            <a:avLst/>
          </a:prstGeom>
        </p:spPr>
        <p:txBody>
          <a:bodyPr spcFirstLastPara="1" wrap="square" lIns="91425" tIns="91425" rIns="91425" bIns="91425" anchor="ctr" anchorCtr="0">
            <a:noAutofit/>
          </a:bodyPr>
          <a:p>
            <a:pPr marL="0" lvl="0" indent="0" algn="l" rtl="0">
              <a:spcBef>
                <a:spcPts val="0"/>
              </a:spcBef>
              <a:spcAft>
                <a:spcPts val="0"/>
              </a:spcAft>
              <a:buNone/>
            </a:pPr>
            <a:r>
              <a:rPr lang="en-US" altLang="en-GB"/>
              <a:t>quotes_spider.py</a:t>
            </a:r>
            <a:endParaRPr lang="en-US" altLang="en-GB"/>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18" name="Shape 518"/>
        <p:cNvGrpSpPr/>
        <p:nvPr/>
      </p:nvGrpSpPr>
      <p:grpSpPr>
        <a:xfrm>
          <a:off x="0" y="0"/>
          <a:ext cx="0" cy="0"/>
          <a:chOff x="0" y="0"/>
          <a:chExt cx="0" cy="0"/>
        </a:xfrm>
      </p:grpSpPr>
      <p:sp>
        <p:nvSpPr>
          <p:cNvPr id="519" name="Google Shape;519;p47"/>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GB"/>
            </a:fld>
            <a:endParaRPr lang="en-GB"/>
          </a:p>
        </p:txBody>
      </p:sp>
      <p:sp>
        <p:nvSpPr>
          <p:cNvPr id="520" name="Google Shape;520;p47"/>
          <p:cNvSpPr txBox="1"/>
          <p:nvPr>
            <p:ph type="body" idx="1"/>
          </p:nvPr>
        </p:nvSpPr>
        <p:spPr>
          <a:xfrm>
            <a:off x="713105" y="774065"/>
            <a:ext cx="4838065" cy="2537460"/>
          </a:xfrm>
          <a:prstGeom prst="rect">
            <a:avLst/>
          </a:prstGeom>
        </p:spPr>
        <p:txBody>
          <a:bodyPr spcFirstLastPara="1" wrap="square" lIns="91425" tIns="91425" rIns="91425" bIns="91425" anchor="t" anchorCtr="0">
            <a:noAutofit/>
          </a:bodyPr>
          <a:lstStyle/>
          <a:p>
            <a:pPr marL="482600" lvl="0" indent="-342900" algn="l" rtl="0">
              <a:spcBef>
                <a:spcPts val="1200"/>
              </a:spcBef>
              <a:spcAft>
                <a:spcPts val="0"/>
              </a:spcAft>
              <a:buSzPts val="1400"/>
              <a:buFont typeface="+mj-lt"/>
              <a:buAutoNum type="arabicPeriod" startAt="2"/>
            </a:pPr>
            <a:r>
              <a:rPr lang="en-GB" b="1">
                <a:sym typeface="+mn-ea"/>
              </a:rPr>
              <a:t>Requête</a:t>
            </a:r>
            <a:r>
              <a:rPr lang="en-US" altLang="en-GB" b="1">
                <a:sym typeface="+mn-ea"/>
              </a:rPr>
              <a:t>:</a:t>
            </a:r>
            <a:r>
              <a:rPr lang="en-US" altLang="en-GB"/>
              <a:t> </a:t>
            </a:r>
            <a:endParaRPr lang="en-US" altLang="en-GB"/>
          </a:p>
          <a:p>
            <a:pPr marL="482600" lvl="0" indent="-342900" algn="l" rtl="0">
              <a:spcBef>
                <a:spcPts val="1200"/>
              </a:spcBef>
              <a:spcAft>
                <a:spcPts val="0"/>
              </a:spcAft>
              <a:buSzPts val="1400"/>
              <a:buFont typeface="Arial" panose="020B0604020202020204" pitchFamily="34" charset="0"/>
              <a:buChar char="•"/>
            </a:pPr>
            <a:r>
              <a:rPr>
                <a:sym typeface="+mn-ea"/>
              </a:rPr>
              <a:t>Le script définit start_urls avec l’URL initiale (http://quotes.toscrape.com/)</a:t>
            </a:r>
            <a:endParaRPr>
              <a:sym typeface="+mn-ea"/>
            </a:endParaRPr>
          </a:p>
          <a:p>
            <a:pPr marL="482600" lvl="0" indent="-342900" algn="l" rtl="0">
              <a:spcBef>
                <a:spcPts val="1200"/>
              </a:spcBef>
              <a:spcAft>
                <a:spcPts val="0"/>
              </a:spcAft>
              <a:buSzPts val="1400"/>
              <a:buFont typeface="Arial" panose="020B0604020202020204" pitchFamily="34" charset="0"/>
              <a:buChar char="•"/>
            </a:pPr>
            <a:r>
              <a:rPr>
                <a:sym typeface="+mn-ea"/>
              </a:rPr>
              <a:t>Scrapy envoie automatiquement une requête HTTP à cette URL et récupère la réponse HTML</a:t>
            </a:r>
            <a:endParaRPr>
              <a:sym typeface="+mn-ea"/>
            </a:endParaRPr>
          </a:p>
          <a:p>
            <a:pPr marL="482600" lvl="0" indent="-342900" algn="l" rtl="0">
              <a:spcBef>
                <a:spcPts val="1200"/>
              </a:spcBef>
              <a:spcAft>
                <a:spcPts val="0"/>
              </a:spcAft>
              <a:buSzPts val="1400"/>
              <a:buFont typeface="Arial" panose="020B0604020202020204" pitchFamily="34" charset="0"/>
              <a:buChar char="•"/>
            </a:pPr>
            <a:r>
              <a:rPr>
                <a:sym typeface="+mn-ea"/>
              </a:rPr>
              <a:t>Pour la pagination, le script extrait le lien de la page suivante (li.next a::attr(href)) et envoie une nouvelle requête avec response.follow</a:t>
            </a:r>
            <a:r>
              <a:rPr lang="en-US">
                <a:sym typeface="+mn-ea"/>
              </a:rPr>
              <a:t> </a:t>
            </a:r>
            <a:endParaRPr lang="en-US" altLang="en-GB">
              <a:sym typeface="+mn-ea"/>
            </a:endParaRPr>
          </a:p>
        </p:txBody>
      </p:sp>
      <p:sp>
        <p:nvSpPr>
          <p:cNvPr id="521" name="Google Shape;521;p47"/>
          <p:cNvSpPr/>
          <p:nvPr/>
        </p:nvSpPr>
        <p:spPr>
          <a:xfrm>
            <a:off x="5148141" y="3580430"/>
            <a:ext cx="1572006" cy="1410776"/>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518" name="Shape 518"/>
        <p:cNvGrpSpPr/>
        <p:nvPr/>
      </p:nvGrpSpPr>
      <p:grpSpPr>
        <a:xfrm>
          <a:off x="0" y="0"/>
          <a:ext cx="0" cy="0"/>
          <a:chOff x="0" y="0"/>
          <a:chExt cx="0" cy="0"/>
        </a:xfrm>
      </p:grpSpPr>
      <p:sp>
        <p:nvSpPr>
          <p:cNvPr id="519" name="Google Shape;519;p47"/>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GB"/>
            </a:fld>
            <a:endParaRPr lang="en-GB"/>
          </a:p>
        </p:txBody>
      </p:sp>
      <p:sp>
        <p:nvSpPr>
          <p:cNvPr id="520" name="Google Shape;520;p47"/>
          <p:cNvSpPr txBox="1"/>
          <p:nvPr>
            <p:ph type="body" idx="1"/>
          </p:nvPr>
        </p:nvSpPr>
        <p:spPr>
          <a:xfrm>
            <a:off x="713105" y="271780"/>
            <a:ext cx="4838065" cy="1083310"/>
          </a:xfrm>
          <a:prstGeom prst="rect">
            <a:avLst/>
          </a:prstGeom>
        </p:spPr>
        <p:txBody>
          <a:bodyPr spcFirstLastPara="1" wrap="square" lIns="91425" tIns="91425" rIns="91425" bIns="91425" anchor="t" anchorCtr="0">
            <a:noAutofit/>
          </a:bodyPr>
          <a:lstStyle/>
          <a:p>
            <a:pPr marL="482600" lvl="0" indent="-342900" algn="l" rtl="0">
              <a:spcBef>
                <a:spcPts val="1200"/>
              </a:spcBef>
              <a:spcAft>
                <a:spcPts val="0"/>
              </a:spcAft>
              <a:buSzPts val="1400"/>
              <a:buFont typeface="+mj-lt"/>
              <a:buAutoNum type="arabicPeriod" startAt="3"/>
            </a:pPr>
            <a:r>
              <a:rPr lang="en-GB" b="1">
                <a:sym typeface="+mn-ea"/>
              </a:rPr>
              <a:t>Analyse du code HTML</a:t>
            </a:r>
            <a:r>
              <a:rPr lang="en-US" altLang="en-GB" b="1">
                <a:sym typeface="+mn-ea"/>
              </a:rPr>
              <a:t>:</a:t>
            </a:r>
            <a:r>
              <a:rPr lang="en-US" altLang="en-GB"/>
              <a:t> </a:t>
            </a:r>
            <a:endParaRPr lang="en-US" altLang="en-GB"/>
          </a:p>
          <a:p>
            <a:pPr marL="482600" lvl="0" indent="-342900" algn="l" rtl="0">
              <a:spcBef>
                <a:spcPts val="1200"/>
              </a:spcBef>
              <a:spcAft>
                <a:spcPts val="0"/>
              </a:spcAft>
              <a:buSzPts val="1400"/>
              <a:buFont typeface="Arial" panose="020B0604020202020204" pitchFamily="34" charset="0"/>
              <a:buChar char="•"/>
            </a:pPr>
            <a:r>
              <a:rPr>
                <a:sym typeface="+mn-ea"/>
              </a:rPr>
              <a:t>Scrapy utilise des sélecteurs CSS via response.css pour localiser les éléments dans le DOM.</a:t>
            </a:r>
            <a:endParaRPr lang="en-US" altLang="en-GB">
              <a:sym typeface="+mn-ea"/>
            </a:endParaRPr>
          </a:p>
        </p:txBody>
      </p:sp>
      <p:sp>
        <p:nvSpPr>
          <p:cNvPr id="521" name="Google Shape;521;p47"/>
          <p:cNvSpPr/>
          <p:nvPr/>
        </p:nvSpPr>
        <p:spPr>
          <a:xfrm>
            <a:off x="5148141" y="3580430"/>
            <a:ext cx="1572006" cy="1410776"/>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 name="Google Shape;520;p47"/>
          <p:cNvSpPr txBox="1"/>
          <p:nvPr/>
        </p:nvSpPr>
        <p:spPr>
          <a:xfrm>
            <a:off x="683895" y="1422400"/>
            <a:ext cx="4838065" cy="2581275"/>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chemeClr val="lt2"/>
              </a:buClr>
              <a:buSzPts val="1200"/>
              <a:buFont typeface="Poppins"/>
              <a:buChar char="●"/>
              <a:defRPr sz="1400" b="0" i="0" u="none" strike="noStrike" cap="none">
                <a:solidFill>
                  <a:schemeClr val="lt2"/>
                </a:solidFill>
                <a:latin typeface="Poppins"/>
                <a:ea typeface="Poppins"/>
                <a:cs typeface="Poppins"/>
                <a:sym typeface="Poppins"/>
              </a:defRPr>
            </a:lvl1pPr>
            <a:lvl2pPr marL="914400" marR="0" lvl="1" indent="-304800" algn="l" rtl="0">
              <a:lnSpc>
                <a:spcPct val="115000"/>
              </a:lnSpc>
              <a:spcBef>
                <a:spcPts val="0"/>
              </a:spcBef>
              <a:spcAft>
                <a:spcPts val="0"/>
              </a:spcAft>
              <a:buClr>
                <a:schemeClr val="lt2"/>
              </a:buClr>
              <a:buSzPts val="1200"/>
              <a:buFont typeface="Poppins"/>
              <a:buChar char="○"/>
              <a:defRPr sz="1200" b="0" i="0" u="none" strike="noStrike" cap="none">
                <a:solidFill>
                  <a:schemeClr val="lt2"/>
                </a:solidFill>
                <a:latin typeface="Poppins"/>
                <a:ea typeface="Poppins"/>
                <a:cs typeface="Poppins"/>
                <a:sym typeface="Poppins"/>
              </a:defRPr>
            </a:lvl2pPr>
            <a:lvl3pPr marL="1371600" marR="0" lvl="2" indent="-304800" algn="l" rtl="0">
              <a:lnSpc>
                <a:spcPct val="115000"/>
              </a:lnSpc>
              <a:spcBef>
                <a:spcPts val="0"/>
              </a:spcBef>
              <a:spcAft>
                <a:spcPts val="0"/>
              </a:spcAft>
              <a:buClr>
                <a:schemeClr val="lt2"/>
              </a:buClr>
              <a:buSzPts val="1200"/>
              <a:buFont typeface="Poppins"/>
              <a:buChar char="■"/>
              <a:defRPr sz="1200" b="0" i="0" u="none" strike="noStrike" cap="none">
                <a:solidFill>
                  <a:schemeClr val="lt2"/>
                </a:solidFill>
                <a:latin typeface="Poppins"/>
                <a:ea typeface="Poppins"/>
                <a:cs typeface="Poppins"/>
                <a:sym typeface="Poppins"/>
              </a:defRPr>
            </a:lvl3pPr>
            <a:lvl4pPr marL="1828800" marR="0" lvl="3" indent="-304800" algn="l" rtl="0">
              <a:lnSpc>
                <a:spcPct val="115000"/>
              </a:lnSpc>
              <a:spcBef>
                <a:spcPts val="0"/>
              </a:spcBef>
              <a:spcAft>
                <a:spcPts val="0"/>
              </a:spcAft>
              <a:buClr>
                <a:schemeClr val="lt2"/>
              </a:buClr>
              <a:buSzPts val="1200"/>
              <a:buFont typeface="Poppins"/>
              <a:buChar char="●"/>
              <a:defRPr sz="1200" b="0" i="0" u="none" strike="noStrike" cap="none">
                <a:solidFill>
                  <a:schemeClr val="lt2"/>
                </a:solidFill>
                <a:latin typeface="Poppins"/>
                <a:ea typeface="Poppins"/>
                <a:cs typeface="Poppins"/>
                <a:sym typeface="Poppins"/>
              </a:defRPr>
            </a:lvl4pPr>
            <a:lvl5pPr marL="2286000" marR="0" lvl="4" indent="-304800" algn="l" rtl="0">
              <a:lnSpc>
                <a:spcPct val="115000"/>
              </a:lnSpc>
              <a:spcBef>
                <a:spcPts val="0"/>
              </a:spcBef>
              <a:spcAft>
                <a:spcPts val="0"/>
              </a:spcAft>
              <a:buClr>
                <a:schemeClr val="lt2"/>
              </a:buClr>
              <a:buSzPts val="1200"/>
              <a:buFont typeface="Poppins"/>
              <a:buChar char="○"/>
              <a:defRPr sz="1200" b="0" i="0" u="none" strike="noStrike" cap="none">
                <a:solidFill>
                  <a:schemeClr val="lt2"/>
                </a:solidFill>
                <a:latin typeface="Poppins"/>
                <a:ea typeface="Poppins"/>
                <a:cs typeface="Poppins"/>
                <a:sym typeface="Poppins"/>
              </a:defRPr>
            </a:lvl5pPr>
            <a:lvl6pPr marL="2743200" marR="0" lvl="5" indent="-304800" algn="l" rtl="0">
              <a:lnSpc>
                <a:spcPct val="115000"/>
              </a:lnSpc>
              <a:spcBef>
                <a:spcPts val="0"/>
              </a:spcBef>
              <a:spcAft>
                <a:spcPts val="0"/>
              </a:spcAft>
              <a:buClr>
                <a:schemeClr val="lt2"/>
              </a:buClr>
              <a:buSzPts val="1200"/>
              <a:buFont typeface="Poppins"/>
              <a:buChar char="■"/>
              <a:defRPr sz="1200" b="0" i="0" u="none" strike="noStrike" cap="none">
                <a:solidFill>
                  <a:schemeClr val="lt2"/>
                </a:solidFill>
                <a:latin typeface="Poppins"/>
                <a:ea typeface="Poppins"/>
                <a:cs typeface="Poppins"/>
                <a:sym typeface="Poppins"/>
              </a:defRPr>
            </a:lvl6pPr>
            <a:lvl7pPr marL="3200400" marR="0" lvl="6" indent="-304800" algn="l" rtl="0">
              <a:lnSpc>
                <a:spcPct val="115000"/>
              </a:lnSpc>
              <a:spcBef>
                <a:spcPts val="0"/>
              </a:spcBef>
              <a:spcAft>
                <a:spcPts val="0"/>
              </a:spcAft>
              <a:buClr>
                <a:schemeClr val="lt2"/>
              </a:buClr>
              <a:buSzPts val="1200"/>
              <a:buFont typeface="Poppins"/>
              <a:buChar char="●"/>
              <a:defRPr sz="1200" b="0" i="0" u="none" strike="noStrike" cap="none">
                <a:solidFill>
                  <a:schemeClr val="lt2"/>
                </a:solidFill>
                <a:latin typeface="Poppins"/>
                <a:ea typeface="Poppins"/>
                <a:cs typeface="Poppins"/>
                <a:sym typeface="Poppins"/>
              </a:defRPr>
            </a:lvl7pPr>
            <a:lvl8pPr marL="3657600" marR="0" lvl="7" indent="-304800" algn="l" rtl="0">
              <a:lnSpc>
                <a:spcPct val="115000"/>
              </a:lnSpc>
              <a:spcBef>
                <a:spcPts val="0"/>
              </a:spcBef>
              <a:spcAft>
                <a:spcPts val="0"/>
              </a:spcAft>
              <a:buClr>
                <a:schemeClr val="lt2"/>
              </a:buClr>
              <a:buSzPts val="1200"/>
              <a:buFont typeface="Poppins"/>
              <a:buChar char="○"/>
              <a:defRPr sz="1200" b="0" i="0" u="none" strike="noStrike" cap="none">
                <a:solidFill>
                  <a:schemeClr val="lt2"/>
                </a:solidFill>
                <a:latin typeface="Poppins"/>
                <a:ea typeface="Poppins"/>
                <a:cs typeface="Poppins"/>
                <a:sym typeface="Poppins"/>
              </a:defRPr>
            </a:lvl8pPr>
            <a:lvl9pPr marL="4114800" marR="0" lvl="8" indent="-304800" algn="l" rtl="0">
              <a:lnSpc>
                <a:spcPct val="115000"/>
              </a:lnSpc>
              <a:spcBef>
                <a:spcPts val="0"/>
              </a:spcBef>
              <a:spcAft>
                <a:spcPts val="0"/>
              </a:spcAft>
              <a:buClr>
                <a:schemeClr val="lt2"/>
              </a:buClr>
              <a:buSzPts val="1200"/>
              <a:buFont typeface="Poppins"/>
              <a:buChar char="■"/>
              <a:defRPr sz="1200" b="0" i="0" u="none" strike="noStrike" cap="none">
                <a:solidFill>
                  <a:schemeClr val="lt2"/>
                </a:solidFill>
                <a:latin typeface="Poppins"/>
                <a:ea typeface="Poppins"/>
                <a:cs typeface="Poppins"/>
                <a:sym typeface="Poppins"/>
              </a:defRPr>
            </a:lvl9pPr>
          </a:lstStyle>
          <a:p>
            <a:pPr marL="482600" lvl="0" indent="-342900" algn="l" rtl="0">
              <a:spcBef>
                <a:spcPts val="1200"/>
              </a:spcBef>
              <a:spcAft>
                <a:spcPts val="0"/>
              </a:spcAft>
              <a:buSzPts val="1400"/>
              <a:buFont typeface="+mj-lt"/>
              <a:buAutoNum type="arabicPeriod" startAt="4"/>
            </a:pPr>
            <a:r>
              <a:rPr lang="en-GB" b="1">
                <a:sym typeface="+mn-ea"/>
              </a:rPr>
              <a:t>Extraction des données</a:t>
            </a:r>
            <a:r>
              <a:rPr lang="en-US" altLang="en-GB" b="1">
                <a:sym typeface="+mn-ea"/>
              </a:rPr>
              <a:t>:</a:t>
            </a:r>
            <a:r>
              <a:rPr lang="en-US" altLang="en-GB"/>
              <a:t> </a:t>
            </a:r>
            <a:endParaRPr lang="en-US" altLang="en-GB"/>
          </a:p>
          <a:p>
            <a:pPr marL="482600" lvl="0" indent="-342900" algn="l" rtl="0">
              <a:spcBef>
                <a:spcPts val="1200"/>
              </a:spcBef>
              <a:spcAft>
                <a:spcPts val="0"/>
              </a:spcAft>
              <a:buSzPts val="1400"/>
              <a:buFont typeface="Arial" panose="020B0604020202020204" pitchFamily="34" charset="0"/>
              <a:buChar char="•"/>
            </a:pPr>
            <a:r>
              <a:rPr>
                <a:sym typeface="+mn-ea"/>
              </a:rPr>
              <a:t>Pour chaque &lt;div class="quote"&gt;, le script extrait</a:t>
            </a:r>
            <a:r>
              <a:rPr lang="en-US">
                <a:sym typeface="+mn-ea"/>
              </a:rPr>
              <a:t>:</a:t>
            </a:r>
            <a:endParaRPr lang="en-US">
              <a:sym typeface="+mn-ea"/>
            </a:endParaRPr>
          </a:p>
          <a:p>
            <a:pPr marL="482600" lvl="0" indent="-342900" algn="l" rtl="0">
              <a:spcBef>
                <a:spcPts val="1200"/>
              </a:spcBef>
              <a:spcAft>
                <a:spcPts val="0"/>
              </a:spcAft>
              <a:buSzPts val="1400"/>
              <a:buFont typeface="Arial" panose="020B0604020202020204" pitchFamily="34" charset="0"/>
              <a:buChar char="•"/>
            </a:pPr>
            <a:r>
              <a:rPr lang="en-US">
                <a:sym typeface="+mn-ea"/>
              </a:rPr>
              <a:t>Le texte avec span.text::text (.get() retourne une seule valeur).</a:t>
            </a:r>
            <a:endParaRPr lang="en-US">
              <a:sym typeface="+mn-ea"/>
            </a:endParaRPr>
          </a:p>
          <a:p>
            <a:pPr marL="482600" lvl="0" indent="-342900" algn="l" rtl="0">
              <a:spcBef>
                <a:spcPts val="1200"/>
              </a:spcBef>
              <a:spcAft>
                <a:spcPts val="0"/>
              </a:spcAft>
              <a:buSzPts val="1400"/>
              <a:buFont typeface="Arial" panose="020B0604020202020204" pitchFamily="34" charset="0"/>
              <a:buChar char="•"/>
            </a:pPr>
            <a:r>
              <a:rPr lang="en-US">
                <a:sym typeface="+mn-ea"/>
              </a:rPr>
              <a:t>L’auteur avec small.author::text (.get()).</a:t>
            </a:r>
            <a:endParaRPr lang="en-US">
              <a:sym typeface="+mn-ea"/>
            </a:endParaRPr>
          </a:p>
          <a:p>
            <a:pPr marL="482600" lvl="0" indent="-342900" algn="l" rtl="0">
              <a:spcBef>
                <a:spcPts val="1200"/>
              </a:spcBef>
              <a:spcAft>
                <a:spcPts val="0"/>
              </a:spcAft>
              <a:buSzPts val="1400"/>
              <a:buFont typeface="Arial" panose="020B0604020202020204" pitchFamily="34" charset="0"/>
              <a:buChar char="•"/>
            </a:pPr>
            <a:r>
              <a:rPr lang="en-US">
                <a:sym typeface="+mn-ea"/>
              </a:rPr>
              <a:t>Les tags avec div.tags a.tag::text (.getall() retourne une liste).</a:t>
            </a:r>
            <a:endParaRPr lang="en-US">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518" name="Shape 518"/>
        <p:cNvGrpSpPr/>
        <p:nvPr/>
      </p:nvGrpSpPr>
      <p:grpSpPr>
        <a:xfrm>
          <a:off x="0" y="0"/>
          <a:ext cx="0" cy="0"/>
          <a:chOff x="0" y="0"/>
          <a:chExt cx="0" cy="0"/>
        </a:xfrm>
      </p:grpSpPr>
      <p:sp>
        <p:nvSpPr>
          <p:cNvPr id="519" name="Google Shape;519;p47"/>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GB"/>
            </a:fld>
            <a:endParaRPr lang="en-GB"/>
          </a:p>
        </p:txBody>
      </p:sp>
      <p:sp>
        <p:nvSpPr>
          <p:cNvPr id="520" name="Google Shape;520;p47"/>
          <p:cNvSpPr txBox="1"/>
          <p:nvPr>
            <p:ph type="body" idx="1"/>
          </p:nvPr>
        </p:nvSpPr>
        <p:spPr>
          <a:xfrm>
            <a:off x="713105" y="845820"/>
            <a:ext cx="4838065" cy="2228850"/>
          </a:xfrm>
          <a:prstGeom prst="rect">
            <a:avLst/>
          </a:prstGeom>
        </p:spPr>
        <p:txBody>
          <a:bodyPr spcFirstLastPara="1" wrap="square" lIns="91425" tIns="91425" rIns="91425" bIns="91425" anchor="t" anchorCtr="0">
            <a:noAutofit/>
          </a:bodyPr>
          <a:lstStyle/>
          <a:p>
            <a:pPr marL="482600" lvl="0" indent="-342900" algn="l" rtl="0">
              <a:spcBef>
                <a:spcPts val="1200"/>
              </a:spcBef>
              <a:spcAft>
                <a:spcPts val="0"/>
              </a:spcAft>
              <a:buSzPts val="1400"/>
              <a:buFont typeface="+mj-lt"/>
              <a:buAutoNum type="arabicPeriod" startAt="5"/>
            </a:pPr>
            <a:r>
              <a:rPr lang="en-GB" b="1">
                <a:sym typeface="+mn-ea"/>
              </a:rPr>
              <a:t>Stockage des données</a:t>
            </a:r>
            <a:r>
              <a:rPr lang="en-US" altLang="en-GB" b="1">
                <a:sym typeface="+mn-ea"/>
              </a:rPr>
              <a:t>:</a:t>
            </a:r>
            <a:r>
              <a:rPr lang="en-US" altLang="en-GB"/>
              <a:t> </a:t>
            </a:r>
            <a:endParaRPr lang="en-US" altLang="en-GB"/>
          </a:p>
          <a:p>
            <a:pPr marL="482600" lvl="0" indent="-342900" algn="l" rtl="0">
              <a:spcBef>
                <a:spcPts val="1200"/>
              </a:spcBef>
              <a:spcAft>
                <a:spcPts val="0"/>
              </a:spcAft>
              <a:buSzPts val="1400"/>
              <a:buFont typeface="Arial" panose="020B0604020202020204" pitchFamily="34" charset="0"/>
              <a:buChar char="•"/>
            </a:pPr>
            <a:r>
              <a:rPr>
                <a:sym typeface="+mn-ea"/>
              </a:rPr>
              <a:t>Aucune manipulation explicite de fichier n’est nécessaire dans le script, car Scrapy gère cela via la ligne de commande.</a:t>
            </a:r>
            <a:endParaRPr>
              <a:sym typeface="+mn-ea"/>
            </a:endParaRPr>
          </a:p>
          <a:p>
            <a:pPr marL="482600" lvl="0" indent="-342900" algn="l" rtl="0">
              <a:spcBef>
                <a:spcPts val="1200"/>
              </a:spcBef>
              <a:spcAft>
                <a:spcPts val="0"/>
              </a:spcAft>
              <a:buSzPts val="1400"/>
              <a:buFont typeface="Arial" panose="020B0604020202020204" pitchFamily="34" charset="0"/>
              <a:buChar char="•"/>
            </a:pPr>
            <a:r>
              <a:rPr lang="en-US">
                <a:sym typeface="+mn-ea"/>
              </a:rPr>
              <a:t>Pour ce exemple la commande est:</a:t>
            </a:r>
            <a:endParaRPr lang="en-US">
              <a:sym typeface="+mn-ea"/>
            </a:endParaRPr>
          </a:p>
          <a:p>
            <a:pPr marL="139700" lvl="0" indent="0" algn="l" rtl="0">
              <a:spcBef>
                <a:spcPts val="1200"/>
              </a:spcBef>
              <a:spcAft>
                <a:spcPts val="0"/>
              </a:spcAft>
              <a:buSzPts val="1400"/>
              <a:buFont typeface="Arial" panose="020B0604020202020204" pitchFamily="34" charset="0"/>
              <a:buNone/>
            </a:pPr>
            <a:r>
              <a:rPr lang="en-US">
                <a:sym typeface="+mn-ea"/>
              </a:rPr>
              <a:t>	   scrapy crawl quotes -o quotes.csv</a:t>
            </a:r>
            <a:endParaRPr lang="en-US">
              <a:sym typeface="+mn-ea"/>
            </a:endParaRPr>
          </a:p>
        </p:txBody>
      </p:sp>
      <p:sp>
        <p:nvSpPr>
          <p:cNvPr id="521" name="Google Shape;521;p47"/>
          <p:cNvSpPr/>
          <p:nvPr/>
        </p:nvSpPr>
        <p:spPr>
          <a:xfrm>
            <a:off x="5148141" y="3580430"/>
            <a:ext cx="1572006" cy="1410776"/>
          </a:xfrm>
          <a:custGeom>
            <a:avLst/>
            <a:gdLst/>
            <a:ahLst/>
            <a:cxnLst/>
            <a:rect l="l" t="t" r="r" b="b"/>
            <a:pathLst>
              <a:path w="100899" h="90565" extrusionOk="0">
                <a:moveTo>
                  <a:pt x="33510" y="0"/>
                </a:moveTo>
                <a:cubicBezTo>
                  <a:pt x="27859" y="0"/>
                  <a:pt x="22589" y="3041"/>
                  <a:pt x="19760" y="7940"/>
                </a:cubicBezTo>
                <a:lnTo>
                  <a:pt x="2824" y="37270"/>
                </a:lnTo>
                <a:cubicBezTo>
                  <a:pt x="1" y="42169"/>
                  <a:pt x="1" y="48257"/>
                  <a:pt x="2829" y="53155"/>
                </a:cubicBezTo>
                <a:cubicBezTo>
                  <a:pt x="7134" y="60354"/>
                  <a:pt x="10378" y="66189"/>
                  <a:pt x="12989" y="70880"/>
                </a:cubicBezTo>
                <a:cubicBezTo>
                  <a:pt x="22767" y="88470"/>
                  <a:pt x="23935" y="90565"/>
                  <a:pt x="39673" y="90565"/>
                </a:cubicBezTo>
                <a:cubicBezTo>
                  <a:pt x="41813" y="90565"/>
                  <a:pt x="44215" y="90530"/>
                  <a:pt x="46944" y="90485"/>
                </a:cubicBezTo>
                <a:cubicBezTo>
                  <a:pt x="50467" y="90426"/>
                  <a:pt x="54554" y="90360"/>
                  <a:pt x="59316" y="90360"/>
                </a:cubicBezTo>
                <a:cubicBezTo>
                  <a:pt x="61812" y="90360"/>
                  <a:pt x="64494" y="90378"/>
                  <a:pt x="67378" y="90425"/>
                </a:cubicBezTo>
                <a:cubicBezTo>
                  <a:pt x="73039" y="90425"/>
                  <a:pt x="78304" y="87380"/>
                  <a:pt x="81134" y="82480"/>
                </a:cubicBezTo>
                <a:lnTo>
                  <a:pt x="98069" y="53155"/>
                </a:lnTo>
                <a:cubicBezTo>
                  <a:pt x="100898" y="48257"/>
                  <a:pt x="100898" y="42169"/>
                  <a:pt x="98069" y="37270"/>
                </a:cubicBezTo>
                <a:lnTo>
                  <a:pt x="81134" y="7940"/>
                </a:lnTo>
                <a:cubicBezTo>
                  <a:pt x="78304" y="3041"/>
                  <a:pt x="73034" y="0"/>
                  <a:pt x="67378" y="0"/>
                </a:cubicBezTo>
                <a:close/>
              </a:path>
            </a:pathLst>
          </a:custGeom>
          <a:gradFill>
            <a:gsLst>
              <a:gs pos="0">
                <a:srgbClr val="E20030"/>
              </a:gs>
              <a:gs pos="100000">
                <a:srgbClr val="00216E"/>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700" name="Shape 700"/>
        <p:cNvGrpSpPr/>
        <p:nvPr/>
      </p:nvGrpSpPr>
      <p:grpSpPr>
        <a:xfrm>
          <a:off x="0" y="0"/>
          <a:ext cx="0" cy="0"/>
          <a:chOff x="0" y="0"/>
          <a:chExt cx="0" cy="0"/>
        </a:xfrm>
      </p:grpSpPr>
      <p:sp>
        <p:nvSpPr>
          <p:cNvPr id="702" name="Google Shape;702;p56"/>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GB" sz="1600" b="1"/>
            </a:fld>
            <a:endParaRPr sz="1600" b="1"/>
          </a:p>
        </p:txBody>
      </p:sp>
      <p:pic>
        <p:nvPicPr>
          <p:cNvPr id="2" name="Picture 1" descr="Screenshot from 2025-05-10 16-24-20"/>
          <p:cNvPicPr>
            <a:picLocks noChangeAspect="1"/>
          </p:cNvPicPr>
          <p:nvPr/>
        </p:nvPicPr>
        <p:blipFill>
          <a:blip r:embed="rId1"/>
          <a:stretch>
            <a:fillRect/>
          </a:stretch>
        </p:blipFill>
        <p:spPr>
          <a:xfrm>
            <a:off x="673735" y="1275715"/>
            <a:ext cx="7795895" cy="284353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511" name="Shape 511"/>
        <p:cNvGrpSpPr/>
        <p:nvPr/>
      </p:nvGrpSpPr>
      <p:grpSpPr>
        <a:xfrm>
          <a:off x="0" y="0"/>
          <a:ext cx="0" cy="0"/>
          <a:chOff x="0" y="0"/>
          <a:chExt cx="0" cy="0"/>
        </a:xfrm>
      </p:grpSpPr>
      <p:sp>
        <p:nvSpPr>
          <p:cNvPr id="512" name="Google Shape;512;p46"/>
          <p:cNvSpPr txBox="1"/>
          <p:nvPr>
            <p:ph type="title"/>
          </p:nvPr>
        </p:nvSpPr>
        <p:spPr>
          <a:xfrm>
            <a:off x="713105" y="2090420"/>
            <a:ext cx="4366895" cy="9493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Défis techniques</a:t>
            </a:r>
            <a:endParaRPr lang="en-GB"/>
          </a:p>
        </p:txBody>
      </p:sp>
      <p:sp>
        <p:nvSpPr>
          <p:cNvPr id="513" name="Google Shape;513;p46"/>
          <p:cNvSpPr txBox="1"/>
          <p:nvPr>
            <p:ph type="title" idx="2"/>
          </p:nvPr>
        </p:nvSpPr>
        <p:spPr>
          <a:xfrm>
            <a:off x="713225" y="986040"/>
            <a:ext cx="2125500" cy="1174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0</a:t>
            </a:r>
            <a:r>
              <a:rPr lang="en-US" altLang="en-GB"/>
              <a:t>5</a:t>
            </a:r>
            <a:endParaRPr lang="en-US" altLang="en-GB"/>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526" name="Shape 526"/>
        <p:cNvGrpSpPr/>
        <p:nvPr/>
      </p:nvGrpSpPr>
      <p:grpSpPr>
        <a:xfrm>
          <a:off x="0" y="0"/>
          <a:ext cx="0" cy="0"/>
          <a:chOff x="0" y="0"/>
          <a:chExt cx="0" cy="0"/>
        </a:xfrm>
      </p:grpSpPr>
      <p:sp>
        <p:nvSpPr>
          <p:cNvPr id="527" name="Google Shape;527;p48"/>
          <p:cNvSpPr txBox="1"/>
          <p:nvPr>
            <p:ph type="title"/>
          </p:nvPr>
        </p:nvSpPr>
        <p:spPr>
          <a:xfrm>
            <a:off x="3683000" y="539500"/>
            <a:ext cx="4747800" cy="538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GB"/>
              <a:t>Défis et limitations</a:t>
            </a:r>
            <a:endParaRPr lang="en-GB"/>
          </a:p>
        </p:txBody>
      </p:sp>
      <p:sp>
        <p:nvSpPr>
          <p:cNvPr id="528" name="Google Shape;528;p48"/>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GB"/>
            </a:fld>
            <a:endParaRPr lang="en-GB"/>
          </a:p>
        </p:txBody>
      </p:sp>
      <p:sp>
        <p:nvSpPr>
          <p:cNvPr id="27" name="Google Shape;529;p48"/>
          <p:cNvSpPr txBox="1"/>
          <p:nvPr/>
        </p:nvSpPr>
        <p:spPr>
          <a:xfrm>
            <a:off x="2555585" y="1563393"/>
            <a:ext cx="3407400" cy="3885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accent1"/>
              </a:buClr>
              <a:buSzPts val="2200"/>
              <a:buFont typeface="Space Mono"/>
              <a:buNone/>
              <a:defRPr sz="2200" b="0" i="0" u="none" strike="noStrike" cap="none">
                <a:solidFill>
                  <a:schemeClr val="accent1"/>
                </a:solidFill>
                <a:latin typeface="Space Mono"/>
                <a:ea typeface="Space Mono"/>
                <a:cs typeface="Space Mono"/>
                <a:sym typeface="Space Mono"/>
              </a:defRPr>
            </a:lvl1pPr>
            <a:lvl2pPr marL="914400" marR="0" lvl="1"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2pPr>
            <a:lvl3pPr marL="1371600" marR="0" lvl="2"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3pPr>
            <a:lvl4pPr marL="1828800" marR="0" lvl="3"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4pPr>
            <a:lvl5pPr marL="2286000" marR="0" lvl="4"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5pPr>
            <a:lvl6pPr marL="2743200" marR="0" lvl="5"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6pPr>
            <a:lvl7pPr marL="3200400" marR="0" lvl="6"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7pPr>
            <a:lvl8pPr marL="3657600" marR="0" lvl="7"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8pPr>
            <a:lvl9pPr marL="4114800" marR="0" lvl="8"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9pPr>
          </a:lstStyle>
          <a:p>
            <a:pPr marL="0" lvl="0" indent="0" algn="r" rtl="0">
              <a:spcBef>
                <a:spcPts val="0"/>
              </a:spcBef>
              <a:spcAft>
                <a:spcPts val="0"/>
              </a:spcAft>
              <a:buNone/>
            </a:pPr>
            <a:r>
              <a:rPr lang="en-GB"/>
              <a:t>Protection</a:t>
            </a:r>
            <a:endParaRPr lang="en-GB"/>
          </a:p>
        </p:txBody>
      </p:sp>
      <p:sp>
        <p:nvSpPr>
          <p:cNvPr id="2" name="Google Shape;531;p48"/>
          <p:cNvSpPr txBox="1"/>
          <p:nvPr/>
        </p:nvSpPr>
        <p:spPr>
          <a:xfrm>
            <a:off x="4497705" y="1711325"/>
            <a:ext cx="3407410" cy="252984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1pPr>
            <a:lvl2pPr marL="914400" marR="0" lvl="1"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9pPr>
          </a:lstStyle>
          <a:p>
            <a:pPr marL="0" lvl="0" indent="0" algn="l" rtl="0">
              <a:spcBef>
                <a:spcPts val="0"/>
              </a:spcBef>
              <a:spcAft>
                <a:spcPts val="0"/>
              </a:spcAft>
              <a:buNone/>
            </a:pPr>
            <a:r>
              <a:rPr lang="en-US" altLang="en-GB"/>
              <a:t>Les </a:t>
            </a:r>
            <a:r>
              <a:rPr lang="en-GB"/>
              <a:t>Mesures anti-scraping </a:t>
            </a:r>
            <a:r>
              <a:rPr lang="en-US" altLang="en-GB"/>
              <a:t>comme l</a:t>
            </a:r>
            <a:r>
              <a:rPr>
                <a:sym typeface="+mn-ea"/>
              </a:rPr>
              <a:t>es CAPTCHAs </a:t>
            </a:r>
            <a:r>
              <a:rPr lang="en-US">
                <a:sym typeface="+mn-ea"/>
              </a:rPr>
              <a:t>qui </a:t>
            </a:r>
            <a:r>
              <a:rPr>
                <a:sym typeface="+mn-ea"/>
              </a:rPr>
              <a:t>sont des tests utilisés par les sites web pour vérifier qu’un visiteur n’est pas un</a:t>
            </a:r>
            <a:r>
              <a:rPr lang="en-US">
                <a:sym typeface="+mn-ea"/>
              </a:rPr>
              <a:t> </a:t>
            </a:r>
            <a:r>
              <a:rPr>
                <a:sym typeface="+mn-ea"/>
              </a:rPr>
              <a:t>bot. </a:t>
            </a:r>
            <a:endParaRPr>
              <a:sym typeface="+mn-ea"/>
            </a:endParaRPr>
          </a:p>
          <a:p>
            <a:pPr marL="0" lvl="0" indent="0" algn="l" rtl="0">
              <a:spcBef>
                <a:spcPts val="0"/>
              </a:spcBef>
              <a:spcAft>
                <a:spcPts val="0"/>
              </a:spcAft>
              <a:buNone/>
            </a:pPr>
            <a:r>
              <a:rPr>
                <a:sym typeface="+mn-ea"/>
              </a:rPr>
              <a:t>Ils incluent des tâches comme sélectionner des images, résoudre des puzzles, ou taper du texte à partir d’une image déformée</a:t>
            </a:r>
            <a:endParaRPr lang="en-GB"/>
          </a:p>
        </p:txBody>
      </p:sp>
      <p:sp>
        <p:nvSpPr>
          <p:cNvPr id="3" name="Google Shape;533;p48"/>
          <p:cNvSpPr/>
          <p:nvPr/>
        </p:nvSpPr>
        <p:spPr>
          <a:xfrm>
            <a:off x="3608376" y="1561894"/>
            <a:ext cx="813685" cy="730740"/>
          </a:xfrm>
          <a:custGeom>
            <a:avLst/>
            <a:gdLst/>
            <a:ahLst/>
            <a:cxnLst/>
            <a:rect l="l" t="t" r="r" b="b"/>
            <a:pathLst>
              <a:path w="101552" h="91200" extrusionOk="0">
                <a:moveTo>
                  <a:pt x="67692" y="1316"/>
                </a:moveTo>
                <a:cubicBezTo>
                  <a:pt x="73007" y="1316"/>
                  <a:pt x="77954" y="4172"/>
                  <a:pt x="80612" y="8774"/>
                </a:cubicBezTo>
                <a:lnTo>
                  <a:pt x="97524" y="38071"/>
                </a:lnTo>
                <a:cubicBezTo>
                  <a:pt x="100182" y="42673"/>
                  <a:pt x="100182" y="48388"/>
                  <a:pt x="97524" y="52990"/>
                </a:cubicBezTo>
                <a:lnTo>
                  <a:pt x="80612" y="82284"/>
                </a:lnTo>
                <a:cubicBezTo>
                  <a:pt x="77954" y="86886"/>
                  <a:pt x="73007" y="89745"/>
                  <a:pt x="67697" y="89745"/>
                </a:cubicBezTo>
                <a:cubicBezTo>
                  <a:pt x="64882" y="89699"/>
                  <a:pt x="62259" y="89681"/>
                  <a:pt x="59813" y="89681"/>
                </a:cubicBezTo>
                <a:cubicBezTo>
                  <a:pt x="55192" y="89681"/>
                  <a:pt x="51207" y="89745"/>
                  <a:pt x="47771" y="89800"/>
                </a:cubicBezTo>
                <a:lnTo>
                  <a:pt x="47241" y="89805"/>
                </a:lnTo>
                <a:cubicBezTo>
                  <a:pt x="44571" y="89847"/>
                  <a:pt x="42219" y="89885"/>
                  <a:pt x="40130" y="89885"/>
                </a:cubicBezTo>
                <a:cubicBezTo>
                  <a:pt x="33498" y="89885"/>
                  <a:pt x="29519" y="89506"/>
                  <a:pt x="26414" y="87711"/>
                </a:cubicBezTo>
                <a:cubicBezTo>
                  <a:pt x="22327" y="85351"/>
                  <a:pt x="19610" y="80457"/>
                  <a:pt x="14187" y="70715"/>
                </a:cubicBezTo>
                <a:lnTo>
                  <a:pt x="14163" y="70665"/>
                </a:lnTo>
                <a:cubicBezTo>
                  <a:pt x="11560" y="65984"/>
                  <a:pt x="8319" y="60160"/>
                  <a:pt x="4023" y="52985"/>
                </a:cubicBezTo>
                <a:cubicBezTo>
                  <a:pt x="1372" y="48384"/>
                  <a:pt x="1372" y="42668"/>
                  <a:pt x="4028" y="38071"/>
                </a:cubicBezTo>
                <a:lnTo>
                  <a:pt x="20941" y="8774"/>
                </a:lnTo>
                <a:cubicBezTo>
                  <a:pt x="23598" y="4172"/>
                  <a:pt x="28547" y="1316"/>
                  <a:pt x="33861" y="1316"/>
                </a:cubicBezTo>
                <a:close/>
                <a:moveTo>
                  <a:pt x="33861" y="0"/>
                </a:moveTo>
                <a:cubicBezTo>
                  <a:pt x="28081" y="0"/>
                  <a:pt x="22693" y="3108"/>
                  <a:pt x="19804" y="8115"/>
                </a:cubicBezTo>
                <a:lnTo>
                  <a:pt x="2886" y="37413"/>
                </a:lnTo>
                <a:cubicBezTo>
                  <a:pt x="0" y="42421"/>
                  <a:pt x="0" y="48640"/>
                  <a:pt x="2891" y="53648"/>
                </a:cubicBezTo>
                <a:lnTo>
                  <a:pt x="2895" y="53653"/>
                </a:lnTo>
                <a:cubicBezTo>
                  <a:pt x="7200" y="60853"/>
                  <a:pt x="10436" y="66672"/>
                  <a:pt x="13035" y="71348"/>
                </a:cubicBezTo>
                <a:lnTo>
                  <a:pt x="13039" y="71352"/>
                </a:lnTo>
                <a:cubicBezTo>
                  <a:pt x="17973" y="80225"/>
                  <a:pt x="20694" y="85114"/>
                  <a:pt x="24227" y="87880"/>
                </a:cubicBezTo>
                <a:cubicBezTo>
                  <a:pt x="25128" y="88583"/>
                  <a:pt x="26068" y="89136"/>
                  <a:pt x="27101" y="89581"/>
                </a:cubicBezTo>
                <a:cubicBezTo>
                  <a:pt x="28121" y="90017"/>
                  <a:pt x="29239" y="90349"/>
                  <a:pt x="30522" y="90591"/>
                </a:cubicBezTo>
                <a:cubicBezTo>
                  <a:pt x="32792" y="91027"/>
                  <a:pt x="35544" y="91200"/>
                  <a:pt x="40016" y="91200"/>
                </a:cubicBezTo>
                <a:cubicBezTo>
                  <a:pt x="42119" y="91200"/>
                  <a:pt x="44450" y="91166"/>
                  <a:pt x="47152" y="91120"/>
                </a:cubicBezTo>
                <a:lnTo>
                  <a:pt x="47379" y="91120"/>
                </a:lnTo>
                <a:cubicBezTo>
                  <a:pt x="50902" y="91061"/>
                  <a:pt x="54990" y="90997"/>
                  <a:pt x="59759" y="90997"/>
                </a:cubicBezTo>
                <a:cubicBezTo>
                  <a:pt x="62214" y="90997"/>
                  <a:pt x="64856" y="91012"/>
                  <a:pt x="67686" y="91061"/>
                </a:cubicBezTo>
                <a:lnTo>
                  <a:pt x="67692" y="91061"/>
                </a:lnTo>
                <a:cubicBezTo>
                  <a:pt x="73471" y="91061"/>
                  <a:pt x="78860" y="87948"/>
                  <a:pt x="81749" y="82942"/>
                </a:cubicBezTo>
                <a:lnTo>
                  <a:pt x="98663" y="53648"/>
                </a:lnTo>
                <a:cubicBezTo>
                  <a:pt x="101552" y="48640"/>
                  <a:pt x="101552" y="42421"/>
                  <a:pt x="98663" y="37413"/>
                </a:cubicBezTo>
                <a:lnTo>
                  <a:pt x="81749" y="8115"/>
                </a:lnTo>
                <a:cubicBezTo>
                  <a:pt x="78860" y="3108"/>
                  <a:pt x="73471" y="0"/>
                  <a:pt x="67692" y="0"/>
                </a:cubicBezTo>
                <a:close/>
              </a:path>
            </a:pathLst>
          </a:cu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854" name="Google Shape;1854;p75"/>
          <p:cNvGrpSpPr/>
          <p:nvPr/>
        </p:nvGrpSpPr>
        <p:grpSpPr>
          <a:xfrm>
            <a:off x="3796022" y="1749331"/>
            <a:ext cx="466344" cy="384048"/>
            <a:chOff x="3654031" y="3405702"/>
            <a:chExt cx="368380" cy="287040"/>
          </a:xfrm>
        </p:grpSpPr>
        <p:sp>
          <p:nvSpPr>
            <p:cNvPr id="1855" name="Google Shape;1855;p75"/>
            <p:cNvSpPr/>
            <p:nvPr/>
          </p:nvSpPr>
          <p:spPr>
            <a:xfrm>
              <a:off x="3799222" y="3485333"/>
              <a:ext cx="43997" cy="57269"/>
            </a:xfrm>
            <a:custGeom>
              <a:avLst/>
              <a:gdLst/>
              <a:ahLst/>
              <a:cxnLst/>
              <a:rect l="l" t="t" r="r" b="b"/>
              <a:pathLst>
                <a:path w="1263" h="1644" extrusionOk="0">
                  <a:moveTo>
                    <a:pt x="0" y="0"/>
                  </a:moveTo>
                  <a:lnTo>
                    <a:pt x="0" y="1643"/>
                  </a:lnTo>
                  <a:lnTo>
                    <a:pt x="334" y="1643"/>
                  </a:lnTo>
                  <a:lnTo>
                    <a:pt x="667" y="1096"/>
                  </a:lnTo>
                  <a:lnTo>
                    <a:pt x="1000" y="1643"/>
                  </a:lnTo>
                  <a:lnTo>
                    <a:pt x="1262" y="1643"/>
                  </a:lnTo>
                  <a:lnTo>
                    <a:pt x="1262" y="0"/>
                  </a:lnTo>
                  <a:lnTo>
                    <a:pt x="953" y="0"/>
                  </a:lnTo>
                  <a:lnTo>
                    <a:pt x="953" y="1072"/>
                  </a:lnTo>
                  <a:lnTo>
                    <a:pt x="643" y="548"/>
                  </a:lnTo>
                  <a:lnTo>
                    <a:pt x="310" y="1072"/>
                  </a:lnTo>
                  <a:lnTo>
                    <a:pt x="310" y="0"/>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856" name="Google Shape;1856;p75"/>
            <p:cNvSpPr/>
            <p:nvPr/>
          </p:nvSpPr>
          <p:spPr>
            <a:xfrm>
              <a:off x="3854783" y="3484497"/>
              <a:ext cx="43997" cy="57269"/>
            </a:xfrm>
            <a:custGeom>
              <a:avLst/>
              <a:gdLst/>
              <a:ahLst/>
              <a:cxnLst/>
              <a:rect l="l" t="t" r="r" b="b"/>
              <a:pathLst>
                <a:path w="1263" h="1644" extrusionOk="0">
                  <a:moveTo>
                    <a:pt x="1" y="0"/>
                  </a:moveTo>
                  <a:lnTo>
                    <a:pt x="1" y="1644"/>
                  </a:lnTo>
                  <a:lnTo>
                    <a:pt x="310" y="1644"/>
                  </a:lnTo>
                  <a:lnTo>
                    <a:pt x="644" y="1096"/>
                  </a:lnTo>
                  <a:lnTo>
                    <a:pt x="977" y="1644"/>
                  </a:lnTo>
                  <a:lnTo>
                    <a:pt x="1263" y="1644"/>
                  </a:lnTo>
                  <a:lnTo>
                    <a:pt x="1263" y="0"/>
                  </a:lnTo>
                  <a:lnTo>
                    <a:pt x="977" y="0"/>
                  </a:lnTo>
                  <a:lnTo>
                    <a:pt x="977" y="1072"/>
                  </a:lnTo>
                  <a:lnTo>
                    <a:pt x="644" y="524"/>
                  </a:lnTo>
                  <a:lnTo>
                    <a:pt x="310" y="1072"/>
                  </a:lnTo>
                  <a:lnTo>
                    <a:pt x="310" y="0"/>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857" name="Google Shape;1857;p75"/>
            <p:cNvSpPr/>
            <p:nvPr/>
          </p:nvSpPr>
          <p:spPr>
            <a:xfrm>
              <a:off x="3740316" y="3484497"/>
              <a:ext cx="44833" cy="57269"/>
            </a:xfrm>
            <a:custGeom>
              <a:avLst/>
              <a:gdLst/>
              <a:ahLst/>
              <a:cxnLst/>
              <a:rect l="l" t="t" r="r" b="b"/>
              <a:pathLst>
                <a:path w="1287" h="1644" extrusionOk="0">
                  <a:moveTo>
                    <a:pt x="0" y="0"/>
                  </a:moveTo>
                  <a:lnTo>
                    <a:pt x="0" y="1644"/>
                  </a:lnTo>
                  <a:lnTo>
                    <a:pt x="334" y="1644"/>
                  </a:lnTo>
                  <a:lnTo>
                    <a:pt x="667" y="1096"/>
                  </a:lnTo>
                  <a:lnTo>
                    <a:pt x="977" y="1644"/>
                  </a:lnTo>
                  <a:lnTo>
                    <a:pt x="1286" y="1644"/>
                  </a:lnTo>
                  <a:lnTo>
                    <a:pt x="1286" y="0"/>
                  </a:lnTo>
                  <a:lnTo>
                    <a:pt x="977" y="0"/>
                  </a:lnTo>
                  <a:lnTo>
                    <a:pt x="977" y="1072"/>
                  </a:lnTo>
                  <a:lnTo>
                    <a:pt x="667" y="524"/>
                  </a:lnTo>
                  <a:lnTo>
                    <a:pt x="334" y="1072"/>
                  </a:lnTo>
                  <a:lnTo>
                    <a:pt x="334" y="0"/>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858" name="Google Shape;1858;p75"/>
            <p:cNvSpPr/>
            <p:nvPr/>
          </p:nvSpPr>
          <p:spPr>
            <a:xfrm>
              <a:off x="3906234" y="3530932"/>
              <a:ext cx="11635" cy="10834"/>
            </a:xfrm>
            <a:custGeom>
              <a:avLst/>
              <a:gdLst/>
              <a:ahLst/>
              <a:cxnLst/>
              <a:rect l="l" t="t" r="r" b="b"/>
              <a:pathLst>
                <a:path w="334" h="311" extrusionOk="0">
                  <a:moveTo>
                    <a:pt x="0" y="1"/>
                  </a:moveTo>
                  <a:lnTo>
                    <a:pt x="0" y="311"/>
                  </a:lnTo>
                  <a:lnTo>
                    <a:pt x="334" y="311"/>
                  </a:lnTo>
                  <a:lnTo>
                    <a:pt x="334" y="1"/>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859" name="Google Shape;1859;p75"/>
            <p:cNvSpPr/>
            <p:nvPr/>
          </p:nvSpPr>
          <p:spPr>
            <a:xfrm>
              <a:off x="3792568" y="3576565"/>
              <a:ext cx="10834" cy="10834"/>
            </a:xfrm>
            <a:custGeom>
              <a:avLst/>
              <a:gdLst/>
              <a:ahLst/>
              <a:cxnLst/>
              <a:rect l="l" t="t" r="r" b="b"/>
              <a:pathLst>
                <a:path w="311" h="311" extrusionOk="0">
                  <a:moveTo>
                    <a:pt x="1" y="1"/>
                  </a:moveTo>
                  <a:lnTo>
                    <a:pt x="1" y="310"/>
                  </a:lnTo>
                  <a:lnTo>
                    <a:pt x="310" y="310"/>
                  </a:lnTo>
                  <a:lnTo>
                    <a:pt x="310" y="1"/>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860" name="Google Shape;1860;p75"/>
            <p:cNvSpPr/>
            <p:nvPr/>
          </p:nvSpPr>
          <p:spPr>
            <a:xfrm>
              <a:off x="3814967" y="3576565"/>
              <a:ext cx="11670" cy="10834"/>
            </a:xfrm>
            <a:custGeom>
              <a:avLst/>
              <a:gdLst/>
              <a:ahLst/>
              <a:cxnLst/>
              <a:rect l="l" t="t" r="r" b="b"/>
              <a:pathLst>
                <a:path w="335" h="311" extrusionOk="0">
                  <a:moveTo>
                    <a:pt x="1" y="1"/>
                  </a:moveTo>
                  <a:lnTo>
                    <a:pt x="1" y="310"/>
                  </a:lnTo>
                  <a:lnTo>
                    <a:pt x="334" y="310"/>
                  </a:lnTo>
                  <a:lnTo>
                    <a:pt x="334" y="1"/>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861" name="Google Shape;1861;p75"/>
            <p:cNvSpPr/>
            <p:nvPr/>
          </p:nvSpPr>
          <p:spPr>
            <a:xfrm>
              <a:off x="3838202" y="3576565"/>
              <a:ext cx="10834" cy="10834"/>
            </a:xfrm>
            <a:custGeom>
              <a:avLst/>
              <a:gdLst/>
              <a:ahLst/>
              <a:cxnLst/>
              <a:rect l="l" t="t" r="r" b="b"/>
              <a:pathLst>
                <a:path w="311" h="311" extrusionOk="0">
                  <a:moveTo>
                    <a:pt x="0" y="1"/>
                  </a:moveTo>
                  <a:lnTo>
                    <a:pt x="0" y="310"/>
                  </a:lnTo>
                  <a:lnTo>
                    <a:pt x="310" y="310"/>
                  </a:lnTo>
                  <a:lnTo>
                    <a:pt x="310" y="1"/>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862" name="Google Shape;1862;p75"/>
            <p:cNvSpPr/>
            <p:nvPr/>
          </p:nvSpPr>
          <p:spPr>
            <a:xfrm>
              <a:off x="3654031" y="3405702"/>
              <a:ext cx="368380" cy="287040"/>
            </a:xfrm>
            <a:custGeom>
              <a:avLst/>
              <a:gdLst/>
              <a:ahLst/>
              <a:cxnLst/>
              <a:rect l="l" t="t" r="r" b="b"/>
              <a:pathLst>
                <a:path w="10575" h="8240" extrusionOk="0">
                  <a:moveTo>
                    <a:pt x="7550" y="4453"/>
                  </a:moveTo>
                  <a:cubicBezTo>
                    <a:pt x="7502" y="4501"/>
                    <a:pt x="7478" y="4549"/>
                    <a:pt x="7455" y="4572"/>
                  </a:cubicBezTo>
                  <a:cubicBezTo>
                    <a:pt x="7336" y="4787"/>
                    <a:pt x="7240" y="5001"/>
                    <a:pt x="7193" y="5239"/>
                  </a:cubicBezTo>
                  <a:lnTo>
                    <a:pt x="6764" y="5239"/>
                  </a:lnTo>
                  <a:cubicBezTo>
                    <a:pt x="6954" y="4906"/>
                    <a:pt x="7216" y="4644"/>
                    <a:pt x="7550" y="4453"/>
                  </a:cubicBezTo>
                  <a:close/>
                  <a:moveTo>
                    <a:pt x="8264" y="4263"/>
                  </a:moveTo>
                  <a:lnTo>
                    <a:pt x="8264" y="5263"/>
                  </a:lnTo>
                  <a:lnTo>
                    <a:pt x="7550" y="5263"/>
                  </a:lnTo>
                  <a:cubicBezTo>
                    <a:pt x="7669" y="4739"/>
                    <a:pt x="7931" y="4334"/>
                    <a:pt x="8264" y="4263"/>
                  </a:cubicBezTo>
                  <a:close/>
                  <a:moveTo>
                    <a:pt x="8550" y="4263"/>
                  </a:moveTo>
                  <a:cubicBezTo>
                    <a:pt x="8883" y="4334"/>
                    <a:pt x="9145" y="4739"/>
                    <a:pt x="9288" y="5263"/>
                  </a:cubicBezTo>
                  <a:lnTo>
                    <a:pt x="8550" y="5263"/>
                  </a:lnTo>
                  <a:lnTo>
                    <a:pt x="8550" y="4263"/>
                  </a:lnTo>
                  <a:close/>
                  <a:moveTo>
                    <a:pt x="9265" y="4501"/>
                  </a:moveTo>
                  <a:cubicBezTo>
                    <a:pt x="9598" y="4644"/>
                    <a:pt x="9860" y="4906"/>
                    <a:pt x="10050" y="5263"/>
                  </a:cubicBezTo>
                  <a:lnTo>
                    <a:pt x="9622" y="5263"/>
                  </a:lnTo>
                  <a:cubicBezTo>
                    <a:pt x="9574" y="5025"/>
                    <a:pt x="9479" y="4787"/>
                    <a:pt x="9360" y="4620"/>
                  </a:cubicBezTo>
                  <a:cubicBezTo>
                    <a:pt x="9336" y="4572"/>
                    <a:pt x="9288" y="4525"/>
                    <a:pt x="9265" y="4501"/>
                  </a:cubicBezTo>
                  <a:close/>
                  <a:moveTo>
                    <a:pt x="7121" y="5573"/>
                  </a:moveTo>
                  <a:cubicBezTo>
                    <a:pt x="7097" y="5715"/>
                    <a:pt x="7097" y="5882"/>
                    <a:pt x="7097" y="6073"/>
                  </a:cubicBezTo>
                  <a:cubicBezTo>
                    <a:pt x="7097" y="6239"/>
                    <a:pt x="7097" y="6406"/>
                    <a:pt x="7121" y="6573"/>
                  </a:cubicBezTo>
                  <a:lnTo>
                    <a:pt x="6645" y="6573"/>
                  </a:lnTo>
                  <a:cubicBezTo>
                    <a:pt x="6597" y="6406"/>
                    <a:pt x="6597" y="6239"/>
                    <a:pt x="6597" y="6073"/>
                  </a:cubicBezTo>
                  <a:cubicBezTo>
                    <a:pt x="6597" y="5882"/>
                    <a:pt x="6621" y="5715"/>
                    <a:pt x="6645" y="5573"/>
                  </a:cubicBezTo>
                  <a:close/>
                  <a:moveTo>
                    <a:pt x="8264" y="5573"/>
                  </a:moveTo>
                  <a:lnTo>
                    <a:pt x="8264" y="6573"/>
                  </a:lnTo>
                  <a:lnTo>
                    <a:pt x="7455" y="6573"/>
                  </a:lnTo>
                  <a:cubicBezTo>
                    <a:pt x="7431" y="6406"/>
                    <a:pt x="7431" y="6239"/>
                    <a:pt x="7431" y="6073"/>
                  </a:cubicBezTo>
                  <a:cubicBezTo>
                    <a:pt x="7431" y="5882"/>
                    <a:pt x="7431" y="5715"/>
                    <a:pt x="7455" y="5573"/>
                  </a:cubicBezTo>
                  <a:close/>
                  <a:moveTo>
                    <a:pt x="9360" y="5573"/>
                  </a:moveTo>
                  <a:cubicBezTo>
                    <a:pt x="9384" y="5715"/>
                    <a:pt x="9384" y="5882"/>
                    <a:pt x="9384" y="6073"/>
                  </a:cubicBezTo>
                  <a:cubicBezTo>
                    <a:pt x="9384" y="6239"/>
                    <a:pt x="9384" y="6406"/>
                    <a:pt x="9360" y="6573"/>
                  </a:cubicBezTo>
                  <a:lnTo>
                    <a:pt x="8550" y="6573"/>
                  </a:lnTo>
                  <a:lnTo>
                    <a:pt x="8550" y="5573"/>
                  </a:lnTo>
                  <a:close/>
                  <a:moveTo>
                    <a:pt x="10169" y="5573"/>
                  </a:moveTo>
                  <a:cubicBezTo>
                    <a:pt x="10217" y="5715"/>
                    <a:pt x="10217" y="5882"/>
                    <a:pt x="10217" y="6073"/>
                  </a:cubicBezTo>
                  <a:cubicBezTo>
                    <a:pt x="10217" y="6239"/>
                    <a:pt x="10193" y="6406"/>
                    <a:pt x="10169" y="6573"/>
                  </a:cubicBezTo>
                  <a:lnTo>
                    <a:pt x="9693" y="6573"/>
                  </a:lnTo>
                  <a:cubicBezTo>
                    <a:pt x="9717" y="6406"/>
                    <a:pt x="9717" y="6239"/>
                    <a:pt x="9717" y="6073"/>
                  </a:cubicBezTo>
                  <a:cubicBezTo>
                    <a:pt x="9717" y="5882"/>
                    <a:pt x="9717" y="5715"/>
                    <a:pt x="9693" y="5573"/>
                  </a:cubicBezTo>
                  <a:close/>
                  <a:moveTo>
                    <a:pt x="7193" y="6882"/>
                  </a:moveTo>
                  <a:cubicBezTo>
                    <a:pt x="7240" y="7120"/>
                    <a:pt x="7336" y="7359"/>
                    <a:pt x="7455" y="7525"/>
                  </a:cubicBezTo>
                  <a:cubicBezTo>
                    <a:pt x="7478" y="7549"/>
                    <a:pt x="7502" y="7621"/>
                    <a:pt x="7550" y="7644"/>
                  </a:cubicBezTo>
                  <a:cubicBezTo>
                    <a:pt x="7216" y="7502"/>
                    <a:pt x="6954" y="7192"/>
                    <a:pt x="6764" y="6882"/>
                  </a:cubicBezTo>
                  <a:close/>
                  <a:moveTo>
                    <a:pt x="10050" y="6906"/>
                  </a:moveTo>
                  <a:cubicBezTo>
                    <a:pt x="9860" y="7192"/>
                    <a:pt x="9598" y="7502"/>
                    <a:pt x="9265" y="7668"/>
                  </a:cubicBezTo>
                  <a:cubicBezTo>
                    <a:pt x="9288" y="7644"/>
                    <a:pt x="9336" y="7597"/>
                    <a:pt x="9360" y="7549"/>
                  </a:cubicBezTo>
                  <a:cubicBezTo>
                    <a:pt x="9479" y="7359"/>
                    <a:pt x="9574" y="7120"/>
                    <a:pt x="9622" y="6906"/>
                  </a:cubicBezTo>
                  <a:close/>
                  <a:moveTo>
                    <a:pt x="8264" y="6882"/>
                  </a:moveTo>
                  <a:lnTo>
                    <a:pt x="8264" y="7859"/>
                  </a:lnTo>
                  <a:cubicBezTo>
                    <a:pt x="7955" y="7763"/>
                    <a:pt x="7669" y="7382"/>
                    <a:pt x="7550" y="6882"/>
                  </a:cubicBezTo>
                  <a:close/>
                  <a:moveTo>
                    <a:pt x="9288" y="6882"/>
                  </a:moveTo>
                  <a:cubicBezTo>
                    <a:pt x="9145" y="7382"/>
                    <a:pt x="8883" y="7763"/>
                    <a:pt x="8550" y="7859"/>
                  </a:cubicBezTo>
                  <a:lnTo>
                    <a:pt x="8550" y="6882"/>
                  </a:lnTo>
                  <a:close/>
                  <a:moveTo>
                    <a:pt x="5430" y="6882"/>
                  </a:moveTo>
                  <a:lnTo>
                    <a:pt x="5430" y="7883"/>
                  </a:lnTo>
                  <a:lnTo>
                    <a:pt x="4097" y="7883"/>
                  </a:lnTo>
                  <a:lnTo>
                    <a:pt x="4097" y="6882"/>
                  </a:lnTo>
                  <a:close/>
                  <a:moveTo>
                    <a:pt x="334" y="0"/>
                  </a:moveTo>
                  <a:cubicBezTo>
                    <a:pt x="167" y="0"/>
                    <a:pt x="1" y="119"/>
                    <a:pt x="1" y="286"/>
                  </a:cubicBezTo>
                  <a:lnTo>
                    <a:pt x="1" y="6573"/>
                  </a:lnTo>
                  <a:cubicBezTo>
                    <a:pt x="1" y="6763"/>
                    <a:pt x="167" y="6906"/>
                    <a:pt x="334" y="6906"/>
                  </a:cubicBezTo>
                  <a:lnTo>
                    <a:pt x="3787" y="6906"/>
                  </a:lnTo>
                  <a:lnTo>
                    <a:pt x="3787" y="7906"/>
                  </a:lnTo>
                  <a:lnTo>
                    <a:pt x="3144" y="7906"/>
                  </a:lnTo>
                  <a:lnTo>
                    <a:pt x="3144" y="8216"/>
                  </a:lnTo>
                  <a:lnTo>
                    <a:pt x="6431" y="8216"/>
                  </a:lnTo>
                  <a:lnTo>
                    <a:pt x="6431" y="7906"/>
                  </a:lnTo>
                  <a:lnTo>
                    <a:pt x="5764" y="7906"/>
                  </a:lnTo>
                  <a:lnTo>
                    <a:pt x="5764" y="6906"/>
                  </a:lnTo>
                  <a:lnTo>
                    <a:pt x="6121" y="6906"/>
                  </a:lnTo>
                  <a:lnTo>
                    <a:pt x="6121" y="6597"/>
                  </a:lnTo>
                  <a:lnTo>
                    <a:pt x="334" y="6597"/>
                  </a:lnTo>
                  <a:lnTo>
                    <a:pt x="310" y="6573"/>
                  </a:lnTo>
                  <a:lnTo>
                    <a:pt x="310" y="5930"/>
                  </a:lnTo>
                  <a:lnTo>
                    <a:pt x="6288" y="5930"/>
                  </a:lnTo>
                  <a:lnTo>
                    <a:pt x="6288" y="6096"/>
                  </a:lnTo>
                  <a:cubicBezTo>
                    <a:pt x="6288" y="7287"/>
                    <a:pt x="7240" y="8240"/>
                    <a:pt x="8431" y="8240"/>
                  </a:cubicBezTo>
                  <a:cubicBezTo>
                    <a:pt x="9622" y="8240"/>
                    <a:pt x="10574" y="7287"/>
                    <a:pt x="10574" y="6096"/>
                  </a:cubicBezTo>
                  <a:cubicBezTo>
                    <a:pt x="10550" y="4882"/>
                    <a:pt x="9598" y="3929"/>
                    <a:pt x="8407" y="3929"/>
                  </a:cubicBezTo>
                  <a:cubicBezTo>
                    <a:pt x="7383" y="3929"/>
                    <a:pt x="6550" y="4644"/>
                    <a:pt x="6312" y="5596"/>
                  </a:cubicBezTo>
                  <a:lnTo>
                    <a:pt x="310" y="5596"/>
                  </a:lnTo>
                  <a:lnTo>
                    <a:pt x="310" y="286"/>
                  </a:lnTo>
                  <a:lnTo>
                    <a:pt x="9241" y="286"/>
                  </a:lnTo>
                  <a:lnTo>
                    <a:pt x="9241" y="3739"/>
                  </a:lnTo>
                  <a:lnTo>
                    <a:pt x="9526" y="3739"/>
                  </a:lnTo>
                  <a:lnTo>
                    <a:pt x="9526" y="286"/>
                  </a:lnTo>
                  <a:cubicBezTo>
                    <a:pt x="9526" y="119"/>
                    <a:pt x="9407" y="0"/>
                    <a:pt x="9241" y="0"/>
                  </a:cubicBez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26" name="Shape 526"/>
        <p:cNvGrpSpPr/>
        <p:nvPr/>
      </p:nvGrpSpPr>
      <p:grpSpPr>
        <a:xfrm>
          <a:off x="0" y="0"/>
          <a:ext cx="0" cy="0"/>
          <a:chOff x="0" y="0"/>
          <a:chExt cx="0" cy="0"/>
        </a:xfrm>
      </p:grpSpPr>
      <p:sp>
        <p:nvSpPr>
          <p:cNvPr id="528" name="Google Shape;528;p48"/>
          <p:cNvSpPr txBox="1"/>
          <p:nvPr>
            <p:ph type="sldNum" idx="12"/>
          </p:nvPr>
        </p:nvSpPr>
        <p:spPr>
          <a:xfrm>
            <a:off x="8472449" y="4607079"/>
            <a:ext cx="671400" cy="56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GB"/>
            </a:fld>
            <a:endParaRPr lang="en-GB"/>
          </a:p>
        </p:txBody>
      </p:sp>
      <p:sp>
        <p:nvSpPr>
          <p:cNvPr id="27" name="Google Shape;529;p48"/>
          <p:cNvSpPr txBox="1"/>
          <p:nvPr/>
        </p:nvSpPr>
        <p:spPr>
          <a:xfrm>
            <a:off x="3273135" y="702333"/>
            <a:ext cx="3407400" cy="3885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accent1"/>
              </a:buClr>
              <a:buSzPts val="2200"/>
              <a:buFont typeface="Space Mono"/>
              <a:buNone/>
              <a:defRPr sz="2200" b="0" i="0" u="none" strike="noStrike" cap="none">
                <a:solidFill>
                  <a:schemeClr val="accent1"/>
                </a:solidFill>
                <a:latin typeface="Space Mono"/>
                <a:ea typeface="Space Mono"/>
                <a:cs typeface="Space Mono"/>
                <a:sym typeface="Space Mono"/>
              </a:defRPr>
            </a:lvl1pPr>
            <a:lvl2pPr marL="914400" marR="0" lvl="1"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2pPr>
            <a:lvl3pPr marL="1371600" marR="0" lvl="2"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3pPr>
            <a:lvl4pPr marL="1828800" marR="0" lvl="3"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4pPr>
            <a:lvl5pPr marL="2286000" marR="0" lvl="4"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5pPr>
            <a:lvl6pPr marL="2743200" marR="0" lvl="5"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6pPr>
            <a:lvl7pPr marL="3200400" marR="0" lvl="6"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7pPr>
            <a:lvl8pPr marL="3657600" marR="0" lvl="7"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8pPr>
            <a:lvl9pPr marL="4114800" marR="0" lvl="8"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9pPr>
          </a:lstStyle>
          <a:p>
            <a:pPr marL="0" lvl="0" indent="0" algn="r" rtl="0">
              <a:spcBef>
                <a:spcPts val="0"/>
              </a:spcBef>
              <a:spcAft>
                <a:spcPts val="0"/>
              </a:spcAft>
              <a:buNone/>
            </a:pPr>
            <a:r>
              <a:rPr lang="en-GB">
                <a:sym typeface="+mn-ea"/>
              </a:rPr>
              <a:t>Restrictions</a:t>
            </a:r>
            <a:endParaRPr lang="en-GB"/>
          </a:p>
        </p:txBody>
      </p:sp>
      <p:sp>
        <p:nvSpPr>
          <p:cNvPr id="2" name="Google Shape;531;p48"/>
          <p:cNvSpPr txBox="1"/>
          <p:nvPr/>
        </p:nvSpPr>
        <p:spPr>
          <a:xfrm>
            <a:off x="5071745" y="1137285"/>
            <a:ext cx="3407410" cy="1276985"/>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1pPr>
            <a:lvl2pPr marL="914400" marR="0" lvl="1"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9pPr>
          </a:lstStyle>
          <a:p>
            <a:pPr marL="0" lvl="0" indent="0" algn="l" rtl="0">
              <a:spcBef>
                <a:spcPts val="0"/>
              </a:spcBef>
              <a:spcAft>
                <a:spcPts val="0"/>
              </a:spcAft>
              <a:buNone/>
            </a:pPr>
            <a:r>
              <a:rPr lang="en-US"/>
              <a:t>Comme l</a:t>
            </a:r>
            <a:r>
              <a:t>e fichier robots.txt </a:t>
            </a:r>
            <a:r>
              <a:rPr lang="en-US"/>
              <a:t>qui </a:t>
            </a:r>
            <a:r>
              <a:t>est un fichier texte placé à la racine d’un site web</a:t>
            </a:r>
            <a:r>
              <a:rPr lang="en-US"/>
              <a:t> </a:t>
            </a:r>
            <a:r>
              <a:t>qui indique aux robots, comme les scrapers, quelles parties du site ils sont autorisés ou non à explorer</a:t>
            </a:r>
          </a:p>
        </p:txBody>
      </p:sp>
      <p:sp>
        <p:nvSpPr>
          <p:cNvPr id="3" name="Google Shape;533;p48"/>
          <p:cNvSpPr/>
          <p:nvPr/>
        </p:nvSpPr>
        <p:spPr>
          <a:xfrm>
            <a:off x="4182416" y="700834"/>
            <a:ext cx="813685" cy="730740"/>
          </a:xfrm>
          <a:custGeom>
            <a:avLst/>
            <a:gdLst/>
            <a:ahLst/>
            <a:cxnLst/>
            <a:rect l="l" t="t" r="r" b="b"/>
            <a:pathLst>
              <a:path w="101552" h="91200" extrusionOk="0">
                <a:moveTo>
                  <a:pt x="67692" y="1316"/>
                </a:moveTo>
                <a:cubicBezTo>
                  <a:pt x="73007" y="1316"/>
                  <a:pt x="77954" y="4172"/>
                  <a:pt x="80612" y="8774"/>
                </a:cubicBezTo>
                <a:lnTo>
                  <a:pt x="97524" y="38071"/>
                </a:lnTo>
                <a:cubicBezTo>
                  <a:pt x="100182" y="42673"/>
                  <a:pt x="100182" y="48388"/>
                  <a:pt x="97524" y="52990"/>
                </a:cubicBezTo>
                <a:lnTo>
                  <a:pt x="80612" y="82284"/>
                </a:lnTo>
                <a:cubicBezTo>
                  <a:pt x="77954" y="86886"/>
                  <a:pt x="73007" y="89745"/>
                  <a:pt x="67697" y="89745"/>
                </a:cubicBezTo>
                <a:cubicBezTo>
                  <a:pt x="64882" y="89699"/>
                  <a:pt x="62259" y="89681"/>
                  <a:pt x="59813" y="89681"/>
                </a:cubicBezTo>
                <a:cubicBezTo>
                  <a:pt x="55192" y="89681"/>
                  <a:pt x="51207" y="89745"/>
                  <a:pt x="47771" y="89800"/>
                </a:cubicBezTo>
                <a:lnTo>
                  <a:pt x="47241" y="89805"/>
                </a:lnTo>
                <a:cubicBezTo>
                  <a:pt x="44571" y="89847"/>
                  <a:pt x="42219" y="89885"/>
                  <a:pt x="40130" y="89885"/>
                </a:cubicBezTo>
                <a:cubicBezTo>
                  <a:pt x="33498" y="89885"/>
                  <a:pt x="29519" y="89506"/>
                  <a:pt x="26414" y="87711"/>
                </a:cubicBezTo>
                <a:cubicBezTo>
                  <a:pt x="22327" y="85351"/>
                  <a:pt x="19610" y="80457"/>
                  <a:pt x="14187" y="70715"/>
                </a:cubicBezTo>
                <a:lnTo>
                  <a:pt x="14163" y="70665"/>
                </a:lnTo>
                <a:cubicBezTo>
                  <a:pt x="11560" y="65984"/>
                  <a:pt x="8319" y="60160"/>
                  <a:pt x="4023" y="52985"/>
                </a:cubicBezTo>
                <a:cubicBezTo>
                  <a:pt x="1372" y="48384"/>
                  <a:pt x="1372" y="42668"/>
                  <a:pt x="4028" y="38071"/>
                </a:cubicBezTo>
                <a:lnTo>
                  <a:pt x="20941" y="8774"/>
                </a:lnTo>
                <a:cubicBezTo>
                  <a:pt x="23598" y="4172"/>
                  <a:pt x="28547" y="1316"/>
                  <a:pt x="33861" y="1316"/>
                </a:cubicBezTo>
                <a:close/>
                <a:moveTo>
                  <a:pt x="33861" y="0"/>
                </a:moveTo>
                <a:cubicBezTo>
                  <a:pt x="28081" y="0"/>
                  <a:pt x="22693" y="3108"/>
                  <a:pt x="19804" y="8115"/>
                </a:cubicBezTo>
                <a:lnTo>
                  <a:pt x="2886" y="37413"/>
                </a:lnTo>
                <a:cubicBezTo>
                  <a:pt x="0" y="42421"/>
                  <a:pt x="0" y="48640"/>
                  <a:pt x="2891" y="53648"/>
                </a:cubicBezTo>
                <a:lnTo>
                  <a:pt x="2895" y="53653"/>
                </a:lnTo>
                <a:cubicBezTo>
                  <a:pt x="7200" y="60853"/>
                  <a:pt x="10436" y="66672"/>
                  <a:pt x="13035" y="71348"/>
                </a:cubicBezTo>
                <a:lnTo>
                  <a:pt x="13039" y="71352"/>
                </a:lnTo>
                <a:cubicBezTo>
                  <a:pt x="17973" y="80225"/>
                  <a:pt x="20694" y="85114"/>
                  <a:pt x="24227" y="87880"/>
                </a:cubicBezTo>
                <a:cubicBezTo>
                  <a:pt x="25128" y="88583"/>
                  <a:pt x="26068" y="89136"/>
                  <a:pt x="27101" y="89581"/>
                </a:cubicBezTo>
                <a:cubicBezTo>
                  <a:pt x="28121" y="90017"/>
                  <a:pt x="29239" y="90349"/>
                  <a:pt x="30522" y="90591"/>
                </a:cubicBezTo>
                <a:cubicBezTo>
                  <a:pt x="32792" y="91027"/>
                  <a:pt x="35544" y="91200"/>
                  <a:pt x="40016" y="91200"/>
                </a:cubicBezTo>
                <a:cubicBezTo>
                  <a:pt x="42119" y="91200"/>
                  <a:pt x="44450" y="91166"/>
                  <a:pt x="47152" y="91120"/>
                </a:cubicBezTo>
                <a:lnTo>
                  <a:pt x="47379" y="91120"/>
                </a:lnTo>
                <a:cubicBezTo>
                  <a:pt x="50902" y="91061"/>
                  <a:pt x="54990" y="90997"/>
                  <a:pt x="59759" y="90997"/>
                </a:cubicBezTo>
                <a:cubicBezTo>
                  <a:pt x="62214" y="90997"/>
                  <a:pt x="64856" y="91012"/>
                  <a:pt x="67686" y="91061"/>
                </a:cubicBezTo>
                <a:lnTo>
                  <a:pt x="67692" y="91061"/>
                </a:lnTo>
                <a:cubicBezTo>
                  <a:pt x="73471" y="91061"/>
                  <a:pt x="78860" y="87948"/>
                  <a:pt x="81749" y="82942"/>
                </a:cubicBezTo>
                <a:lnTo>
                  <a:pt x="98663" y="53648"/>
                </a:lnTo>
                <a:cubicBezTo>
                  <a:pt x="101552" y="48640"/>
                  <a:pt x="101552" y="42421"/>
                  <a:pt x="98663" y="37413"/>
                </a:cubicBezTo>
                <a:lnTo>
                  <a:pt x="81749" y="8115"/>
                </a:lnTo>
                <a:cubicBezTo>
                  <a:pt x="78860" y="3108"/>
                  <a:pt x="73471" y="0"/>
                  <a:pt x="67692" y="0"/>
                </a:cubicBezTo>
                <a:close/>
              </a:path>
            </a:pathLst>
          </a:cu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366" name="Google Shape;1366;p75"/>
          <p:cNvGrpSpPr/>
          <p:nvPr/>
        </p:nvGrpSpPr>
        <p:grpSpPr>
          <a:xfrm>
            <a:off x="4383593" y="918817"/>
            <a:ext cx="411480" cy="384048"/>
            <a:chOff x="714862" y="1199871"/>
            <a:chExt cx="285438" cy="367544"/>
          </a:xfrm>
        </p:grpSpPr>
        <p:sp>
          <p:nvSpPr>
            <p:cNvPr id="1367" name="Google Shape;1367;p75"/>
            <p:cNvSpPr/>
            <p:nvPr/>
          </p:nvSpPr>
          <p:spPr>
            <a:xfrm>
              <a:off x="737261" y="1395641"/>
              <a:ext cx="68068" cy="68904"/>
            </a:xfrm>
            <a:custGeom>
              <a:avLst/>
              <a:gdLst/>
              <a:ahLst/>
              <a:cxnLst/>
              <a:rect l="l" t="t" r="r" b="b"/>
              <a:pathLst>
                <a:path w="1954" h="1978" extrusionOk="0">
                  <a:moveTo>
                    <a:pt x="1668" y="310"/>
                  </a:moveTo>
                  <a:lnTo>
                    <a:pt x="1668" y="1644"/>
                  </a:lnTo>
                  <a:lnTo>
                    <a:pt x="334" y="1644"/>
                  </a:lnTo>
                  <a:lnTo>
                    <a:pt x="334" y="310"/>
                  </a:lnTo>
                  <a:close/>
                  <a:moveTo>
                    <a:pt x="1" y="1"/>
                  </a:moveTo>
                  <a:lnTo>
                    <a:pt x="1" y="1977"/>
                  </a:lnTo>
                  <a:lnTo>
                    <a:pt x="1954" y="1977"/>
                  </a:lnTo>
                  <a:lnTo>
                    <a:pt x="1954" y="1"/>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368" name="Google Shape;1368;p75"/>
            <p:cNvSpPr/>
            <p:nvPr/>
          </p:nvSpPr>
          <p:spPr>
            <a:xfrm>
              <a:off x="714862" y="1268739"/>
              <a:ext cx="195842" cy="218206"/>
            </a:xfrm>
            <a:custGeom>
              <a:avLst/>
              <a:gdLst/>
              <a:ahLst/>
              <a:cxnLst/>
              <a:rect l="l" t="t" r="r" b="b"/>
              <a:pathLst>
                <a:path w="5622" h="6264" extrusionOk="0">
                  <a:moveTo>
                    <a:pt x="1" y="0"/>
                  </a:moveTo>
                  <a:lnTo>
                    <a:pt x="1" y="6263"/>
                  </a:lnTo>
                  <a:lnTo>
                    <a:pt x="5621" y="6263"/>
                  </a:lnTo>
                  <a:lnTo>
                    <a:pt x="5621" y="5978"/>
                  </a:lnTo>
                  <a:lnTo>
                    <a:pt x="311" y="5978"/>
                  </a:lnTo>
                  <a:lnTo>
                    <a:pt x="311" y="0"/>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369" name="Google Shape;1369;p75"/>
            <p:cNvSpPr/>
            <p:nvPr/>
          </p:nvSpPr>
          <p:spPr>
            <a:xfrm>
              <a:off x="714862" y="1199871"/>
              <a:ext cx="285438" cy="367544"/>
            </a:xfrm>
            <a:custGeom>
              <a:avLst/>
              <a:gdLst/>
              <a:ahLst/>
              <a:cxnLst/>
              <a:rect l="l" t="t" r="r" b="b"/>
              <a:pathLst>
                <a:path w="8194" h="10551" extrusionOk="0">
                  <a:moveTo>
                    <a:pt x="7907" y="334"/>
                  </a:moveTo>
                  <a:lnTo>
                    <a:pt x="7907" y="1334"/>
                  </a:lnTo>
                  <a:lnTo>
                    <a:pt x="287" y="1334"/>
                  </a:lnTo>
                  <a:lnTo>
                    <a:pt x="287" y="334"/>
                  </a:lnTo>
                  <a:close/>
                  <a:moveTo>
                    <a:pt x="6740" y="4454"/>
                  </a:moveTo>
                  <a:lnTo>
                    <a:pt x="7169" y="5311"/>
                  </a:lnTo>
                  <a:lnTo>
                    <a:pt x="6336" y="5311"/>
                  </a:lnTo>
                  <a:lnTo>
                    <a:pt x="6740" y="4454"/>
                  </a:lnTo>
                  <a:close/>
                  <a:moveTo>
                    <a:pt x="6598" y="5597"/>
                  </a:moveTo>
                  <a:lnTo>
                    <a:pt x="6598" y="9264"/>
                  </a:lnTo>
                  <a:lnTo>
                    <a:pt x="6240" y="9264"/>
                  </a:lnTo>
                  <a:lnTo>
                    <a:pt x="6240" y="5597"/>
                  </a:lnTo>
                  <a:close/>
                  <a:moveTo>
                    <a:pt x="7241" y="5597"/>
                  </a:moveTo>
                  <a:lnTo>
                    <a:pt x="7241" y="9264"/>
                  </a:lnTo>
                  <a:lnTo>
                    <a:pt x="6907" y="9264"/>
                  </a:lnTo>
                  <a:lnTo>
                    <a:pt x="6907" y="5597"/>
                  </a:lnTo>
                  <a:close/>
                  <a:moveTo>
                    <a:pt x="7264" y="9550"/>
                  </a:moveTo>
                  <a:lnTo>
                    <a:pt x="7264" y="10241"/>
                  </a:lnTo>
                  <a:lnTo>
                    <a:pt x="6264" y="10241"/>
                  </a:lnTo>
                  <a:lnTo>
                    <a:pt x="6240" y="10217"/>
                  </a:lnTo>
                  <a:lnTo>
                    <a:pt x="6240" y="9550"/>
                  </a:lnTo>
                  <a:close/>
                  <a:moveTo>
                    <a:pt x="1" y="1"/>
                  </a:moveTo>
                  <a:lnTo>
                    <a:pt x="1" y="1644"/>
                  </a:lnTo>
                  <a:lnTo>
                    <a:pt x="7907" y="1644"/>
                  </a:lnTo>
                  <a:lnTo>
                    <a:pt x="7907" y="7931"/>
                  </a:lnTo>
                  <a:lnTo>
                    <a:pt x="7550" y="7931"/>
                  </a:lnTo>
                  <a:lnTo>
                    <a:pt x="7550" y="5383"/>
                  </a:lnTo>
                  <a:lnTo>
                    <a:pt x="6979" y="4263"/>
                  </a:lnTo>
                  <a:lnTo>
                    <a:pt x="7550" y="4263"/>
                  </a:lnTo>
                  <a:lnTo>
                    <a:pt x="7550" y="1977"/>
                  </a:lnTo>
                  <a:lnTo>
                    <a:pt x="644" y="1977"/>
                  </a:lnTo>
                  <a:lnTo>
                    <a:pt x="644" y="4263"/>
                  </a:lnTo>
                  <a:lnTo>
                    <a:pt x="6264" y="4263"/>
                  </a:lnTo>
                  <a:lnTo>
                    <a:pt x="6264" y="3954"/>
                  </a:lnTo>
                  <a:lnTo>
                    <a:pt x="977" y="3954"/>
                  </a:lnTo>
                  <a:lnTo>
                    <a:pt x="977" y="2287"/>
                  </a:lnTo>
                  <a:lnTo>
                    <a:pt x="7264" y="2287"/>
                  </a:lnTo>
                  <a:lnTo>
                    <a:pt x="7264" y="3954"/>
                  </a:lnTo>
                  <a:lnTo>
                    <a:pt x="6860" y="3954"/>
                  </a:lnTo>
                  <a:lnTo>
                    <a:pt x="6764" y="3763"/>
                  </a:lnTo>
                  <a:lnTo>
                    <a:pt x="5931" y="5383"/>
                  </a:lnTo>
                  <a:lnTo>
                    <a:pt x="5931" y="10217"/>
                  </a:lnTo>
                  <a:cubicBezTo>
                    <a:pt x="5931" y="10384"/>
                    <a:pt x="6097" y="10550"/>
                    <a:pt x="6264" y="10550"/>
                  </a:cubicBezTo>
                  <a:lnTo>
                    <a:pt x="7241" y="10550"/>
                  </a:lnTo>
                  <a:cubicBezTo>
                    <a:pt x="7431" y="10550"/>
                    <a:pt x="7550" y="10384"/>
                    <a:pt x="7550" y="10217"/>
                  </a:cubicBezTo>
                  <a:lnTo>
                    <a:pt x="7550" y="8217"/>
                  </a:lnTo>
                  <a:lnTo>
                    <a:pt x="8193" y="8217"/>
                  </a:lnTo>
                  <a:lnTo>
                    <a:pt x="8193" y="1"/>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370" name="Google Shape;1370;p75"/>
            <p:cNvSpPr/>
            <p:nvPr/>
          </p:nvSpPr>
          <p:spPr>
            <a:xfrm>
              <a:off x="743914" y="1223105"/>
              <a:ext cx="10834" cy="9998"/>
            </a:xfrm>
            <a:custGeom>
              <a:avLst/>
              <a:gdLst/>
              <a:ahLst/>
              <a:cxnLst/>
              <a:rect l="l" t="t" r="r" b="b"/>
              <a:pathLst>
                <a:path w="311" h="287" extrusionOk="0">
                  <a:moveTo>
                    <a:pt x="0" y="0"/>
                  </a:moveTo>
                  <a:lnTo>
                    <a:pt x="0" y="286"/>
                  </a:lnTo>
                  <a:lnTo>
                    <a:pt x="310" y="286"/>
                  </a:lnTo>
                  <a:lnTo>
                    <a:pt x="310" y="0"/>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371" name="Google Shape;1371;p75"/>
            <p:cNvSpPr/>
            <p:nvPr/>
          </p:nvSpPr>
          <p:spPr>
            <a:xfrm>
              <a:off x="766313" y="1223105"/>
              <a:ext cx="11635" cy="9998"/>
            </a:xfrm>
            <a:custGeom>
              <a:avLst/>
              <a:gdLst/>
              <a:ahLst/>
              <a:cxnLst/>
              <a:rect l="l" t="t" r="r" b="b"/>
              <a:pathLst>
                <a:path w="334" h="287" extrusionOk="0">
                  <a:moveTo>
                    <a:pt x="0" y="0"/>
                  </a:moveTo>
                  <a:lnTo>
                    <a:pt x="0" y="286"/>
                  </a:lnTo>
                  <a:lnTo>
                    <a:pt x="334" y="286"/>
                  </a:lnTo>
                  <a:lnTo>
                    <a:pt x="334" y="0"/>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372" name="Google Shape;1372;p75"/>
            <p:cNvSpPr/>
            <p:nvPr/>
          </p:nvSpPr>
          <p:spPr>
            <a:xfrm>
              <a:off x="789548" y="1223105"/>
              <a:ext cx="10799" cy="9998"/>
            </a:xfrm>
            <a:custGeom>
              <a:avLst/>
              <a:gdLst/>
              <a:ahLst/>
              <a:cxnLst/>
              <a:rect l="l" t="t" r="r" b="b"/>
              <a:pathLst>
                <a:path w="310" h="287" extrusionOk="0">
                  <a:moveTo>
                    <a:pt x="0" y="0"/>
                  </a:moveTo>
                  <a:lnTo>
                    <a:pt x="0" y="286"/>
                  </a:lnTo>
                  <a:lnTo>
                    <a:pt x="310" y="286"/>
                  </a:lnTo>
                  <a:lnTo>
                    <a:pt x="310" y="0"/>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373" name="Google Shape;1373;p75"/>
            <p:cNvSpPr/>
            <p:nvPr/>
          </p:nvSpPr>
          <p:spPr>
            <a:xfrm>
              <a:off x="737261" y="1366624"/>
              <a:ext cx="171771" cy="10799"/>
            </a:xfrm>
            <a:custGeom>
              <a:avLst/>
              <a:gdLst/>
              <a:ahLst/>
              <a:cxnLst/>
              <a:rect l="l" t="t" r="r" b="b"/>
              <a:pathLst>
                <a:path w="4931" h="310" extrusionOk="0">
                  <a:moveTo>
                    <a:pt x="1" y="0"/>
                  </a:moveTo>
                  <a:lnTo>
                    <a:pt x="1" y="310"/>
                  </a:lnTo>
                  <a:lnTo>
                    <a:pt x="4931" y="310"/>
                  </a:lnTo>
                  <a:lnTo>
                    <a:pt x="4931" y="0"/>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374" name="Google Shape;1374;p75"/>
            <p:cNvSpPr/>
            <p:nvPr/>
          </p:nvSpPr>
          <p:spPr>
            <a:xfrm>
              <a:off x="818565" y="1424693"/>
              <a:ext cx="92139" cy="10799"/>
            </a:xfrm>
            <a:custGeom>
              <a:avLst/>
              <a:gdLst/>
              <a:ahLst/>
              <a:cxnLst/>
              <a:rect l="l" t="t" r="r" b="b"/>
              <a:pathLst>
                <a:path w="2645" h="310" extrusionOk="0">
                  <a:moveTo>
                    <a:pt x="1" y="0"/>
                  </a:moveTo>
                  <a:lnTo>
                    <a:pt x="1" y="310"/>
                  </a:lnTo>
                  <a:lnTo>
                    <a:pt x="2644" y="310"/>
                  </a:lnTo>
                  <a:lnTo>
                    <a:pt x="2644" y="0"/>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375" name="Google Shape;1375;p75"/>
            <p:cNvSpPr/>
            <p:nvPr/>
          </p:nvSpPr>
          <p:spPr>
            <a:xfrm>
              <a:off x="818565" y="1395641"/>
              <a:ext cx="92139" cy="10834"/>
            </a:xfrm>
            <a:custGeom>
              <a:avLst/>
              <a:gdLst/>
              <a:ahLst/>
              <a:cxnLst/>
              <a:rect l="l" t="t" r="r" b="b"/>
              <a:pathLst>
                <a:path w="2645" h="311" extrusionOk="0">
                  <a:moveTo>
                    <a:pt x="1" y="1"/>
                  </a:moveTo>
                  <a:lnTo>
                    <a:pt x="1" y="310"/>
                  </a:lnTo>
                  <a:lnTo>
                    <a:pt x="2644" y="310"/>
                  </a:lnTo>
                  <a:lnTo>
                    <a:pt x="2644" y="1"/>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376" name="Google Shape;1376;p75"/>
            <p:cNvSpPr/>
            <p:nvPr/>
          </p:nvSpPr>
          <p:spPr>
            <a:xfrm>
              <a:off x="818565" y="1452874"/>
              <a:ext cx="92139" cy="10834"/>
            </a:xfrm>
            <a:custGeom>
              <a:avLst/>
              <a:gdLst/>
              <a:ahLst/>
              <a:cxnLst/>
              <a:rect l="l" t="t" r="r" b="b"/>
              <a:pathLst>
                <a:path w="2645" h="311" extrusionOk="0">
                  <a:moveTo>
                    <a:pt x="1" y="1"/>
                  </a:moveTo>
                  <a:lnTo>
                    <a:pt x="1" y="311"/>
                  </a:lnTo>
                  <a:lnTo>
                    <a:pt x="2644" y="311"/>
                  </a:lnTo>
                  <a:lnTo>
                    <a:pt x="2644" y="1"/>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sp>
        <p:nvSpPr>
          <p:cNvPr id="4" name="Google Shape;529;p48"/>
          <p:cNvSpPr txBox="1"/>
          <p:nvPr/>
        </p:nvSpPr>
        <p:spPr>
          <a:xfrm>
            <a:off x="3421090" y="2566058"/>
            <a:ext cx="3407400" cy="3885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accent1"/>
              </a:buClr>
              <a:buSzPts val="2200"/>
              <a:buFont typeface="Space Mono"/>
              <a:buNone/>
              <a:defRPr sz="2200" b="0" i="0" u="none" strike="noStrike" cap="none">
                <a:solidFill>
                  <a:schemeClr val="accent1"/>
                </a:solidFill>
                <a:latin typeface="Space Mono"/>
                <a:ea typeface="Space Mono"/>
                <a:cs typeface="Space Mono"/>
                <a:sym typeface="Space Mono"/>
              </a:defRPr>
            </a:lvl1pPr>
            <a:lvl2pPr marL="914400" marR="0" lvl="1"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2pPr>
            <a:lvl3pPr marL="1371600" marR="0" lvl="2"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3pPr>
            <a:lvl4pPr marL="1828800" marR="0" lvl="3"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4pPr>
            <a:lvl5pPr marL="2286000" marR="0" lvl="4"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5pPr>
            <a:lvl6pPr marL="2743200" marR="0" lvl="5"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6pPr>
            <a:lvl7pPr marL="3200400" marR="0" lvl="6"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7pPr>
            <a:lvl8pPr marL="3657600" marR="0" lvl="7"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8pPr>
            <a:lvl9pPr marL="4114800" marR="0" lvl="8" indent="-317500" algn="l" rtl="0">
              <a:lnSpc>
                <a:spcPct val="100000"/>
              </a:lnSpc>
              <a:spcBef>
                <a:spcPts val="0"/>
              </a:spcBef>
              <a:spcAft>
                <a:spcPts val="0"/>
              </a:spcAft>
              <a:buClr>
                <a:schemeClr val="accent1"/>
              </a:buClr>
              <a:buSzPts val="2200"/>
              <a:buFont typeface="Space Mono"/>
              <a:buNone/>
              <a:defRPr sz="2200" b="1" i="0" u="none" strike="noStrike" cap="none">
                <a:solidFill>
                  <a:schemeClr val="accent1"/>
                </a:solidFill>
                <a:latin typeface="Space Mono"/>
                <a:ea typeface="Space Mono"/>
                <a:cs typeface="Space Mono"/>
                <a:sym typeface="Space Mono"/>
              </a:defRPr>
            </a:lvl9pPr>
          </a:lstStyle>
          <a:p>
            <a:pPr marL="0" lvl="0" indent="0" algn="r" rtl="0">
              <a:spcBef>
                <a:spcPts val="0"/>
              </a:spcBef>
              <a:spcAft>
                <a:spcPts val="0"/>
              </a:spcAft>
              <a:buNone/>
            </a:pPr>
            <a:r>
              <a:rPr lang="en-GB">
                <a:sym typeface="+mn-ea"/>
              </a:rPr>
              <a:t>Performance</a:t>
            </a:r>
            <a:endParaRPr lang="en-GB"/>
          </a:p>
        </p:txBody>
      </p:sp>
      <p:sp>
        <p:nvSpPr>
          <p:cNvPr id="5" name="Google Shape;531;p48"/>
          <p:cNvSpPr txBox="1"/>
          <p:nvPr/>
        </p:nvSpPr>
        <p:spPr>
          <a:xfrm>
            <a:off x="5076190" y="3001010"/>
            <a:ext cx="3407410" cy="176276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1pPr>
            <a:lvl2pPr marL="914400" marR="0" lvl="1"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lt2"/>
              </a:buClr>
              <a:buSzPts val="1400"/>
              <a:buFont typeface="Poppins"/>
              <a:buNone/>
              <a:defRPr sz="1400" b="0" i="0" u="none" strike="noStrike" cap="none">
                <a:solidFill>
                  <a:schemeClr val="lt2"/>
                </a:solidFill>
                <a:latin typeface="Poppins"/>
                <a:ea typeface="Poppins"/>
                <a:cs typeface="Poppins"/>
                <a:sym typeface="Poppins"/>
              </a:defRPr>
            </a:lvl9pPr>
          </a:lstStyle>
          <a:p>
            <a:pPr marL="0" lvl="0" indent="0" algn="l" rtl="0">
              <a:spcBef>
                <a:spcPts val="0"/>
              </a:spcBef>
              <a:spcAft>
                <a:spcPts val="0"/>
              </a:spcAft>
              <a:buNone/>
            </a:pPr>
            <a:r>
              <a:rPr lang="en-GB">
                <a:sym typeface="+mn-ea"/>
              </a:rPr>
              <a:t>La performance est un défi du web scraping en raison des volumes de données</a:t>
            </a:r>
            <a:r>
              <a:rPr lang="en-US" altLang="en-GB">
                <a:sym typeface="+mn-ea"/>
              </a:rPr>
              <a:t> et</a:t>
            </a:r>
            <a:r>
              <a:rPr lang="en-GB">
                <a:sym typeface="+mn-ea"/>
              </a:rPr>
              <a:t> des limitations de ressources. Une mauvaise gestion de la performance entraîne des délais, des coûts élevés, des interruptions ou des blocages</a:t>
            </a:r>
            <a:endParaRPr lang="en-GB">
              <a:sym typeface="+mn-ea"/>
            </a:endParaRPr>
          </a:p>
        </p:txBody>
      </p:sp>
      <p:sp>
        <p:nvSpPr>
          <p:cNvPr id="6" name="Google Shape;533;p48"/>
          <p:cNvSpPr/>
          <p:nvPr/>
        </p:nvSpPr>
        <p:spPr>
          <a:xfrm>
            <a:off x="4186861" y="2564559"/>
            <a:ext cx="813685" cy="730740"/>
          </a:xfrm>
          <a:custGeom>
            <a:avLst/>
            <a:gdLst/>
            <a:ahLst/>
            <a:cxnLst/>
            <a:rect l="l" t="t" r="r" b="b"/>
            <a:pathLst>
              <a:path w="101552" h="91200" extrusionOk="0">
                <a:moveTo>
                  <a:pt x="67692" y="1316"/>
                </a:moveTo>
                <a:cubicBezTo>
                  <a:pt x="73007" y="1316"/>
                  <a:pt x="77954" y="4172"/>
                  <a:pt x="80612" y="8774"/>
                </a:cubicBezTo>
                <a:lnTo>
                  <a:pt x="97524" y="38071"/>
                </a:lnTo>
                <a:cubicBezTo>
                  <a:pt x="100182" y="42673"/>
                  <a:pt x="100182" y="48388"/>
                  <a:pt x="97524" y="52990"/>
                </a:cubicBezTo>
                <a:lnTo>
                  <a:pt x="80612" y="82284"/>
                </a:lnTo>
                <a:cubicBezTo>
                  <a:pt x="77954" y="86886"/>
                  <a:pt x="73007" y="89745"/>
                  <a:pt x="67697" y="89745"/>
                </a:cubicBezTo>
                <a:cubicBezTo>
                  <a:pt x="64882" y="89699"/>
                  <a:pt x="62259" y="89681"/>
                  <a:pt x="59813" y="89681"/>
                </a:cubicBezTo>
                <a:cubicBezTo>
                  <a:pt x="55192" y="89681"/>
                  <a:pt x="51207" y="89745"/>
                  <a:pt x="47771" y="89800"/>
                </a:cubicBezTo>
                <a:lnTo>
                  <a:pt x="47241" y="89805"/>
                </a:lnTo>
                <a:cubicBezTo>
                  <a:pt x="44571" y="89847"/>
                  <a:pt x="42219" y="89885"/>
                  <a:pt x="40130" y="89885"/>
                </a:cubicBezTo>
                <a:cubicBezTo>
                  <a:pt x="33498" y="89885"/>
                  <a:pt x="29519" y="89506"/>
                  <a:pt x="26414" y="87711"/>
                </a:cubicBezTo>
                <a:cubicBezTo>
                  <a:pt x="22327" y="85351"/>
                  <a:pt x="19610" y="80457"/>
                  <a:pt x="14187" y="70715"/>
                </a:cubicBezTo>
                <a:lnTo>
                  <a:pt x="14163" y="70665"/>
                </a:lnTo>
                <a:cubicBezTo>
                  <a:pt x="11560" y="65984"/>
                  <a:pt x="8319" y="60160"/>
                  <a:pt x="4023" y="52985"/>
                </a:cubicBezTo>
                <a:cubicBezTo>
                  <a:pt x="1372" y="48384"/>
                  <a:pt x="1372" y="42668"/>
                  <a:pt x="4028" y="38071"/>
                </a:cubicBezTo>
                <a:lnTo>
                  <a:pt x="20941" y="8774"/>
                </a:lnTo>
                <a:cubicBezTo>
                  <a:pt x="23598" y="4172"/>
                  <a:pt x="28547" y="1316"/>
                  <a:pt x="33861" y="1316"/>
                </a:cubicBezTo>
                <a:close/>
                <a:moveTo>
                  <a:pt x="33861" y="0"/>
                </a:moveTo>
                <a:cubicBezTo>
                  <a:pt x="28081" y="0"/>
                  <a:pt x="22693" y="3108"/>
                  <a:pt x="19804" y="8115"/>
                </a:cubicBezTo>
                <a:lnTo>
                  <a:pt x="2886" y="37413"/>
                </a:lnTo>
                <a:cubicBezTo>
                  <a:pt x="0" y="42421"/>
                  <a:pt x="0" y="48640"/>
                  <a:pt x="2891" y="53648"/>
                </a:cubicBezTo>
                <a:lnTo>
                  <a:pt x="2895" y="53653"/>
                </a:lnTo>
                <a:cubicBezTo>
                  <a:pt x="7200" y="60853"/>
                  <a:pt x="10436" y="66672"/>
                  <a:pt x="13035" y="71348"/>
                </a:cubicBezTo>
                <a:lnTo>
                  <a:pt x="13039" y="71352"/>
                </a:lnTo>
                <a:cubicBezTo>
                  <a:pt x="17973" y="80225"/>
                  <a:pt x="20694" y="85114"/>
                  <a:pt x="24227" y="87880"/>
                </a:cubicBezTo>
                <a:cubicBezTo>
                  <a:pt x="25128" y="88583"/>
                  <a:pt x="26068" y="89136"/>
                  <a:pt x="27101" y="89581"/>
                </a:cubicBezTo>
                <a:cubicBezTo>
                  <a:pt x="28121" y="90017"/>
                  <a:pt x="29239" y="90349"/>
                  <a:pt x="30522" y="90591"/>
                </a:cubicBezTo>
                <a:cubicBezTo>
                  <a:pt x="32792" y="91027"/>
                  <a:pt x="35544" y="91200"/>
                  <a:pt x="40016" y="91200"/>
                </a:cubicBezTo>
                <a:cubicBezTo>
                  <a:pt x="42119" y="91200"/>
                  <a:pt x="44450" y="91166"/>
                  <a:pt x="47152" y="91120"/>
                </a:cubicBezTo>
                <a:lnTo>
                  <a:pt x="47379" y="91120"/>
                </a:lnTo>
                <a:cubicBezTo>
                  <a:pt x="50902" y="91061"/>
                  <a:pt x="54990" y="90997"/>
                  <a:pt x="59759" y="90997"/>
                </a:cubicBezTo>
                <a:cubicBezTo>
                  <a:pt x="62214" y="90997"/>
                  <a:pt x="64856" y="91012"/>
                  <a:pt x="67686" y="91061"/>
                </a:cubicBezTo>
                <a:lnTo>
                  <a:pt x="67692" y="91061"/>
                </a:lnTo>
                <a:cubicBezTo>
                  <a:pt x="73471" y="91061"/>
                  <a:pt x="78860" y="87948"/>
                  <a:pt x="81749" y="82942"/>
                </a:cubicBezTo>
                <a:lnTo>
                  <a:pt x="98663" y="53648"/>
                </a:lnTo>
                <a:cubicBezTo>
                  <a:pt x="101552" y="48640"/>
                  <a:pt x="101552" y="42421"/>
                  <a:pt x="98663" y="37413"/>
                </a:cubicBezTo>
                <a:lnTo>
                  <a:pt x="81749" y="8115"/>
                </a:lnTo>
                <a:cubicBezTo>
                  <a:pt x="78860" y="3108"/>
                  <a:pt x="73471" y="0"/>
                  <a:pt x="67692" y="0"/>
                </a:cubicBezTo>
                <a:close/>
              </a:path>
            </a:pathLst>
          </a:custGeom>
          <a:gradFill>
            <a:gsLst>
              <a:gs pos="0">
                <a:schemeClr val="dk1"/>
              </a:gs>
              <a:gs pos="19000">
                <a:schemeClr val="lt1"/>
              </a:gs>
              <a:gs pos="39000">
                <a:schemeClr val="dk1"/>
              </a:gs>
              <a:gs pos="58000">
                <a:schemeClr val="lt1"/>
              </a:gs>
              <a:gs pos="78000">
                <a:schemeClr val="dk1"/>
              </a:gs>
              <a:gs pos="100000">
                <a:schemeClr val="l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8" name="Google Shape;1517;p75"/>
          <p:cNvGrpSpPr/>
          <p:nvPr/>
        </p:nvGrpSpPr>
        <p:grpSpPr>
          <a:xfrm>
            <a:off x="4374087" y="2734975"/>
            <a:ext cx="466344" cy="384048"/>
            <a:chOff x="1609825" y="2850650"/>
            <a:chExt cx="271500" cy="263750"/>
          </a:xfrm>
        </p:grpSpPr>
        <p:sp>
          <p:nvSpPr>
            <p:cNvPr id="19" name="Google Shape;1518;p75"/>
            <p:cNvSpPr/>
            <p:nvPr/>
          </p:nvSpPr>
          <p:spPr>
            <a:xfrm>
              <a:off x="1711625" y="3029250"/>
              <a:ext cx="8375" cy="8350"/>
            </a:xfrm>
            <a:custGeom>
              <a:avLst/>
              <a:gdLst/>
              <a:ahLst/>
              <a:cxnLst/>
              <a:rect l="l" t="t" r="r" b="b"/>
              <a:pathLst>
                <a:path w="335" h="334" extrusionOk="0">
                  <a:moveTo>
                    <a:pt x="1" y="0"/>
                  </a:moveTo>
                  <a:lnTo>
                    <a:pt x="1" y="334"/>
                  </a:lnTo>
                  <a:lnTo>
                    <a:pt x="334" y="334"/>
                  </a:lnTo>
                  <a:lnTo>
                    <a:pt x="334" y="0"/>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0" name="Google Shape;1519;p75"/>
            <p:cNvSpPr/>
            <p:nvPr/>
          </p:nvSpPr>
          <p:spPr>
            <a:xfrm>
              <a:off x="1728900" y="3029250"/>
              <a:ext cx="8350" cy="8350"/>
            </a:xfrm>
            <a:custGeom>
              <a:avLst/>
              <a:gdLst/>
              <a:ahLst/>
              <a:cxnLst/>
              <a:rect l="l" t="t" r="r" b="b"/>
              <a:pathLst>
                <a:path w="334" h="334" extrusionOk="0">
                  <a:moveTo>
                    <a:pt x="0" y="0"/>
                  </a:moveTo>
                  <a:lnTo>
                    <a:pt x="0" y="334"/>
                  </a:lnTo>
                  <a:lnTo>
                    <a:pt x="334" y="334"/>
                  </a:lnTo>
                  <a:lnTo>
                    <a:pt x="334" y="0"/>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1" name="Google Shape;1520;p75"/>
            <p:cNvSpPr/>
            <p:nvPr/>
          </p:nvSpPr>
          <p:spPr>
            <a:xfrm>
              <a:off x="1746175" y="3029250"/>
              <a:ext cx="7750" cy="8350"/>
            </a:xfrm>
            <a:custGeom>
              <a:avLst/>
              <a:gdLst/>
              <a:ahLst/>
              <a:cxnLst/>
              <a:rect l="l" t="t" r="r" b="b"/>
              <a:pathLst>
                <a:path w="310" h="334" extrusionOk="0">
                  <a:moveTo>
                    <a:pt x="0" y="0"/>
                  </a:moveTo>
                  <a:lnTo>
                    <a:pt x="0" y="334"/>
                  </a:lnTo>
                  <a:lnTo>
                    <a:pt x="310" y="334"/>
                  </a:lnTo>
                  <a:lnTo>
                    <a:pt x="310" y="0"/>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2" name="Google Shape;1521;p75"/>
            <p:cNvSpPr/>
            <p:nvPr/>
          </p:nvSpPr>
          <p:spPr>
            <a:xfrm>
              <a:off x="1609825" y="2901250"/>
              <a:ext cx="245900" cy="213150"/>
            </a:xfrm>
            <a:custGeom>
              <a:avLst/>
              <a:gdLst/>
              <a:ahLst/>
              <a:cxnLst/>
              <a:rect l="l" t="t" r="r" b="b"/>
              <a:pathLst>
                <a:path w="9836" h="8526" extrusionOk="0">
                  <a:moveTo>
                    <a:pt x="9526" y="6144"/>
                  </a:moveTo>
                  <a:lnTo>
                    <a:pt x="9526" y="6859"/>
                  </a:lnTo>
                  <a:lnTo>
                    <a:pt x="334" y="6859"/>
                  </a:lnTo>
                  <a:lnTo>
                    <a:pt x="286" y="6835"/>
                  </a:lnTo>
                  <a:lnTo>
                    <a:pt x="286" y="6144"/>
                  </a:lnTo>
                  <a:close/>
                  <a:moveTo>
                    <a:pt x="5597" y="7192"/>
                  </a:moveTo>
                  <a:lnTo>
                    <a:pt x="5597" y="8216"/>
                  </a:lnTo>
                  <a:lnTo>
                    <a:pt x="4192" y="8216"/>
                  </a:lnTo>
                  <a:lnTo>
                    <a:pt x="4192" y="7192"/>
                  </a:lnTo>
                  <a:close/>
                  <a:moveTo>
                    <a:pt x="334" y="0"/>
                  </a:moveTo>
                  <a:cubicBezTo>
                    <a:pt x="143" y="0"/>
                    <a:pt x="1" y="167"/>
                    <a:pt x="1" y="334"/>
                  </a:cubicBezTo>
                  <a:lnTo>
                    <a:pt x="1" y="6835"/>
                  </a:lnTo>
                  <a:cubicBezTo>
                    <a:pt x="1" y="7002"/>
                    <a:pt x="143" y="7145"/>
                    <a:pt x="334" y="7145"/>
                  </a:cubicBezTo>
                  <a:lnTo>
                    <a:pt x="3906" y="7145"/>
                  </a:lnTo>
                  <a:lnTo>
                    <a:pt x="3906" y="8192"/>
                  </a:lnTo>
                  <a:lnTo>
                    <a:pt x="3216" y="8192"/>
                  </a:lnTo>
                  <a:lnTo>
                    <a:pt x="3216" y="8526"/>
                  </a:lnTo>
                  <a:lnTo>
                    <a:pt x="6645" y="8526"/>
                  </a:lnTo>
                  <a:lnTo>
                    <a:pt x="6645" y="8192"/>
                  </a:lnTo>
                  <a:lnTo>
                    <a:pt x="5930" y="8192"/>
                  </a:lnTo>
                  <a:lnTo>
                    <a:pt x="5930" y="7145"/>
                  </a:lnTo>
                  <a:lnTo>
                    <a:pt x="9526" y="7145"/>
                  </a:lnTo>
                  <a:cubicBezTo>
                    <a:pt x="9693" y="7145"/>
                    <a:pt x="9836" y="7002"/>
                    <a:pt x="9836" y="6835"/>
                  </a:cubicBezTo>
                  <a:lnTo>
                    <a:pt x="9836" y="2382"/>
                  </a:lnTo>
                  <a:lnTo>
                    <a:pt x="9526" y="2382"/>
                  </a:lnTo>
                  <a:lnTo>
                    <a:pt x="9526" y="5811"/>
                  </a:lnTo>
                  <a:lnTo>
                    <a:pt x="286" y="5811"/>
                  </a:lnTo>
                  <a:lnTo>
                    <a:pt x="286" y="334"/>
                  </a:lnTo>
                  <a:lnTo>
                    <a:pt x="6121" y="334"/>
                  </a:lnTo>
                  <a:lnTo>
                    <a:pt x="6121" y="0"/>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3" name="Google Shape;1522;p75"/>
            <p:cNvSpPr/>
            <p:nvPr/>
          </p:nvSpPr>
          <p:spPr>
            <a:xfrm>
              <a:off x="1652100" y="2935775"/>
              <a:ext cx="24425" cy="84575"/>
            </a:xfrm>
            <a:custGeom>
              <a:avLst/>
              <a:gdLst/>
              <a:ahLst/>
              <a:cxnLst/>
              <a:rect l="l" t="t" r="r" b="b"/>
              <a:pathLst>
                <a:path w="977" h="3383" extrusionOk="0">
                  <a:moveTo>
                    <a:pt x="501" y="1525"/>
                  </a:moveTo>
                  <a:cubicBezTo>
                    <a:pt x="596" y="1525"/>
                    <a:pt x="691" y="1596"/>
                    <a:pt x="691" y="1691"/>
                  </a:cubicBezTo>
                  <a:cubicBezTo>
                    <a:pt x="691" y="1787"/>
                    <a:pt x="596" y="1882"/>
                    <a:pt x="501" y="1882"/>
                  </a:cubicBezTo>
                  <a:cubicBezTo>
                    <a:pt x="405" y="1882"/>
                    <a:pt x="334" y="1787"/>
                    <a:pt x="334" y="1691"/>
                  </a:cubicBezTo>
                  <a:cubicBezTo>
                    <a:pt x="334" y="1596"/>
                    <a:pt x="429" y="1525"/>
                    <a:pt x="501" y="1525"/>
                  </a:cubicBezTo>
                  <a:close/>
                  <a:moveTo>
                    <a:pt x="334" y="1"/>
                  </a:moveTo>
                  <a:lnTo>
                    <a:pt x="334" y="1215"/>
                  </a:lnTo>
                  <a:cubicBezTo>
                    <a:pt x="143" y="1263"/>
                    <a:pt x="0" y="1477"/>
                    <a:pt x="0" y="1691"/>
                  </a:cubicBezTo>
                  <a:cubicBezTo>
                    <a:pt x="0" y="1906"/>
                    <a:pt x="143" y="2096"/>
                    <a:pt x="334" y="2168"/>
                  </a:cubicBezTo>
                  <a:lnTo>
                    <a:pt x="334" y="3382"/>
                  </a:lnTo>
                  <a:lnTo>
                    <a:pt x="667" y="3382"/>
                  </a:lnTo>
                  <a:lnTo>
                    <a:pt x="667" y="2168"/>
                  </a:lnTo>
                  <a:cubicBezTo>
                    <a:pt x="858" y="2120"/>
                    <a:pt x="977" y="1906"/>
                    <a:pt x="977" y="1691"/>
                  </a:cubicBezTo>
                  <a:cubicBezTo>
                    <a:pt x="977" y="1477"/>
                    <a:pt x="858" y="1287"/>
                    <a:pt x="667" y="1215"/>
                  </a:cubicBezTo>
                  <a:lnTo>
                    <a:pt x="667" y="1"/>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4" name="Google Shape;1523;p75"/>
            <p:cNvSpPr/>
            <p:nvPr/>
          </p:nvSpPr>
          <p:spPr>
            <a:xfrm>
              <a:off x="1686625" y="2934575"/>
              <a:ext cx="24450" cy="85775"/>
            </a:xfrm>
            <a:custGeom>
              <a:avLst/>
              <a:gdLst/>
              <a:ahLst/>
              <a:cxnLst/>
              <a:rect l="l" t="t" r="r" b="b"/>
              <a:pathLst>
                <a:path w="978" h="3431" extrusionOk="0">
                  <a:moveTo>
                    <a:pt x="501" y="2430"/>
                  </a:moveTo>
                  <a:cubicBezTo>
                    <a:pt x="596" y="2430"/>
                    <a:pt x="667" y="2525"/>
                    <a:pt x="667" y="2597"/>
                  </a:cubicBezTo>
                  <a:cubicBezTo>
                    <a:pt x="667" y="2692"/>
                    <a:pt x="596" y="2787"/>
                    <a:pt x="501" y="2787"/>
                  </a:cubicBezTo>
                  <a:cubicBezTo>
                    <a:pt x="405" y="2787"/>
                    <a:pt x="310" y="2692"/>
                    <a:pt x="310" y="2597"/>
                  </a:cubicBezTo>
                  <a:cubicBezTo>
                    <a:pt x="310" y="2478"/>
                    <a:pt x="382" y="2430"/>
                    <a:pt x="501" y="2430"/>
                  </a:cubicBezTo>
                  <a:close/>
                  <a:moveTo>
                    <a:pt x="310" y="1"/>
                  </a:moveTo>
                  <a:lnTo>
                    <a:pt x="310" y="2097"/>
                  </a:lnTo>
                  <a:cubicBezTo>
                    <a:pt x="144" y="2144"/>
                    <a:pt x="1" y="2359"/>
                    <a:pt x="1" y="2573"/>
                  </a:cubicBezTo>
                  <a:cubicBezTo>
                    <a:pt x="1" y="2787"/>
                    <a:pt x="144" y="2978"/>
                    <a:pt x="310" y="3049"/>
                  </a:cubicBezTo>
                  <a:lnTo>
                    <a:pt x="310" y="3430"/>
                  </a:lnTo>
                  <a:lnTo>
                    <a:pt x="644" y="3430"/>
                  </a:lnTo>
                  <a:lnTo>
                    <a:pt x="644" y="3049"/>
                  </a:lnTo>
                  <a:cubicBezTo>
                    <a:pt x="858" y="3002"/>
                    <a:pt x="977" y="2787"/>
                    <a:pt x="977" y="2573"/>
                  </a:cubicBezTo>
                  <a:cubicBezTo>
                    <a:pt x="977" y="2359"/>
                    <a:pt x="858" y="2168"/>
                    <a:pt x="644" y="2097"/>
                  </a:cubicBezTo>
                  <a:lnTo>
                    <a:pt x="644" y="1"/>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5" name="Google Shape;1524;p75"/>
            <p:cNvSpPr/>
            <p:nvPr/>
          </p:nvSpPr>
          <p:spPr>
            <a:xfrm>
              <a:off x="1720575" y="2935775"/>
              <a:ext cx="24425" cy="84575"/>
            </a:xfrm>
            <a:custGeom>
              <a:avLst/>
              <a:gdLst/>
              <a:ahLst/>
              <a:cxnLst/>
              <a:rect l="l" t="t" r="r" b="b"/>
              <a:pathLst>
                <a:path w="977" h="3383" extrusionOk="0">
                  <a:moveTo>
                    <a:pt x="500" y="1501"/>
                  </a:moveTo>
                  <a:cubicBezTo>
                    <a:pt x="595" y="1501"/>
                    <a:pt x="691" y="1596"/>
                    <a:pt x="691" y="1691"/>
                  </a:cubicBezTo>
                  <a:cubicBezTo>
                    <a:pt x="691" y="1787"/>
                    <a:pt x="595" y="1882"/>
                    <a:pt x="500" y="1882"/>
                  </a:cubicBezTo>
                  <a:cubicBezTo>
                    <a:pt x="429" y="1882"/>
                    <a:pt x="333" y="1787"/>
                    <a:pt x="333" y="1691"/>
                  </a:cubicBezTo>
                  <a:cubicBezTo>
                    <a:pt x="333" y="1596"/>
                    <a:pt x="429" y="1501"/>
                    <a:pt x="500" y="1501"/>
                  </a:cubicBezTo>
                  <a:close/>
                  <a:moveTo>
                    <a:pt x="333" y="1"/>
                  </a:moveTo>
                  <a:lnTo>
                    <a:pt x="333" y="1215"/>
                  </a:lnTo>
                  <a:cubicBezTo>
                    <a:pt x="143" y="1263"/>
                    <a:pt x="0" y="1477"/>
                    <a:pt x="0" y="1691"/>
                  </a:cubicBezTo>
                  <a:cubicBezTo>
                    <a:pt x="0" y="1906"/>
                    <a:pt x="143" y="2096"/>
                    <a:pt x="333" y="2168"/>
                  </a:cubicBezTo>
                  <a:lnTo>
                    <a:pt x="333" y="3382"/>
                  </a:lnTo>
                  <a:lnTo>
                    <a:pt x="667" y="3382"/>
                  </a:lnTo>
                  <a:lnTo>
                    <a:pt x="667" y="2168"/>
                  </a:lnTo>
                  <a:cubicBezTo>
                    <a:pt x="857" y="2120"/>
                    <a:pt x="976" y="1906"/>
                    <a:pt x="976" y="1691"/>
                  </a:cubicBezTo>
                  <a:cubicBezTo>
                    <a:pt x="976" y="1477"/>
                    <a:pt x="857" y="1287"/>
                    <a:pt x="667" y="1215"/>
                  </a:cubicBezTo>
                  <a:lnTo>
                    <a:pt x="667" y="1"/>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6" name="Google Shape;1525;p75"/>
            <p:cNvSpPr/>
            <p:nvPr/>
          </p:nvSpPr>
          <p:spPr>
            <a:xfrm>
              <a:off x="1753900" y="2934575"/>
              <a:ext cx="24450" cy="85775"/>
            </a:xfrm>
            <a:custGeom>
              <a:avLst/>
              <a:gdLst/>
              <a:ahLst/>
              <a:cxnLst/>
              <a:rect l="l" t="t" r="r" b="b"/>
              <a:pathLst>
                <a:path w="978" h="3431" extrusionOk="0">
                  <a:moveTo>
                    <a:pt x="525" y="692"/>
                  </a:moveTo>
                  <a:cubicBezTo>
                    <a:pt x="596" y="692"/>
                    <a:pt x="691" y="787"/>
                    <a:pt x="691" y="882"/>
                  </a:cubicBezTo>
                  <a:cubicBezTo>
                    <a:pt x="691" y="1001"/>
                    <a:pt x="644" y="1049"/>
                    <a:pt x="525" y="1049"/>
                  </a:cubicBezTo>
                  <a:cubicBezTo>
                    <a:pt x="429" y="1049"/>
                    <a:pt x="334" y="977"/>
                    <a:pt x="334" y="882"/>
                  </a:cubicBezTo>
                  <a:cubicBezTo>
                    <a:pt x="334" y="787"/>
                    <a:pt x="429" y="692"/>
                    <a:pt x="525" y="692"/>
                  </a:cubicBezTo>
                  <a:close/>
                  <a:moveTo>
                    <a:pt x="334" y="1"/>
                  </a:moveTo>
                  <a:lnTo>
                    <a:pt x="334" y="406"/>
                  </a:lnTo>
                  <a:cubicBezTo>
                    <a:pt x="167" y="501"/>
                    <a:pt x="1" y="668"/>
                    <a:pt x="1" y="882"/>
                  </a:cubicBezTo>
                  <a:cubicBezTo>
                    <a:pt x="1" y="1096"/>
                    <a:pt x="167" y="1287"/>
                    <a:pt x="334" y="1358"/>
                  </a:cubicBezTo>
                  <a:lnTo>
                    <a:pt x="334" y="3430"/>
                  </a:lnTo>
                  <a:lnTo>
                    <a:pt x="667" y="3430"/>
                  </a:lnTo>
                  <a:lnTo>
                    <a:pt x="667" y="1358"/>
                  </a:lnTo>
                  <a:cubicBezTo>
                    <a:pt x="858" y="1287"/>
                    <a:pt x="977" y="1096"/>
                    <a:pt x="977" y="882"/>
                  </a:cubicBezTo>
                  <a:cubicBezTo>
                    <a:pt x="977" y="668"/>
                    <a:pt x="858" y="453"/>
                    <a:pt x="667" y="406"/>
                  </a:cubicBezTo>
                  <a:lnTo>
                    <a:pt x="667" y="1"/>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8" name="Google Shape;1526;p75"/>
            <p:cNvSpPr/>
            <p:nvPr/>
          </p:nvSpPr>
          <p:spPr>
            <a:xfrm>
              <a:off x="1788425" y="2960775"/>
              <a:ext cx="24450" cy="59575"/>
            </a:xfrm>
            <a:custGeom>
              <a:avLst/>
              <a:gdLst/>
              <a:ahLst/>
              <a:cxnLst/>
              <a:rect l="l" t="t" r="r" b="b"/>
              <a:pathLst>
                <a:path w="978" h="2383" extrusionOk="0">
                  <a:moveTo>
                    <a:pt x="501" y="1025"/>
                  </a:moveTo>
                  <a:cubicBezTo>
                    <a:pt x="596" y="1025"/>
                    <a:pt x="692" y="1096"/>
                    <a:pt x="692" y="1192"/>
                  </a:cubicBezTo>
                  <a:cubicBezTo>
                    <a:pt x="692" y="1287"/>
                    <a:pt x="620" y="1382"/>
                    <a:pt x="501" y="1382"/>
                  </a:cubicBezTo>
                  <a:cubicBezTo>
                    <a:pt x="406" y="1382"/>
                    <a:pt x="334" y="1287"/>
                    <a:pt x="334" y="1192"/>
                  </a:cubicBezTo>
                  <a:cubicBezTo>
                    <a:pt x="334" y="1096"/>
                    <a:pt x="406" y="1025"/>
                    <a:pt x="501" y="1025"/>
                  </a:cubicBezTo>
                  <a:close/>
                  <a:moveTo>
                    <a:pt x="334" y="1"/>
                  </a:moveTo>
                  <a:lnTo>
                    <a:pt x="334" y="715"/>
                  </a:lnTo>
                  <a:cubicBezTo>
                    <a:pt x="144" y="787"/>
                    <a:pt x="1" y="977"/>
                    <a:pt x="1" y="1192"/>
                  </a:cubicBezTo>
                  <a:cubicBezTo>
                    <a:pt x="1" y="1406"/>
                    <a:pt x="144" y="1620"/>
                    <a:pt x="334" y="1668"/>
                  </a:cubicBezTo>
                  <a:lnTo>
                    <a:pt x="334" y="2382"/>
                  </a:lnTo>
                  <a:lnTo>
                    <a:pt x="644" y="2382"/>
                  </a:lnTo>
                  <a:lnTo>
                    <a:pt x="644" y="1668"/>
                  </a:lnTo>
                  <a:cubicBezTo>
                    <a:pt x="858" y="1620"/>
                    <a:pt x="977" y="1406"/>
                    <a:pt x="977" y="1192"/>
                  </a:cubicBezTo>
                  <a:cubicBezTo>
                    <a:pt x="977" y="977"/>
                    <a:pt x="858" y="787"/>
                    <a:pt x="644" y="715"/>
                  </a:cubicBezTo>
                  <a:lnTo>
                    <a:pt x="644" y="1"/>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9" name="Google Shape;1527;p75"/>
            <p:cNvSpPr/>
            <p:nvPr/>
          </p:nvSpPr>
          <p:spPr>
            <a:xfrm>
              <a:off x="1809875" y="2888750"/>
              <a:ext cx="34550" cy="34550"/>
            </a:xfrm>
            <a:custGeom>
              <a:avLst/>
              <a:gdLst/>
              <a:ahLst/>
              <a:cxnLst/>
              <a:rect l="l" t="t" r="r" b="b"/>
              <a:pathLst>
                <a:path w="1382" h="1382" extrusionOk="0">
                  <a:moveTo>
                    <a:pt x="691" y="310"/>
                  </a:moveTo>
                  <a:cubicBezTo>
                    <a:pt x="905" y="310"/>
                    <a:pt x="1048" y="453"/>
                    <a:pt x="1048" y="667"/>
                  </a:cubicBezTo>
                  <a:cubicBezTo>
                    <a:pt x="1024" y="858"/>
                    <a:pt x="858" y="1024"/>
                    <a:pt x="691" y="1024"/>
                  </a:cubicBezTo>
                  <a:cubicBezTo>
                    <a:pt x="477" y="1024"/>
                    <a:pt x="334" y="858"/>
                    <a:pt x="334" y="667"/>
                  </a:cubicBezTo>
                  <a:cubicBezTo>
                    <a:pt x="334" y="453"/>
                    <a:pt x="477" y="310"/>
                    <a:pt x="691" y="310"/>
                  </a:cubicBezTo>
                  <a:close/>
                  <a:moveTo>
                    <a:pt x="691" y="0"/>
                  </a:moveTo>
                  <a:cubicBezTo>
                    <a:pt x="334" y="0"/>
                    <a:pt x="0" y="286"/>
                    <a:pt x="0" y="691"/>
                  </a:cubicBezTo>
                  <a:cubicBezTo>
                    <a:pt x="0" y="1048"/>
                    <a:pt x="310" y="1381"/>
                    <a:pt x="691" y="1381"/>
                  </a:cubicBezTo>
                  <a:cubicBezTo>
                    <a:pt x="1048" y="1381"/>
                    <a:pt x="1381" y="1072"/>
                    <a:pt x="1381" y="691"/>
                  </a:cubicBezTo>
                  <a:cubicBezTo>
                    <a:pt x="1334" y="286"/>
                    <a:pt x="1048" y="0"/>
                    <a:pt x="691" y="0"/>
                  </a:cubicBez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0" name="Google Shape;1528;p75"/>
            <p:cNvSpPr/>
            <p:nvPr/>
          </p:nvSpPr>
          <p:spPr>
            <a:xfrm>
              <a:off x="1771175" y="2850650"/>
              <a:ext cx="110150" cy="110150"/>
            </a:xfrm>
            <a:custGeom>
              <a:avLst/>
              <a:gdLst/>
              <a:ahLst/>
              <a:cxnLst/>
              <a:rect l="l" t="t" r="r" b="b"/>
              <a:pathLst>
                <a:path w="4406" h="4406" extrusionOk="0">
                  <a:moveTo>
                    <a:pt x="2382" y="334"/>
                  </a:moveTo>
                  <a:lnTo>
                    <a:pt x="2382" y="691"/>
                  </a:lnTo>
                  <a:lnTo>
                    <a:pt x="2025" y="691"/>
                  </a:lnTo>
                  <a:lnTo>
                    <a:pt x="2025" y="334"/>
                  </a:lnTo>
                  <a:close/>
                  <a:moveTo>
                    <a:pt x="1024" y="715"/>
                  </a:moveTo>
                  <a:lnTo>
                    <a:pt x="1286" y="1000"/>
                  </a:lnTo>
                  <a:cubicBezTo>
                    <a:pt x="1191" y="1072"/>
                    <a:pt x="1096" y="1143"/>
                    <a:pt x="1024" y="1262"/>
                  </a:cubicBezTo>
                  <a:lnTo>
                    <a:pt x="739" y="1000"/>
                  </a:lnTo>
                  <a:lnTo>
                    <a:pt x="1024" y="715"/>
                  </a:lnTo>
                  <a:close/>
                  <a:moveTo>
                    <a:pt x="3430" y="762"/>
                  </a:moveTo>
                  <a:lnTo>
                    <a:pt x="3692" y="1024"/>
                  </a:lnTo>
                  <a:lnTo>
                    <a:pt x="3430" y="1286"/>
                  </a:lnTo>
                  <a:cubicBezTo>
                    <a:pt x="3334" y="1191"/>
                    <a:pt x="3287" y="1096"/>
                    <a:pt x="3168" y="1024"/>
                  </a:cubicBezTo>
                  <a:lnTo>
                    <a:pt x="3430" y="762"/>
                  </a:lnTo>
                  <a:close/>
                  <a:moveTo>
                    <a:pt x="715" y="2024"/>
                  </a:moveTo>
                  <a:lnTo>
                    <a:pt x="715" y="2215"/>
                  </a:lnTo>
                  <a:lnTo>
                    <a:pt x="715" y="2382"/>
                  </a:lnTo>
                  <a:lnTo>
                    <a:pt x="334" y="2382"/>
                  </a:lnTo>
                  <a:lnTo>
                    <a:pt x="334" y="2024"/>
                  </a:lnTo>
                  <a:close/>
                  <a:moveTo>
                    <a:pt x="4120" y="2024"/>
                  </a:moveTo>
                  <a:lnTo>
                    <a:pt x="4120" y="2382"/>
                  </a:lnTo>
                  <a:lnTo>
                    <a:pt x="3763" y="2382"/>
                  </a:lnTo>
                  <a:lnTo>
                    <a:pt x="3763" y="2215"/>
                  </a:lnTo>
                  <a:lnTo>
                    <a:pt x="3763" y="2024"/>
                  </a:lnTo>
                  <a:close/>
                  <a:moveTo>
                    <a:pt x="2239" y="1024"/>
                  </a:moveTo>
                  <a:cubicBezTo>
                    <a:pt x="2882" y="1024"/>
                    <a:pt x="3430" y="1548"/>
                    <a:pt x="3430" y="2215"/>
                  </a:cubicBezTo>
                  <a:cubicBezTo>
                    <a:pt x="3430" y="2858"/>
                    <a:pt x="2882" y="3406"/>
                    <a:pt x="2239" y="3406"/>
                  </a:cubicBezTo>
                  <a:cubicBezTo>
                    <a:pt x="1572" y="3406"/>
                    <a:pt x="1048" y="2858"/>
                    <a:pt x="1048" y="2215"/>
                  </a:cubicBezTo>
                  <a:cubicBezTo>
                    <a:pt x="1048" y="1548"/>
                    <a:pt x="1572" y="1024"/>
                    <a:pt x="2239" y="1024"/>
                  </a:cubicBezTo>
                  <a:close/>
                  <a:moveTo>
                    <a:pt x="1024" y="3144"/>
                  </a:moveTo>
                  <a:cubicBezTo>
                    <a:pt x="1096" y="3215"/>
                    <a:pt x="1167" y="3310"/>
                    <a:pt x="1286" y="3406"/>
                  </a:cubicBezTo>
                  <a:lnTo>
                    <a:pt x="1024" y="3668"/>
                  </a:lnTo>
                  <a:lnTo>
                    <a:pt x="739" y="3406"/>
                  </a:lnTo>
                  <a:lnTo>
                    <a:pt x="1024" y="3144"/>
                  </a:lnTo>
                  <a:close/>
                  <a:moveTo>
                    <a:pt x="3430" y="3144"/>
                  </a:moveTo>
                  <a:lnTo>
                    <a:pt x="3692" y="3406"/>
                  </a:lnTo>
                  <a:lnTo>
                    <a:pt x="3430" y="3668"/>
                  </a:lnTo>
                  <a:lnTo>
                    <a:pt x="3168" y="3406"/>
                  </a:lnTo>
                  <a:cubicBezTo>
                    <a:pt x="3239" y="3310"/>
                    <a:pt x="3334" y="3263"/>
                    <a:pt x="3430" y="3144"/>
                  </a:cubicBezTo>
                  <a:close/>
                  <a:moveTo>
                    <a:pt x="2382" y="3691"/>
                  </a:moveTo>
                  <a:lnTo>
                    <a:pt x="2382" y="4096"/>
                  </a:lnTo>
                  <a:lnTo>
                    <a:pt x="2025" y="4096"/>
                  </a:lnTo>
                  <a:lnTo>
                    <a:pt x="2025" y="3691"/>
                  </a:lnTo>
                  <a:close/>
                  <a:moveTo>
                    <a:pt x="1691" y="0"/>
                  </a:moveTo>
                  <a:lnTo>
                    <a:pt x="1691" y="762"/>
                  </a:lnTo>
                  <a:cubicBezTo>
                    <a:pt x="1667" y="786"/>
                    <a:pt x="1572" y="786"/>
                    <a:pt x="1548" y="810"/>
                  </a:cubicBezTo>
                  <a:lnTo>
                    <a:pt x="1024" y="286"/>
                  </a:lnTo>
                  <a:lnTo>
                    <a:pt x="310" y="977"/>
                  </a:lnTo>
                  <a:lnTo>
                    <a:pt x="834" y="1524"/>
                  </a:lnTo>
                  <a:cubicBezTo>
                    <a:pt x="810" y="1572"/>
                    <a:pt x="786" y="1620"/>
                    <a:pt x="786" y="1715"/>
                  </a:cubicBezTo>
                  <a:lnTo>
                    <a:pt x="0" y="1715"/>
                  </a:lnTo>
                  <a:lnTo>
                    <a:pt x="0" y="2715"/>
                  </a:lnTo>
                  <a:lnTo>
                    <a:pt x="786" y="2715"/>
                  </a:lnTo>
                  <a:cubicBezTo>
                    <a:pt x="810" y="2739"/>
                    <a:pt x="810" y="2834"/>
                    <a:pt x="834" y="2858"/>
                  </a:cubicBezTo>
                  <a:lnTo>
                    <a:pt x="286" y="3406"/>
                  </a:lnTo>
                  <a:lnTo>
                    <a:pt x="1001" y="4120"/>
                  </a:lnTo>
                  <a:lnTo>
                    <a:pt x="1548" y="3572"/>
                  </a:lnTo>
                  <a:cubicBezTo>
                    <a:pt x="1596" y="3596"/>
                    <a:pt x="1667" y="3644"/>
                    <a:pt x="1691" y="3644"/>
                  </a:cubicBezTo>
                  <a:lnTo>
                    <a:pt x="1691" y="4406"/>
                  </a:lnTo>
                  <a:lnTo>
                    <a:pt x="2715" y="4406"/>
                  </a:lnTo>
                  <a:lnTo>
                    <a:pt x="2715" y="3644"/>
                  </a:lnTo>
                  <a:cubicBezTo>
                    <a:pt x="2763" y="3596"/>
                    <a:pt x="2834" y="3596"/>
                    <a:pt x="2882" y="3572"/>
                  </a:cubicBezTo>
                  <a:lnTo>
                    <a:pt x="3430" y="4120"/>
                  </a:lnTo>
                  <a:lnTo>
                    <a:pt x="4144" y="3406"/>
                  </a:lnTo>
                  <a:lnTo>
                    <a:pt x="3596" y="2858"/>
                  </a:lnTo>
                  <a:cubicBezTo>
                    <a:pt x="3644" y="2810"/>
                    <a:pt x="3668" y="2739"/>
                    <a:pt x="3668" y="2715"/>
                  </a:cubicBezTo>
                  <a:lnTo>
                    <a:pt x="4406" y="2715"/>
                  </a:lnTo>
                  <a:lnTo>
                    <a:pt x="4406" y="1715"/>
                  </a:lnTo>
                  <a:lnTo>
                    <a:pt x="3668" y="1715"/>
                  </a:lnTo>
                  <a:cubicBezTo>
                    <a:pt x="3644" y="1643"/>
                    <a:pt x="3644" y="1596"/>
                    <a:pt x="3596" y="1524"/>
                  </a:cubicBezTo>
                  <a:lnTo>
                    <a:pt x="4144" y="977"/>
                  </a:lnTo>
                  <a:lnTo>
                    <a:pt x="3430" y="286"/>
                  </a:lnTo>
                  <a:lnTo>
                    <a:pt x="2882" y="810"/>
                  </a:lnTo>
                  <a:cubicBezTo>
                    <a:pt x="2834" y="786"/>
                    <a:pt x="2810" y="762"/>
                    <a:pt x="2715" y="762"/>
                  </a:cubicBezTo>
                  <a:lnTo>
                    <a:pt x="2715" y="0"/>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526" name="Shape 526"/>
        <p:cNvGrpSpPr/>
        <p:nvPr/>
      </p:nvGrpSpPr>
      <p:grpSpPr>
        <a:xfrm>
          <a:off x="0" y="0"/>
          <a:ext cx="0" cy="0"/>
          <a:chOff x="0" y="0"/>
          <a:chExt cx="0" cy="0"/>
        </a:xfrm>
      </p:grpSpPr>
      <p:sp>
        <p:nvSpPr>
          <p:cNvPr id="82" name="Google Shape;1342;p74"/>
          <p:cNvSpPr txBox="1"/>
          <p:nvPr>
            <p:ph type="title"/>
          </p:nvPr>
        </p:nvSpPr>
        <p:spPr>
          <a:xfrm>
            <a:off x="3142075" y="1902845"/>
            <a:ext cx="5288700" cy="1015800"/>
          </a:xfrm>
          <a:prstGeom prst="rect">
            <a:avLst/>
          </a:prstGeom>
        </p:spPr>
        <p:txBody>
          <a:bodyPr spcFirstLastPara="1" wrap="square" lIns="91425" tIns="91425" rIns="0" bIns="91425" anchor="ctr" anchorCtr="0">
            <a:noAutofit/>
          </a:bodyPr>
          <a:lstStyle/>
          <a:p>
            <a:pPr marL="0" lvl="0" indent="0" algn="r" rtl="0">
              <a:spcBef>
                <a:spcPts val="0"/>
              </a:spcBef>
              <a:spcAft>
                <a:spcPts val="0"/>
              </a:spcAft>
              <a:buNone/>
            </a:pPr>
            <a:r>
              <a:rPr lang="en-US" altLang="en-GB" sz="7000"/>
              <a:t>Merci</a:t>
            </a:r>
            <a:r>
              <a:rPr lang="en-GB" sz="7000"/>
              <a:t>!</a:t>
            </a:r>
            <a:endParaRPr lang="en-GB" sz="7000"/>
          </a:p>
        </p:txBody>
      </p:sp>
      <p:sp>
        <p:nvSpPr>
          <p:cNvPr id="83" name="Google Shape;1343;p74"/>
          <p:cNvSpPr txBox="1"/>
          <p:nvPr>
            <p:ph type="subTitle" idx="1"/>
          </p:nvPr>
        </p:nvSpPr>
        <p:spPr>
          <a:xfrm>
            <a:off x="3142075" y="2751725"/>
            <a:ext cx="5288700" cy="1156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chemeClr val="accent1"/>
              </a:buClr>
              <a:buSzPts val="1100"/>
              <a:buFont typeface="Arial" panose="020B0604020202020204"/>
              <a:buNone/>
            </a:pPr>
            <a:r>
              <a:rPr lang="en-GB" sz="2200">
                <a:solidFill>
                  <a:schemeClr val="accent1"/>
                </a:solidFill>
                <a:latin typeface="Space Mono"/>
                <a:ea typeface="Space Mono"/>
                <a:cs typeface="Space Mono"/>
                <a:sym typeface="Space Mono"/>
              </a:rPr>
              <a:t>Avez-vous des questions?</a:t>
            </a:r>
            <a:endParaRPr sz="2200">
              <a:solidFill>
                <a:schemeClr val="accent1"/>
              </a:solidFill>
              <a:latin typeface="Space Mono"/>
              <a:ea typeface="Space Mono"/>
              <a:cs typeface="Space Mono"/>
              <a:sym typeface="Space Mono"/>
            </a:endParaRPr>
          </a:p>
          <a:p>
            <a:pPr marL="0" lvl="0" indent="0" algn="r" rtl="0">
              <a:spcBef>
                <a:spcPts val="1000"/>
              </a:spcBef>
              <a:spcAft>
                <a:spcPts val="0"/>
              </a:spcAft>
              <a:buClr>
                <a:schemeClr val="accent1"/>
              </a:buClr>
              <a:buSzPts val="1100"/>
              <a:buFont typeface="Arial" panose="020B0604020202020204"/>
              <a:buNone/>
            </a:pPr>
            <a:endParaRPr>
              <a:solidFill>
                <a:schemeClr val="lt2"/>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Today Is Web Designer Day by Slidesgo">
  <a:themeElements>
    <a:clrScheme name="Simple Light">
      <a:dk1>
        <a:srgbClr val="00216E"/>
      </a:dk1>
      <a:lt1>
        <a:srgbClr val="E20030"/>
      </a:lt1>
      <a:dk2>
        <a:srgbClr val="EFEFEF"/>
      </a:dk2>
      <a:lt2>
        <a:srgbClr val="434343"/>
      </a:lt2>
      <a:accent1>
        <a:srgbClr val="000000"/>
      </a:accent1>
      <a:accent2>
        <a:srgbClr val="FFFFFF"/>
      </a:accent2>
      <a:accent3>
        <a:srgbClr val="FFFFFF"/>
      </a:accent3>
      <a:accent4>
        <a:srgbClr val="FFFFFF"/>
      </a:accent4>
      <a:accent5>
        <a:srgbClr val="FFFFFF"/>
      </a:accent5>
      <a:accent6>
        <a:srgbClr val="FFFFF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3739</Words>
  <Application>WPS Presentation</Application>
  <PresentationFormat/>
  <Paragraphs>135</Paragraphs>
  <Slides>20</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20</vt:i4>
      </vt:variant>
    </vt:vector>
  </HeadingPairs>
  <TitlesOfParts>
    <vt:vector size="36" baseType="lpstr">
      <vt:lpstr>Arial</vt:lpstr>
      <vt:lpstr>SimSun</vt:lpstr>
      <vt:lpstr>Wingdings</vt:lpstr>
      <vt:lpstr>Arial</vt:lpstr>
      <vt:lpstr>Space Mono</vt:lpstr>
      <vt:lpstr>Gubbi</vt:lpstr>
      <vt:lpstr>Poppins</vt:lpstr>
      <vt:lpstr>Roboto Condensed Light</vt:lpstr>
      <vt:lpstr>Reggae One</vt:lpstr>
      <vt:lpstr>Roboto Condensed</vt:lpstr>
      <vt:lpstr>Roboto Mono</vt:lpstr>
      <vt:lpstr>Microsoft YaHei</vt:lpstr>
      <vt:lpstr>Droid Sans Fallback</vt:lpstr>
      <vt:lpstr>Arial Unicode MS</vt:lpstr>
      <vt:lpstr>OpenSymbol</vt:lpstr>
      <vt:lpstr>Today Is Web Designer Day by Slidesgo</vt:lpstr>
      <vt:lpstr>Le Web Scraping</vt:lpstr>
      <vt:lpstr>01</vt:lpstr>
      <vt:lpstr>Qu'est-ce que le web scraping ?</vt:lpstr>
      <vt:lpstr>02</vt:lpstr>
      <vt:lpstr>Pourquoi utiliser le web scraping ?</vt:lpstr>
      <vt:lpstr>PowerPoint 演示文稿</vt:lpstr>
      <vt:lpstr>03</vt:lpstr>
      <vt:lpstr>Comment fonctionne le web scraping ?</vt:lpstr>
      <vt:lpstr>PowerPoint 演示文稿</vt:lpstr>
      <vt:lpstr>04</vt:lpstr>
      <vt:lpstr>PowerPoint 演示文稿</vt:lpstr>
      <vt:lpstr>PowerPoint 演示文稿</vt:lpstr>
      <vt:lpstr>PowerPoint 演示文稿</vt:lpstr>
      <vt:lpstr>PowerPoint 演示文稿</vt:lpstr>
      <vt:lpstr>PowerPoint 演示文稿</vt:lpstr>
      <vt:lpstr>PowerPoint 演示文稿</vt:lpstr>
      <vt:lpstr>05</vt:lpstr>
      <vt:lpstr>Défis et limitations</vt:lpstr>
      <vt:lpstr>PowerPoint 演示文稿</vt:lpstr>
      <vt:lpstr>Merci!</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Web Scraping</dc:title>
  <dc:creator/>
  <cp:lastModifiedBy>shito</cp:lastModifiedBy>
  <cp:revision>85</cp:revision>
  <dcterms:created xsi:type="dcterms:W3CDTF">2025-05-10T18:26:02Z</dcterms:created>
  <dcterms:modified xsi:type="dcterms:W3CDTF">2025-05-10T18:26:02Z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ies>
</file>