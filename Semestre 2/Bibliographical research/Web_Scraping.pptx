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10.fntdata" ContentType="application/x-fontdata"/>
  <Override PartName="/ppt/fonts/font11.fntdata" ContentType="application/x-fontdata"/>
  <Override PartName="/ppt/fonts/font12.fntdata" ContentType="application/x-fontdata"/>
  <Override PartName="/ppt/fonts/font13.fntdata" ContentType="application/x-fontdata"/>
  <Override PartName="/ppt/fonts/font14.fntdata" ContentType="application/x-fontdata"/>
  <Override PartName="/ppt/fonts/font15.fntdata" ContentType="application/x-fontdata"/>
  <Override PartName="/ppt/fonts/font16.fntdata" ContentType="application/x-fontdata"/>
  <Override PartName="/ppt/fonts/font17.fntdata" ContentType="application/x-fontdata"/>
  <Override PartName="/ppt/fonts/font18.fntdata" ContentType="application/x-fontdata"/>
  <Override PartName="/ppt/fonts/font19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fonts/font5.fntdata" ContentType="application/x-fontdata"/>
  <Override PartName="/ppt/fonts/font6.fntdata" ContentType="application/x-fontdata"/>
  <Override PartName="/ppt/fonts/font7.fntdata" ContentType="application/x-fontdata"/>
  <Override PartName="/ppt/fonts/font8.fntdata" ContentType="application/x-fontdata"/>
  <Override PartName="/ppt/fonts/font9.fntdata" ContentType="application/x-fontdata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48" r:id="rId1"/>
  </p:sldMasterIdLst>
  <p:notesMasterIdLst>
    <p:notesMasterId r:id="rId4"/>
  </p:notesMasterIdLst>
  <p:sldIdLst>
    <p:sldId id="256" r:id="rId3"/>
    <p:sldId id="262" r:id="rId5"/>
    <p:sldId id="261" r:id="rId6"/>
    <p:sldId id="312" r:id="rId7"/>
    <p:sldId id="272" r:id="rId8"/>
    <p:sldId id="313" r:id="rId9"/>
    <p:sldId id="263" r:id="rId10"/>
    <p:sldId id="314" r:id="rId11"/>
    <p:sldId id="271" r:id="rId12"/>
    <p:sldId id="316" r:id="rId13"/>
    <p:sldId id="317" r:id="rId14"/>
    <p:sldId id="318" r:id="rId15"/>
    <p:sldId id="264" r:id="rId16"/>
    <p:sldId id="319" r:id="rId17"/>
  </p:sldIdLst>
  <p:sldSz cx="9144000" cy="5143500"/>
  <p:notesSz cx="6858000" cy="9144000"/>
  <p:embeddedFontLst>
    <p:embeddedFont>
      <p:font typeface="Space Mono" charset="0"/>
      <p:regular r:id="rId21"/>
      <p:bold r:id="rId22"/>
      <p:italic r:id="rId23"/>
      <p:boldItalic r:id="rId24"/>
    </p:embeddedFont>
    <p:embeddedFont>
      <p:font typeface="Proxima Nova" charset="0"/>
      <p:regular r:id="rId25"/>
      <p:bold r:id="rId26"/>
      <p:italic r:id="rId27"/>
      <p:boldItalic r:id="rId28"/>
    </p:embeddedFont>
    <p:embeddedFont>
      <p:font typeface="Roboto Medium" charset="0"/>
      <p:regular r:id="rId29"/>
      <p:bold r:id="rId30"/>
      <p:italic r:id="rId31"/>
      <p:boldItalic r:id="rId32"/>
    </p:embeddedFont>
    <p:embeddedFont>
      <p:font typeface="Amatic SC" charset="0"/>
      <p:regular r:id="rId33"/>
      <p:bold r:id="rId34"/>
    </p:embeddedFont>
    <p:embeddedFont>
      <p:font typeface="Poppins" charset="0"/>
      <p:regular r:id="rId35"/>
      <p:bold r:id="rId36"/>
      <p:italic r:id="rId37"/>
      <p:boldItalic r:id="rId38"/>
    </p:embeddedFont>
    <p:embeddedFont>
      <p:font typeface="Reggae One" charset="0"/>
      <p:regular r:id="rId3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9" Type="http://schemas.openxmlformats.org/officeDocument/2006/relationships/font" Target="fonts/font19.fntdata"/><Relationship Id="rId38" Type="http://schemas.openxmlformats.org/officeDocument/2006/relationships/font" Target="fonts/font18.fntdata"/><Relationship Id="rId37" Type="http://schemas.openxmlformats.org/officeDocument/2006/relationships/font" Target="fonts/font17.fntdata"/><Relationship Id="rId36" Type="http://schemas.openxmlformats.org/officeDocument/2006/relationships/font" Target="fonts/font16.fntdata"/><Relationship Id="rId35" Type="http://schemas.openxmlformats.org/officeDocument/2006/relationships/font" Target="fonts/font15.fntdata"/><Relationship Id="rId34" Type="http://schemas.openxmlformats.org/officeDocument/2006/relationships/font" Target="fonts/font14.fntdata"/><Relationship Id="rId33" Type="http://schemas.openxmlformats.org/officeDocument/2006/relationships/font" Target="fonts/font13.fntdata"/><Relationship Id="rId32" Type="http://schemas.openxmlformats.org/officeDocument/2006/relationships/font" Target="fonts/font12.fntdata"/><Relationship Id="rId31" Type="http://schemas.openxmlformats.org/officeDocument/2006/relationships/font" Target="fonts/font11.fntdata"/><Relationship Id="rId30" Type="http://schemas.openxmlformats.org/officeDocument/2006/relationships/font" Target="fonts/font10.fntdata"/><Relationship Id="rId3" Type="http://schemas.openxmlformats.org/officeDocument/2006/relationships/slide" Target="slides/slide1.xml"/><Relationship Id="rId29" Type="http://schemas.openxmlformats.org/officeDocument/2006/relationships/font" Target="fonts/font9.fntdata"/><Relationship Id="rId28" Type="http://schemas.openxmlformats.org/officeDocument/2006/relationships/font" Target="fonts/font8.fntdata"/><Relationship Id="rId27" Type="http://schemas.openxmlformats.org/officeDocument/2006/relationships/font" Target="fonts/font7.fntdata"/><Relationship Id="rId26" Type="http://schemas.openxmlformats.org/officeDocument/2006/relationships/font" Target="fonts/font6.fntdata"/><Relationship Id="rId25" Type="http://schemas.openxmlformats.org/officeDocument/2006/relationships/font" Target="fonts/font5.fntdata"/><Relationship Id="rId24" Type="http://schemas.openxmlformats.org/officeDocument/2006/relationships/font" Target="fonts/font4.fntdata"/><Relationship Id="rId23" Type="http://schemas.openxmlformats.org/officeDocument/2006/relationships/font" Target="fonts/font3.fntdata"/><Relationship Id="rId22" Type="http://schemas.openxmlformats.org/officeDocument/2006/relationships/font" Target="fonts/font2.fntdata"/><Relationship Id="rId21" Type="http://schemas.openxmlformats.org/officeDocument/2006/relationships/font" Target="fonts/font1.fntdata"/><Relationship Id="rId20" Type="http://schemas.openxmlformats.org/officeDocument/2006/relationships/tableStyles" Target="tableStyles.xml"/><Relationship Id="rId2" Type="http://schemas.openxmlformats.org/officeDocument/2006/relationships/theme" Target="theme/theme1.xml"/><Relationship Id="rId19" Type="http://schemas.openxmlformats.org/officeDocument/2006/relationships/viewProps" Target="viewProps.xml"/><Relationship Id="rId18" Type="http://schemas.openxmlformats.org/officeDocument/2006/relationships/presProps" Target="presProps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444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p:notes"/>
          <p:cNvSpPr/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6" name="Google Shape;446;p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gd200d38227_3_486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0" name="Google Shape;510;gd200d38227_3_486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499" name="Shape 4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Google Shape;500;gd200d38227_3_32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1" name="Google Shape;501;gd200d38227_3_32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t>Le web scraping, également appelé "harvesting" ou "moissonnage du web" en français, est défini comme une technique de « récupération et organisation automatisées des données web » via un script ou un programme.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t>Il s'agit de la principale forme d'extraction de données à partir de sites web, visant à collecter des informations pour les transformer ou les réutiliser dans divers contextes, tels que l'enrichissement de bases de données, le référencement, l'exploration de données ou l'entraînement de modèles d'intelligence artificielle.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t>Les objectifs peuvent être commerciaux, scientifiques ou politiques, mais la pratique s'est généralisée avec l'essor du big data et de l'économie numérique.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gd200d38227_3_486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0" name="Google Shape;510;gd200d38227_3_486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697" name="Shape 6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8" name="Google Shape;698;g11a41cb8921_1_1104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9" name="Google Shape;699;g11a41cb8921_1_1104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t>Analyse de marché : Les entreprises collectent des données pour étudier les tendances et les comportements des consommateurs.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t>Surveillance des prix : Les sites de comparaison de prix extraient les tarifs de multiples plateformes e-commerce.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t>Agrégation de contenu : Les agrégateurs de contenu, comme les sites de voyage, compilent des informations provenant de diverses sources.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t>Recherche scientifique : Les chercheurs en épidémiologie, sociologie ou anthropologie utilisent le scraping pour collecter des données anonymisées.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t>Intelligence artificielle : Les données extraites servent à entraîner des modèles d'apprentissage automatique.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gd200d38227_3_486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0" name="Google Shape;510;gd200d38227_3_486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gd200d38227_3_492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7" name="Google Shape;517;gd200d38227_3_492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t>Analyse du HTML : Le développeur examine le code source HTML d'une page web pour identifier les motifs ou les éléments à extraire (par exemple, les balises &lt;div&gt; ou &lt;table&gt;).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t>Requête HTTP : Un programme envoie une requête HTTP (généralement GET) au serveur web pour récupérer le code HTML.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t>Parsing : Le code HTML est analysé à l'aide de bibliothèques comme BeautifulSoup ou Scrapy pour extraire les données souhaitées.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t>Traitement : Les données extraites sont stockées (par exemple, dans une base de données) ou traitées pour une analyse ultérieure.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gd200d38227_3_486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0" name="Google Shape;510;gd200d38227_3_486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659" name="Shape 6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Google Shape;660;gd200d38227_3_37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1" name="Google Shape;661;gd200d38227_3_37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t>Python 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	</a:t>
            </a:r>
            <a:r>
              <a:t>BeautifulSoup : Idéal pour parser le HTML et extraire des données de manière simple.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	</a:t>
            </a:r>
            <a:r>
              <a:t>Scrapy : Un framework puissant pour des projets de scraping à grande échelle.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	</a:t>
            </a:r>
            <a:r>
              <a:t>Requests : Utilisé pour envoyer des requêtes HTTP.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t>JavaScript 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	</a:t>
            </a:r>
            <a:r>
              <a:t>Puppeteer : Convient pour scraper des sites dynamiques.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	</a:t>
            </a:r>
            <a:r>
              <a:t>Cheerio : Similaire à BeautifulSoup, mais pour Node.js.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t>PHP 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	</a:t>
            </a:r>
            <a:r>
              <a:t>Goutte : Une bibliothèque légère pour le scraping.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gd200d38227_3_486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0" name="Google Shape;510;gd200d38227_3_486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499" name="Shape 4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Google Shape;500;gd200d38227_3_32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1" name="Google Shape;501;gd200d38227_3_32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t>Conditions d'utilisation : De nombreux sites interdisent le scraping dans leurs termes de service.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t>Données personnelles : Le scraping de données personnelles sans consentement est illégal.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t>Licences : Les données extraites peuvent être soumises à des licences, comme Creative Commons.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t>Robots.txt : Ce fichier indique les parties d'un site accessibles aux robots ; il doit être respecté.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gd200d38227_3_486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0" name="Google Shape;510;gd200d38227_3_486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523" name="Shape 5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Google Shape;524;gd200d38227_3_497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5" name="Google Shape;525;gd200d38227_3_497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t>Changements de structure : Les sites web modifient fréquemment leur HTML, ce qui peut casser les scripts de scraping.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t>Mesures anti-scraping : Les CAPTCHAs, les limites de taux et les blocages d'IP sont courants.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t>Robots.txt : Certains sites restreignent l'accès via ce fichier.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t>Performance : Un scraping intensif peut surcharger les serveurs ou ralentir le processus.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523" name="Shape 5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Google Shape;524;gd200d38227_3_497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5" name="Google Shape;525;gd200d38227_3_497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4" Type="http://schemas.openxmlformats.org/officeDocument/2006/relationships/hyperlink" Target="http://bit.ly/2TtBDfr" TargetMode="External"/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://bit.ly/2Tynxth" TargetMode="External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Title slide">
  <p:cSld name="TITLE">
    <p:bg>
      <p:bgPr>
        <a:gradFill>
          <a:gsLst>
            <a:gs pos="0">
              <a:srgbClr val="E20030"/>
            </a:gs>
            <a:gs pos="100000">
              <a:srgbClr val="00216E"/>
            </a:gs>
          </a:gsLst>
          <a:lin ang="2700006" scaled="0"/>
        </a:gradFill>
        <a:effectLst/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2138448" y="-142087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solidFill>
            <a:srgbClr val="E20030">
              <a:alpha val="407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1" name="Google Shape;11;p2"/>
          <p:cNvSpPr/>
          <p:nvPr/>
        </p:nvSpPr>
        <p:spPr>
          <a:xfrm>
            <a:off x="1626235" y="-142025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solidFill>
            <a:srgbClr val="E20030">
              <a:alpha val="407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2" name="Google Shape;12;p2"/>
          <p:cNvSpPr/>
          <p:nvPr/>
        </p:nvSpPr>
        <p:spPr>
          <a:xfrm>
            <a:off x="-2708462" y="-142050"/>
            <a:ext cx="9860179" cy="5427467"/>
          </a:xfrm>
          <a:custGeom>
            <a:avLst/>
            <a:gdLst/>
            <a:ahLst/>
            <a:cxnLst/>
            <a:rect l="l" t="t" r="r" b="b"/>
            <a:pathLst>
              <a:path w="164542" h="90571" extrusionOk="0">
                <a:moveTo>
                  <a:pt x="33516" y="0"/>
                </a:moveTo>
                <a:cubicBezTo>
                  <a:pt x="27865" y="0"/>
                  <a:pt x="22595" y="3043"/>
                  <a:pt x="19765" y="7942"/>
                </a:cubicBezTo>
                <a:lnTo>
                  <a:pt x="2830" y="37270"/>
                </a:lnTo>
                <a:cubicBezTo>
                  <a:pt x="1" y="42170"/>
                  <a:pt x="1" y="48258"/>
                  <a:pt x="2835" y="53162"/>
                </a:cubicBezTo>
                <a:cubicBezTo>
                  <a:pt x="7140" y="60354"/>
                  <a:pt x="10384" y="66189"/>
                  <a:pt x="12995" y="70880"/>
                </a:cubicBezTo>
                <a:cubicBezTo>
                  <a:pt x="22773" y="88470"/>
                  <a:pt x="23941" y="90571"/>
                  <a:pt x="39678" y="90571"/>
                </a:cubicBezTo>
                <a:cubicBezTo>
                  <a:pt x="41818" y="90571"/>
                  <a:pt x="107858" y="90530"/>
                  <a:pt x="110587" y="90486"/>
                </a:cubicBezTo>
                <a:cubicBezTo>
                  <a:pt x="114137" y="90430"/>
                  <a:pt x="118258" y="90364"/>
                  <a:pt x="123067" y="90364"/>
                </a:cubicBezTo>
                <a:cubicBezTo>
                  <a:pt x="125532" y="90364"/>
                  <a:pt x="128179" y="90381"/>
                  <a:pt x="131021" y="90427"/>
                </a:cubicBezTo>
                <a:cubicBezTo>
                  <a:pt x="136682" y="90427"/>
                  <a:pt x="141947" y="87380"/>
                  <a:pt x="144777" y="82487"/>
                </a:cubicBezTo>
                <a:lnTo>
                  <a:pt x="161712" y="53157"/>
                </a:lnTo>
                <a:cubicBezTo>
                  <a:pt x="164541" y="48258"/>
                  <a:pt x="164541" y="42170"/>
                  <a:pt x="161712" y="37270"/>
                </a:cubicBezTo>
                <a:lnTo>
                  <a:pt x="144777" y="7942"/>
                </a:lnTo>
                <a:cubicBezTo>
                  <a:pt x="141947" y="3043"/>
                  <a:pt x="136677" y="0"/>
                  <a:pt x="131021" y="0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chemeClr val="dk2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3" name="Google Shape;13;p2"/>
          <p:cNvSpPr/>
          <p:nvPr/>
        </p:nvSpPr>
        <p:spPr>
          <a:xfrm>
            <a:off x="223500" y="-548699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" name="Google Shape;14;p2"/>
          <p:cNvSpPr/>
          <p:nvPr/>
        </p:nvSpPr>
        <p:spPr>
          <a:xfrm>
            <a:off x="2870975" y="4401125"/>
            <a:ext cx="1539000" cy="1539000"/>
          </a:xfrm>
          <a:prstGeom prst="donut">
            <a:avLst>
              <a:gd name="adj" fmla="val 815"/>
            </a:avLst>
          </a:prstGeom>
          <a:gradFill>
            <a:gsLst>
              <a:gs pos="0">
                <a:schemeClr val="dk1"/>
              </a:gs>
              <a:gs pos="19000">
                <a:schemeClr val="lt1"/>
              </a:gs>
              <a:gs pos="39000">
                <a:schemeClr val="dk1"/>
              </a:gs>
              <a:gs pos="58000">
                <a:schemeClr val="lt1"/>
              </a:gs>
              <a:gs pos="78000">
                <a:schemeClr val="dk1"/>
              </a:gs>
              <a:gs pos="100000">
                <a:schemeClr val="lt1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5" name="Google Shape;15;p2"/>
          <p:cNvSpPr/>
          <p:nvPr/>
        </p:nvSpPr>
        <p:spPr>
          <a:xfrm>
            <a:off x="7341275" y="-697977"/>
            <a:ext cx="1714779" cy="1538926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0784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6" name="Google Shape;16;p2"/>
          <p:cNvSpPr/>
          <p:nvPr/>
        </p:nvSpPr>
        <p:spPr>
          <a:xfrm flipH="1">
            <a:off x="7673100" y="3625714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3137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7" name="Google Shape;17;p2"/>
          <p:cNvSpPr/>
          <p:nvPr/>
        </p:nvSpPr>
        <p:spPr>
          <a:xfrm flipH="1">
            <a:off x="8255925" y="337371"/>
            <a:ext cx="1024629" cy="919688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00216E">
                  <a:alpha val="21568"/>
                </a:srgbClr>
              </a:gs>
              <a:gs pos="100000">
                <a:srgbClr val="E20030">
                  <a:alpha val="23137"/>
                </a:srgbClr>
              </a:gs>
            </a:gsLst>
            <a:lin ang="54007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8" name="Google Shape;18;p2"/>
          <p:cNvSpPr/>
          <p:nvPr/>
        </p:nvSpPr>
        <p:spPr>
          <a:xfrm flipH="1">
            <a:off x="8510411" y="1987905"/>
            <a:ext cx="1631789" cy="1464436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3137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9" name="Google Shape;19;p2"/>
          <p:cNvSpPr txBox="1"/>
          <p:nvPr>
            <p:ph type="ctrTitle"/>
          </p:nvPr>
        </p:nvSpPr>
        <p:spPr>
          <a:xfrm>
            <a:off x="713225" y="1772700"/>
            <a:ext cx="5405100" cy="159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200"/>
              <a:buNone/>
              <a:defRPr sz="5500"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20" name="Google Shape;20;p2"/>
          <p:cNvSpPr txBox="1"/>
          <p:nvPr>
            <p:ph type="subTitle" idx="1"/>
          </p:nvPr>
        </p:nvSpPr>
        <p:spPr>
          <a:xfrm>
            <a:off x="713225" y="3668063"/>
            <a:ext cx="3016800" cy="68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Poppins"/>
                <a:ea typeface="Poppins"/>
                <a:cs typeface="Poppins"/>
                <a:sym typeface="Poppi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21" name="Google Shape;21;p2"/>
          <p:cNvSpPr txBox="1"/>
          <p:nvPr>
            <p:ph type="ctrTitle" idx="2"/>
          </p:nvPr>
        </p:nvSpPr>
        <p:spPr>
          <a:xfrm>
            <a:off x="708400" y="851575"/>
            <a:ext cx="1281000" cy="36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5200"/>
              <a:buNone/>
              <a:defRPr sz="1600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Section header">
  <p:cSld name="SECTION_HEADER">
    <p:bg>
      <p:bgPr>
        <a:gradFill>
          <a:gsLst>
            <a:gs pos="0">
              <a:srgbClr val="E20030"/>
            </a:gs>
            <a:gs pos="100000">
              <a:srgbClr val="00216E"/>
            </a:gs>
          </a:gsLst>
          <a:lin ang="13500032" scaled="0"/>
        </a:gradFill>
        <a:effectLst/>
      </p:bgPr>
    </p:bg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3"/>
          <p:cNvSpPr txBox="1"/>
          <p:nvPr>
            <p:ph type="title"/>
          </p:nvPr>
        </p:nvSpPr>
        <p:spPr>
          <a:xfrm>
            <a:off x="713225" y="2449335"/>
            <a:ext cx="4130100" cy="94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53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24" name="Google Shape;24;p3"/>
          <p:cNvSpPr txBox="1"/>
          <p:nvPr>
            <p:ph type="title" idx="2" hasCustomPrompt="1"/>
          </p:nvPr>
        </p:nvSpPr>
        <p:spPr>
          <a:xfrm>
            <a:off x="713225" y="986040"/>
            <a:ext cx="2125500" cy="11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25" name="Google Shape;25;p3"/>
          <p:cNvSpPr txBox="1"/>
          <p:nvPr>
            <p:ph type="subTitle" idx="1"/>
          </p:nvPr>
        </p:nvSpPr>
        <p:spPr>
          <a:xfrm>
            <a:off x="713225" y="3459360"/>
            <a:ext cx="2891700" cy="69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accent2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grpSp>
        <p:nvGrpSpPr>
          <p:cNvPr id="26" name="Google Shape;26;p3"/>
          <p:cNvGrpSpPr/>
          <p:nvPr/>
        </p:nvGrpSpPr>
        <p:grpSpPr>
          <a:xfrm>
            <a:off x="4460295" y="-142030"/>
            <a:ext cx="6564681" cy="5427560"/>
            <a:chOff x="511350" y="-142050"/>
            <a:chExt cx="6564681" cy="5427560"/>
          </a:xfrm>
        </p:grpSpPr>
        <p:sp>
          <p:nvSpPr>
            <p:cNvPr id="27" name="Google Shape;27;p3"/>
            <p:cNvSpPr/>
            <p:nvPr/>
          </p:nvSpPr>
          <p:spPr>
            <a:xfrm flipH="1">
              <a:off x="511350" y="-142050"/>
              <a:ext cx="6046877" cy="5427560"/>
            </a:xfrm>
            <a:custGeom>
              <a:avLst/>
              <a:gdLst/>
              <a:ahLst/>
              <a:cxnLst/>
              <a:rect l="l" t="t" r="r" b="b"/>
              <a:pathLst>
                <a:path w="100899" h="90565" extrusionOk="0">
                  <a:moveTo>
                    <a:pt x="33510" y="0"/>
                  </a:moveTo>
                  <a:cubicBezTo>
                    <a:pt x="27859" y="0"/>
                    <a:pt x="22589" y="3041"/>
                    <a:pt x="19760" y="7940"/>
                  </a:cubicBezTo>
                  <a:lnTo>
                    <a:pt x="2824" y="37270"/>
                  </a:lnTo>
                  <a:cubicBezTo>
                    <a:pt x="1" y="42169"/>
                    <a:pt x="1" y="48257"/>
                    <a:pt x="2829" y="53155"/>
                  </a:cubicBezTo>
                  <a:cubicBezTo>
                    <a:pt x="7134" y="60354"/>
                    <a:pt x="10378" y="66189"/>
                    <a:pt x="12989" y="70880"/>
                  </a:cubicBezTo>
                  <a:cubicBezTo>
                    <a:pt x="22767" y="88470"/>
                    <a:pt x="23935" y="90565"/>
                    <a:pt x="39673" y="90565"/>
                  </a:cubicBezTo>
                  <a:cubicBezTo>
                    <a:pt x="41813" y="90565"/>
                    <a:pt x="44215" y="90530"/>
                    <a:pt x="46944" y="90485"/>
                  </a:cubicBezTo>
                  <a:cubicBezTo>
                    <a:pt x="50467" y="90426"/>
                    <a:pt x="54554" y="90360"/>
                    <a:pt x="59316" y="90360"/>
                  </a:cubicBezTo>
                  <a:cubicBezTo>
                    <a:pt x="61812" y="90360"/>
                    <a:pt x="64494" y="90378"/>
                    <a:pt x="67378" y="90425"/>
                  </a:cubicBezTo>
                  <a:cubicBezTo>
                    <a:pt x="73039" y="90425"/>
                    <a:pt x="78304" y="87380"/>
                    <a:pt x="81134" y="82480"/>
                  </a:cubicBezTo>
                  <a:lnTo>
                    <a:pt x="98069" y="53155"/>
                  </a:lnTo>
                  <a:cubicBezTo>
                    <a:pt x="100898" y="48257"/>
                    <a:pt x="100898" y="42169"/>
                    <a:pt x="98069" y="37270"/>
                  </a:cubicBezTo>
                  <a:lnTo>
                    <a:pt x="81134" y="7940"/>
                  </a:lnTo>
                  <a:cubicBezTo>
                    <a:pt x="78304" y="3041"/>
                    <a:pt x="73034" y="0"/>
                    <a:pt x="67378" y="0"/>
                  </a:cubicBezTo>
                  <a:close/>
                </a:path>
              </a:pathLst>
            </a:custGeom>
            <a:solidFill>
              <a:srgbClr val="E20030">
                <a:alpha val="4078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8" name="Google Shape;28;p3"/>
            <p:cNvSpPr/>
            <p:nvPr/>
          </p:nvSpPr>
          <p:spPr>
            <a:xfrm flipH="1">
              <a:off x="1029154" y="-142050"/>
              <a:ext cx="6046877" cy="5427560"/>
            </a:xfrm>
            <a:custGeom>
              <a:avLst/>
              <a:gdLst/>
              <a:ahLst/>
              <a:cxnLst/>
              <a:rect l="l" t="t" r="r" b="b"/>
              <a:pathLst>
                <a:path w="100899" h="90565" extrusionOk="0">
                  <a:moveTo>
                    <a:pt x="33510" y="0"/>
                  </a:moveTo>
                  <a:cubicBezTo>
                    <a:pt x="27859" y="0"/>
                    <a:pt x="22589" y="3041"/>
                    <a:pt x="19760" y="7940"/>
                  </a:cubicBezTo>
                  <a:lnTo>
                    <a:pt x="2824" y="37270"/>
                  </a:lnTo>
                  <a:cubicBezTo>
                    <a:pt x="1" y="42169"/>
                    <a:pt x="1" y="48257"/>
                    <a:pt x="2829" y="53155"/>
                  </a:cubicBezTo>
                  <a:cubicBezTo>
                    <a:pt x="7134" y="60354"/>
                    <a:pt x="10378" y="66189"/>
                    <a:pt x="12989" y="70880"/>
                  </a:cubicBezTo>
                  <a:cubicBezTo>
                    <a:pt x="22767" y="88470"/>
                    <a:pt x="23935" y="90565"/>
                    <a:pt x="39673" y="90565"/>
                  </a:cubicBezTo>
                  <a:cubicBezTo>
                    <a:pt x="41813" y="90565"/>
                    <a:pt x="44215" y="90530"/>
                    <a:pt x="46944" y="90485"/>
                  </a:cubicBezTo>
                  <a:cubicBezTo>
                    <a:pt x="50467" y="90426"/>
                    <a:pt x="54554" y="90360"/>
                    <a:pt x="59316" y="90360"/>
                  </a:cubicBezTo>
                  <a:cubicBezTo>
                    <a:pt x="61812" y="90360"/>
                    <a:pt x="64494" y="90378"/>
                    <a:pt x="67378" y="90425"/>
                  </a:cubicBezTo>
                  <a:cubicBezTo>
                    <a:pt x="73039" y="90425"/>
                    <a:pt x="78304" y="87380"/>
                    <a:pt x="81134" y="82480"/>
                  </a:cubicBezTo>
                  <a:lnTo>
                    <a:pt x="98069" y="53155"/>
                  </a:lnTo>
                  <a:cubicBezTo>
                    <a:pt x="100898" y="48257"/>
                    <a:pt x="100898" y="42169"/>
                    <a:pt x="98069" y="37270"/>
                  </a:cubicBezTo>
                  <a:lnTo>
                    <a:pt x="81134" y="7940"/>
                  </a:lnTo>
                  <a:cubicBezTo>
                    <a:pt x="78304" y="3041"/>
                    <a:pt x="73034" y="0"/>
                    <a:pt x="67378" y="0"/>
                  </a:cubicBezTo>
                  <a:close/>
                </a:path>
              </a:pathLst>
            </a:custGeom>
            <a:solidFill>
              <a:srgbClr val="E20030">
                <a:alpha val="4078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29" name="Google Shape;29;p3"/>
          <p:cNvSpPr/>
          <p:nvPr/>
        </p:nvSpPr>
        <p:spPr>
          <a:xfrm>
            <a:off x="5495900" y="-142037"/>
            <a:ext cx="9860179" cy="5427467"/>
          </a:xfrm>
          <a:custGeom>
            <a:avLst/>
            <a:gdLst/>
            <a:ahLst/>
            <a:cxnLst/>
            <a:rect l="l" t="t" r="r" b="b"/>
            <a:pathLst>
              <a:path w="164542" h="90571" extrusionOk="0">
                <a:moveTo>
                  <a:pt x="33516" y="0"/>
                </a:moveTo>
                <a:cubicBezTo>
                  <a:pt x="27865" y="0"/>
                  <a:pt x="22595" y="3043"/>
                  <a:pt x="19765" y="7942"/>
                </a:cubicBezTo>
                <a:lnTo>
                  <a:pt x="2830" y="37270"/>
                </a:lnTo>
                <a:cubicBezTo>
                  <a:pt x="1" y="42170"/>
                  <a:pt x="1" y="48258"/>
                  <a:pt x="2835" y="53162"/>
                </a:cubicBezTo>
                <a:cubicBezTo>
                  <a:pt x="7140" y="60354"/>
                  <a:pt x="10384" y="66189"/>
                  <a:pt x="12995" y="70880"/>
                </a:cubicBezTo>
                <a:cubicBezTo>
                  <a:pt x="22773" y="88470"/>
                  <a:pt x="23941" y="90571"/>
                  <a:pt x="39678" y="90571"/>
                </a:cubicBezTo>
                <a:cubicBezTo>
                  <a:pt x="41818" y="90571"/>
                  <a:pt x="107858" y="90530"/>
                  <a:pt x="110587" y="90486"/>
                </a:cubicBezTo>
                <a:cubicBezTo>
                  <a:pt x="114137" y="90430"/>
                  <a:pt x="118258" y="90364"/>
                  <a:pt x="123067" y="90364"/>
                </a:cubicBezTo>
                <a:cubicBezTo>
                  <a:pt x="125532" y="90364"/>
                  <a:pt x="128179" y="90381"/>
                  <a:pt x="131021" y="90427"/>
                </a:cubicBezTo>
                <a:cubicBezTo>
                  <a:pt x="136682" y="90427"/>
                  <a:pt x="141947" y="87380"/>
                  <a:pt x="144777" y="82487"/>
                </a:cubicBezTo>
                <a:lnTo>
                  <a:pt x="161712" y="53157"/>
                </a:lnTo>
                <a:cubicBezTo>
                  <a:pt x="164541" y="48258"/>
                  <a:pt x="164541" y="42170"/>
                  <a:pt x="161712" y="37270"/>
                </a:cubicBezTo>
                <a:lnTo>
                  <a:pt x="144777" y="7942"/>
                </a:lnTo>
                <a:cubicBezTo>
                  <a:pt x="141947" y="3043"/>
                  <a:pt x="136677" y="0"/>
                  <a:pt x="131021" y="0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chemeClr val="dk2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0" name="Google Shape;30;p3"/>
          <p:cNvSpPr/>
          <p:nvPr/>
        </p:nvSpPr>
        <p:spPr>
          <a:xfrm>
            <a:off x="3594032" y="-697977"/>
            <a:ext cx="1714779" cy="1538926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3137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" name="Google Shape;31;p3"/>
          <p:cNvSpPr/>
          <p:nvPr/>
        </p:nvSpPr>
        <p:spPr>
          <a:xfrm flipH="1">
            <a:off x="7417494" y="3625714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54007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2" name="Google Shape;32;p3"/>
          <p:cNvSpPr/>
          <p:nvPr/>
        </p:nvSpPr>
        <p:spPr>
          <a:xfrm flipH="1">
            <a:off x="6971556" y="174321"/>
            <a:ext cx="1024629" cy="919688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3" name="Google Shape;33;p3"/>
          <p:cNvSpPr/>
          <p:nvPr/>
        </p:nvSpPr>
        <p:spPr>
          <a:xfrm>
            <a:off x="8430785" y="1413851"/>
            <a:ext cx="1419951" cy="1275204"/>
          </a:xfrm>
          <a:custGeom>
            <a:avLst/>
            <a:gdLst/>
            <a:ahLst/>
            <a:cxnLst/>
            <a:rect l="l" t="t" r="r" b="b"/>
            <a:pathLst>
              <a:path w="101552" h="91200" extrusionOk="0">
                <a:moveTo>
                  <a:pt x="67692" y="1316"/>
                </a:moveTo>
                <a:cubicBezTo>
                  <a:pt x="73007" y="1316"/>
                  <a:pt x="77954" y="4172"/>
                  <a:pt x="80612" y="8774"/>
                </a:cubicBezTo>
                <a:lnTo>
                  <a:pt x="97524" y="38071"/>
                </a:lnTo>
                <a:cubicBezTo>
                  <a:pt x="100182" y="42673"/>
                  <a:pt x="100182" y="48388"/>
                  <a:pt x="97524" y="52990"/>
                </a:cubicBezTo>
                <a:lnTo>
                  <a:pt x="80612" y="82284"/>
                </a:lnTo>
                <a:cubicBezTo>
                  <a:pt x="77954" y="86886"/>
                  <a:pt x="73007" y="89745"/>
                  <a:pt x="67697" y="89745"/>
                </a:cubicBezTo>
                <a:cubicBezTo>
                  <a:pt x="64882" y="89699"/>
                  <a:pt x="62259" y="89681"/>
                  <a:pt x="59813" y="89681"/>
                </a:cubicBezTo>
                <a:cubicBezTo>
                  <a:pt x="55192" y="89681"/>
                  <a:pt x="51207" y="89745"/>
                  <a:pt x="47771" y="89800"/>
                </a:cubicBezTo>
                <a:lnTo>
                  <a:pt x="47241" y="89805"/>
                </a:lnTo>
                <a:cubicBezTo>
                  <a:pt x="44571" y="89847"/>
                  <a:pt x="42219" y="89885"/>
                  <a:pt x="40130" y="89885"/>
                </a:cubicBezTo>
                <a:cubicBezTo>
                  <a:pt x="33498" y="89885"/>
                  <a:pt x="29519" y="89506"/>
                  <a:pt x="26414" y="87711"/>
                </a:cubicBezTo>
                <a:cubicBezTo>
                  <a:pt x="22327" y="85351"/>
                  <a:pt x="19610" y="80457"/>
                  <a:pt x="14187" y="70715"/>
                </a:cubicBezTo>
                <a:lnTo>
                  <a:pt x="14163" y="70665"/>
                </a:lnTo>
                <a:cubicBezTo>
                  <a:pt x="11560" y="65984"/>
                  <a:pt x="8319" y="60160"/>
                  <a:pt x="4023" y="52985"/>
                </a:cubicBezTo>
                <a:cubicBezTo>
                  <a:pt x="1372" y="48384"/>
                  <a:pt x="1372" y="42668"/>
                  <a:pt x="4028" y="38071"/>
                </a:cubicBezTo>
                <a:lnTo>
                  <a:pt x="20941" y="8774"/>
                </a:lnTo>
                <a:cubicBezTo>
                  <a:pt x="23598" y="4172"/>
                  <a:pt x="28547" y="1316"/>
                  <a:pt x="33861" y="1316"/>
                </a:cubicBezTo>
                <a:close/>
                <a:moveTo>
                  <a:pt x="33861" y="0"/>
                </a:moveTo>
                <a:cubicBezTo>
                  <a:pt x="28081" y="0"/>
                  <a:pt x="22693" y="3108"/>
                  <a:pt x="19804" y="8115"/>
                </a:cubicBezTo>
                <a:lnTo>
                  <a:pt x="2886" y="37413"/>
                </a:lnTo>
                <a:cubicBezTo>
                  <a:pt x="0" y="42421"/>
                  <a:pt x="0" y="48640"/>
                  <a:pt x="2891" y="53648"/>
                </a:cubicBezTo>
                <a:lnTo>
                  <a:pt x="2895" y="53653"/>
                </a:lnTo>
                <a:cubicBezTo>
                  <a:pt x="7200" y="60853"/>
                  <a:pt x="10436" y="66672"/>
                  <a:pt x="13035" y="71348"/>
                </a:cubicBezTo>
                <a:lnTo>
                  <a:pt x="13039" y="71352"/>
                </a:lnTo>
                <a:cubicBezTo>
                  <a:pt x="17973" y="80225"/>
                  <a:pt x="20694" y="85114"/>
                  <a:pt x="24227" y="87880"/>
                </a:cubicBezTo>
                <a:cubicBezTo>
                  <a:pt x="25128" y="88583"/>
                  <a:pt x="26068" y="89136"/>
                  <a:pt x="27101" y="89581"/>
                </a:cubicBezTo>
                <a:cubicBezTo>
                  <a:pt x="28121" y="90017"/>
                  <a:pt x="29239" y="90349"/>
                  <a:pt x="30522" y="90591"/>
                </a:cubicBezTo>
                <a:cubicBezTo>
                  <a:pt x="32792" y="91027"/>
                  <a:pt x="35544" y="91200"/>
                  <a:pt x="40016" y="91200"/>
                </a:cubicBezTo>
                <a:cubicBezTo>
                  <a:pt x="42119" y="91200"/>
                  <a:pt x="44450" y="91166"/>
                  <a:pt x="47152" y="91120"/>
                </a:cubicBezTo>
                <a:lnTo>
                  <a:pt x="47379" y="91120"/>
                </a:lnTo>
                <a:cubicBezTo>
                  <a:pt x="50902" y="91061"/>
                  <a:pt x="54990" y="90997"/>
                  <a:pt x="59759" y="90997"/>
                </a:cubicBezTo>
                <a:cubicBezTo>
                  <a:pt x="62214" y="90997"/>
                  <a:pt x="64856" y="91012"/>
                  <a:pt x="67686" y="91061"/>
                </a:cubicBezTo>
                <a:lnTo>
                  <a:pt x="67692" y="91061"/>
                </a:lnTo>
                <a:cubicBezTo>
                  <a:pt x="73471" y="91061"/>
                  <a:pt x="78860" y="87948"/>
                  <a:pt x="81749" y="82942"/>
                </a:cubicBezTo>
                <a:lnTo>
                  <a:pt x="98663" y="53648"/>
                </a:lnTo>
                <a:cubicBezTo>
                  <a:pt x="101552" y="48640"/>
                  <a:pt x="101552" y="42421"/>
                  <a:pt x="98663" y="37413"/>
                </a:cubicBezTo>
                <a:lnTo>
                  <a:pt x="81749" y="8115"/>
                </a:lnTo>
                <a:cubicBezTo>
                  <a:pt x="78860" y="3108"/>
                  <a:pt x="73471" y="0"/>
                  <a:pt x="67692" y="0"/>
                </a:cubicBezTo>
                <a:close/>
              </a:path>
            </a:pathLst>
          </a:custGeom>
          <a:gradFill>
            <a:gsLst>
              <a:gs pos="0">
                <a:schemeClr val="dk1"/>
              </a:gs>
              <a:gs pos="19000">
                <a:schemeClr val="lt1"/>
              </a:gs>
              <a:gs pos="39000">
                <a:schemeClr val="dk1"/>
              </a:gs>
              <a:gs pos="58000">
                <a:schemeClr val="lt1"/>
              </a:gs>
              <a:gs pos="78000">
                <a:schemeClr val="dk1"/>
              </a:gs>
              <a:gs pos="100000">
                <a:schemeClr val="lt1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 matchingName="Title and body">
  <p:cSld name="TITLE_AND_BODY">
    <p:bg>
      <p:bgPr>
        <a:gradFill>
          <a:gsLst>
            <a:gs pos="0">
              <a:schemeClr val="dk2"/>
            </a:gs>
            <a:gs pos="100000">
              <a:schemeClr val="accent2"/>
            </a:gs>
          </a:gsLst>
          <a:lin ang="10800025" scaled="0"/>
        </a:gradFill>
        <a:effectLst/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4"/>
          <p:cNvSpPr/>
          <p:nvPr/>
        </p:nvSpPr>
        <p:spPr>
          <a:xfrm>
            <a:off x="7874850" y="4607076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6" name="Google Shape;36;p4"/>
          <p:cNvSpPr txBox="1"/>
          <p:nvPr>
            <p:ph type="title"/>
          </p:nvPr>
        </p:nvSpPr>
        <p:spPr>
          <a:xfrm>
            <a:off x="713225" y="539500"/>
            <a:ext cx="7717500" cy="53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7" name="Google Shape;37;p4"/>
          <p:cNvSpPr txBox="1"/>
          <p:nvPr>
            <p:ph type="body" idx="1"/>
          </p:nvPr>
        </p:nvSpPr>
        <p:spPr>
          <a:xfrm>
            <a:off x="713225" y="1300475"/>
            <a:ext cx="7624500" cy="330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arabicPeriod"/>
              <a:defRPr sz="1150"/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SzPts val="1200"/>
              <a:buFont typeface="Roboto Condensed Light"/>
              <a:buAutoNum type="alphaLcPeriod"/>
              <a:defRPr/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SzPts val="1200"/>
              <a:buFont typeface="Roboto Condensed Light"/>
              <a:buAutoNum type="romanLcPeriod"/>
              <a:defRPr/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SzPts val="1200"/>
              <a:buFont typeface="Roboto Condensed Light"/>
              <a:buAutoNum type="arabicPeriod"/>
              <a:defRPr/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SzPts val="1200"/>
              <a:buFont typeface="Roboto Condensed Light"/>
              <a:buAutoNum type="alphaLcPeriod"/>
              <a:defRPr/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SzPts val="1200"/>
              <a:buFont typeface="Roboto Condensed Light"/>
              <a:buAutoNum type="romanLcPeriod"/>
              <a:defRPr/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SzPts val="1200"/>
              <a:buFont typeface="Roboto Condensed Light"/>
              <a:buAutoNum type="arabicPeriod"/>
              <a:defRPr/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SzPts val="1200"/>
              <a:buFont typeface="Roboto Condensed Light"/>
              <a:buAutoNum type="alphaLcPeriod"/>
              <a:defRPr/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SzPts val="1200"/>
              <a:buFont typeface="Roboto Condensed Light"/>
              <a:buAutoNum type="romanLcPeriod"/>
              <a:defRPr/>
            </a:lvl9pPr>
          </a:lstStyle>
          <a:p/>
        </p:txBody>
      </p:sp>
      <p:sp>
        <p:nvSpPr>
          <p:cNvPr id="38" name="Google Shape;38;p4"/>
          <p:cNvSpPr txBox="1"/>
          <p:nvPr>
            <p:ph type="sldNum" idx="12"/>
          </p:nvPr>
        </p:nvSpPr>
        <p:spPr>
          <a:xfrm>
            <a:off x="8472449" y="4607079"/>
            <a:ext cx="671400" cy="5655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 matchingName="Title and two columns">
  <p:cSld name="TITLE_AND_TWO_COLUMNS">
    <p:bg>
      <p:bgPr>
        <a:gradFill>
          <a:gsLst>
            <a:gs pos="0">
              <a:srgbClr val="E20030"/>
            </a:gs>
            <a:gs pos="100000">
              <a:srgbClr val="00216E"/>
            </a:gs>
          </a:gsLst>
          <a:lin ang="13500032" scaled="0"/>
        </a:gradFill>
        <a:effectLst/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5"/>
          <p:cNvSpPr/>
          <p:nvPr/>
        </p:nvSpPr>
        <p:spPr>
          <a:xfrm flipH="1">
            <a:off x="1548550" y="-142050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solidFill>
            <a:srgbClr val="E20030">
              <a:alpha val="407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1" name="Google Shape;41;p5"/>
          <p:cNvSpPr/>
          <p:nvPr/>
        </p:nvSpPr>
        <p:spPr>
          <a:xfrm flipH="1">
            <a:off x="2073004" y="-142025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solidFill>
            <a:srgbClr val="E20030">
              <a:alpha val="407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2" name="Google Shape;42;p5"/>
          <p:cNvSpPr/>
          <p:nvPr/>
        </p:nvSpPr>
        <p:spPr>
          <a:xfrm flipH="1">
            <a:off x="2590800" y="-141987"/>
            <a:ext cx="9860179" cy="5427467"/>
          </a:xfrm>
          <a:custGeom>
            <a:avLst/>
            <a:gdLst/>
            <a:ahLst/>
            <a:cxnLst/>
            <a:rect l="l" t="t" r="r" b="b"/>
            <a:pathLst>
              <a:path w="164542" h="90571" extrusionOk="0">
                <a:moveTo>
                  <a:pt x="33516" y="0"/>
                </a:moveTo>
                <a:cubicBezTo>
                  <a:pt x="27865" y="0"/>
                  <a:pt x="22595" y="3043"/>
                  <a:pt x="19765" y="7942"/>
                </a:cubicBezTo>
                <a:lnTo>
                  <a:pt x="2830" y="37270"/>
                </a:lnTo>
                <a:cubicBezTo>
                  <a:pt x="1" y="42170"/>
                  <a:pt x="1" y="48258"/>
                  <a:pt x="2835" y="53162"/>
                </a:cubicBezTo>
                <a:cubicBezTo>
                  <a:pt x="7140" y="60354"/>
                  <a:pt x="10384" y="66189"/>
                  <a:pt x="12995" y="70880"/>
                </a:cubicBezTo>
                <a:cubicBezTo>
                  <a:pt x="22773" y="88470"/>
                  <a:pt x="23941" y="90571"/>
                  <a:pt x="39678" y="90571"/>
                </a:cubicBezTo>
                <a:cubicBezTo>
                  <a:pt x="41818" y="90571"/>
                  <a:pt x="107858" y="90530"/>
                  <a:pt x="110587" y="90486"/>
                </a:cubicBezTo>
                <a:cubicBezTo>
                  <a:pt x="114137" y="90430"/>
                  <a:pt x="118258" y="90364"/>
                  <a:pt x="123067" y="90364"/>
                </a:cubicBezTo>
                <a:cubicBezTo>
                  <a:pt x="125532" y="90364"/>
                  <a:pt x="128179" y="90381"/>
                  <a:pt x="131021" y="90427"/>
                </a:cubicBezTo>
                <a:cubicBezTo>
                  <a:pt x="136682" y="90427"/>
                  <a:pt x="141947" y="87380"/>
                  <a:pt x="144777" y="82487"/>
                </a:cubicBezTo>
                <a:lnTo>
                  <a:pt x="161712" y="53157"/>
                </a:lnTo>
                <a:cubicBezTo>
                  <a:pt x="164541" y="48258"/>
                  <a:pt x="164541" y="42170"/>
                  <a:pt x="161712" y="37270"/>
                </a:cubicBezTo>
                <a:lnTo>
                  <a:pt x="144777" y="7942"/>
                </a:lnTo>
                <a:cubicBezTo>
                  <a:pt x="141947" y="3043"/>
                  <a:pt x="136677" y="0"/>
                  <a:pt x="131021" y="0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chemeClr val="dk2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3" name="Google Shape;43;p5"/>
          <p:cNvSpPr/>
          <p:nvPr/>
        </p:nvSpPr>
        <p:spPr>
          <a:xfrm>
            <a:off x="7874850" y="4607076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4" name="Google Shape;44;p5"/>
          <p:cNvSpPr txBox="1"/>
          <p:nvPr>
            <p:ph type="title"/>
          </p:nvPr>
        </p:nvSpPr>
        <p:spPr>
          <a:xfrm>
            <a:off x="3683000" y="539500"/>
            <a:ext cx="4747800" cy="53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5" name="Google Shape;45;p5"/>
          <p:cNvSpPr txBox="1"/>
          <p:nvPr>
            <p:ph type="subTitle" idx="1"/>
          </p:nvPr>
        </p:nvSpPr>
        <p:spPr>
          <a:xfrm>
            <a:off x="3856700" y="1497988"/>
            <a:ext cx="3407400" cy="388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/>
        </p:txBody>
      </p:sp>
      <p:sp>
        <p:nvSpPr>
          <p:cNvPr id="46" name="Google Shape;46;p5"/>
          <p:cNvSpPr txBox="1"/>
          <p:nvPr>
            <p:ph type="subTitle" idx="2"/>
          </p:nvPr>
        </p:nvSpPr>
        <p:spPr>
          <a:xfrm>
            <a:off x="3856700" y="2987238"/>
            <a:ext cx="3407400" cy="388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/>
        </p:txBody>
      </p:sp>
      <p:sp>
        <p:nvSpPr>
          <p:cNvPr id="47" name="Google Shape;47;p5"/>
          <p:cNvSpPr txBox="1"/>
          <p:nvPr>
            <p:ph type="subTitle" idx="3"/>
          </p:nvPr>
        </p:nvSpPr>
        <p:spPr>
          <a:xfrm>
            <a:off x="3856700" y="1988976"/>
            <a:ext cx="3407400" cy="64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5"/>
          <p:cNvSpPr txBox="1"/>
          <p:nvPr>
            <p:ph type="subTitle" idx="4"/>
          </p:nvPr>
        </p:nvSpPr>
        <p:spPr>
          <a:xfrm>
            <a:off x="3856700" y="3478226"/>
            <a:ext cx="3407400" cy="64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5"/>
          <p:cNvSpPr txBox="1"/>
          <p:nvPr>
            <p:ph type="sldNum" idx="12"/>
          </p:nvPr>
        </p:nvSpPr>
        <p:spPr>
          <a:xfrm>
            <a:off x="8472449" y="4607079"/>
            <a:ext cx="6714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  <p:sp>
        <p:nvSpPr>
          <p:cNvPr id="50" name="Google Shape;50;p5"/>
          <p:cNvSpPr/>
          <p:nvPr/>
        </p:nvSpPr>
        <p:spPr>
          <a:xfrm rot="10800000" flipH="1">
            <a:off x="201084" y="227507"/>
            <a:ext cx="811732" cy="728369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3137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1" name="Google Shape;51;p5"/>
          <p:cNvSpPr/>
          <p:nvPr/>
        </p:nvSpPr>
        <p:spPr>
          <a:xfrm>
            <a:off x="8335025" y="-676899"/>
            <a:ext cx="1323300" cy="1323300"/>
          </a:xfrm>
          <a:prstGeom prst="donut">
            <a:avLst>
              <a:gd name="adj" fmla="val 815"/>
            </a:avLst>
          </a:prstGeom>
          <a:gradFill>
            <a:gsLst>
              <a:gs pos="0">
                <a:schemeClr val="dk1"/>
              </a:gs>
              <a:gs pos="19000">
                <a:schemeClr val="lt1"/>
              </a:gs>
              <a:gs pos="39000">
                <a:schemeClr val="dk1"/>
              </a:gs>
              <a:gs pos="58000">
                <a:schemeClr val="lt1"/>
              </a:gs>
              <a:gs pos="78000">
                <a:schemeClr val="dk1"/>
              </a:gs>
              <a:gs pos="100000">
                <a:schemeClr val="lt1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2" name="Google Shape;52;p5"/>
          <p:cNvSpPr/>
          <p:nvPr/>
        </p:nvSpPr>
        <p:spPr>
          <a:xfrm flipH="1">
            <a:off x="-381906" y="3625714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3137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3" name="Google Shape;53;p5"/>
          <p:cNvSpPr/>
          <p:nvPr/>
        </p:nvSpPr>
        <p:spPr>
          <a:xfrm>
            <a:off x="939953" y="484497"/>
            <a:ext cx="1323290" cy="11877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0784"/>
                  <a:alpha val="40780"/>
                </a:srgbClr>
              </a:gs>
              <a:gs pos="100000">
                <a:srgbClr val="00216E">
                  <a:alpha val="39607"/>
                  <a:alpha val="40780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Title only">
  <p:cSld name="TITLE_ONLY">
    <p:bg>
      <p:bgPr>
        <a:gradFill>
          <a:gsLst>
            <a:gs pos="0">
              <a:srgbClr val="E20030"/>
            </a:gs>
            <a:gs pos="100000">
              <a:srgbClr val="00216E"/>
            </a:gs>
          </a:gsLst>
          <a:lin ang="5400700" scaled="0"/>
        </a:gradFill>
        <a:effectLst/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oogle Shape;55;p6"/>
          <p:cNvGrpSpPr/>
          <p:nvPr/>
        </p:nvGrpSpPr>
        <p:grpSpPr>
          <a:xfrm flipH="1">
            <a:off x="2599393" y="-142050"/>
            <a:ext cx="6544456" cy="5427560"/>
            <a:chOff x="577950" y="-142050"/>
            <a:chExt cx="6544456" cy="5427560"/>
          </a:xfrm>
        </p:grpSpPr>
        <p:sp>
          <p:nvSpPr>
            <p:cNvPr id="56" name="Google Shape;56;p6"/>
            <p:cNvSpPr/>
            <p:nvPr/>
          </p:nvSpPr>
          <p:spPr>
            <a:xfrm flipH="1">
              <a:off x="577950" y="-142050"/>
              <a:ext cx="6046877" cy="5427560"/>
            </a:xfrm>
            <a:custGeom>
              <a:avLst/>
              <a:gdLst/>
              <a:ahLst/>
              <a:cxnLst/>
              <a:rect l="l" t="t" r="r" b="b"/>
              <a:pathLst>
                <a:path w="100899" h="90565" extrusionOk="0">
                  <a:moveTo>
                    <a:pt x="33510" y="0"/>
                  </a:moveTo>
                  <a:cubicBezTo>
                    <a:pt x="27859" y="0"/>
                    <a:pt x="22589" y="3041"/>
                    <a:pt x="19760" y="7940"/>
                  </a:cubicBezTo>
                  <a:lnTo>
                    <a:pt x="2824" y="37270"/>
                  </a:lnTo>
                  <a:cubicBezTo>
                    <a:pt x="1" y="42169"/>
                    <a:pt x="1" y="48257"/>
                    <a:pt x="2829" y="53155"/>
                  </a:cubicBezTo>
                  <a:cubicBezTo>
                    <a:pt x="7134" y="60354"/>
                    <a:pt x="10378" y="66189"/>
                    <a:pt x="12989" y="70880"/>
                  </a:cubicBezTo>
                  <a:cubicBezTo>
                    <a:pt x="22767" y="88470"/>
                    <a:pt x="23935" y="90565"/>
                    <a:pt x="39673" y="90565"/>
                  </a:cubicBezTo>
                  <a:cubicBezTo>
                    <a:pt x="41813" y="90565"/>
                    <a:pt x="44215" y="90530"/>
                    <a:pt x="46944" y="90485"/>
                  </a:cubicBezTo>
                  <a:cubicBezTo>
                    <a:pt x="50467" y="90426"/>
                    <a:pt x="54554" y="90360"/>
                    <a:pt x="59316" y="90360"/>
                  </a:cubicBezTo>
                  <a:cubicBezTo>
                    <a:pt x="61812" y="90360"/>
                    <a:pt x="64494" y="90378"/>
                    <a:pt x="67378" y="90425"/>
                  </a:cubicBezTo>
                  <a:cubicBezTo>
                    <a:pt x="73039" y="90425"/>
                    <a:pt x="78304" y="87380"/>
                    <a:pt x="81134" y="82480"/>
                  </a:cubicBezTo>
                  <a:lnTo>
                    <a:pt x="98069" y="53155"/>
                  </a:lnTo>
                  <a:cubicBezTo>
                    <a:pt x="100898" y="48257"/>
                    <a:pt x="100898" y="42169"/>
                    <a:pt x="98069" y="37270"/>
                  </a:cubicBezTo>
                  <a:lnTo>
                    <a:pt x="81134" y="7940"/>
                  </a:lnTo>
                  <a:cubicBezTo>
                    <a:pt x="78304" y="3041"/>
                    <a:pt x="73034" y="0"/>
                    <a:pt x="67378" y="0"/>
                  </a:cubicBezTo>
                  <a:close/>
                </a:path>
              </a:pathLst>
            </a:custGeom>
            <a:solidFill>
              <a:srgbClr val="E20030">
                <a:alpha val="4078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7" name="Google Shape;57;p6"/>
            <p:cNvSpPr/>
            <p:nvPr/>
          </p:nvSpPr>
          <p:spPr>
            <a:xfrm flipH="1">
              <a:off x="1075529" y="-142050"/>
              <a:ext cx="6046877" cy="5427560"/>
            </a:xfrm>
            <a:custGeom>
              <a:avLst/>
              <a:gdLst/>
              <a:ahLst/>
              <a:cxnLst/>
              <a:rect l="l" t="t" r="r" b="b"/>
              <a:pathLst>
                <a:path w="100899" h="90565" extrusionOk="0">
                  <a:moveTo>
                    <a:pt x="33510" y="0"/>
                  </a:moveTo>
                  <a:cubicBezTo>
                    <a:pt x="27859" y="0"/>
                    <a:pt x="22589" y="3041"/>
                    <a:pt x="19760" y="7940"/>
                  </a:cubicBezTo>
                  <a:lnTo>
                    <a:pt x="2824" y="37270"/>
                  </a:lnTo>
                  <a:cubicBezTo>
                    <a:pt x="1" y="42169"/>
                    <a:pt x="1" y="48257"/>
                    <a:pt x="2829" y="53155"/>
                  </a:cubicBezTo>
                  <a:cubicBezTo>
                    <a:pt x="7134" y="60354"/>
                    <a:pt x="10378" y="66189"/>
                    <a:pt x="12989" y="70880"/>
                  </a:cubicBezTo>
                  <a:cubicBezTo>
                    <a:pt x="22767" y="88470"/>
                    <a:pt x="23935" y="90565"/>
                    <a:pt x="39673" y="90565"/>
                  </a:cubicBezTo>
                  <a:cubicBezTo>
                    <a:pt x="41813" y="90565"/>
                    <a:pt x="44215" y="90530"/>
                    <a:pt x="46944" y="90485"/>
                  </a:cubicBezTo>
                  <a:cubicBezTo>
                    <a:pt x="50467" y="90426"/>
                    <a:pt x="54554" y="90360"/>
                    <a:pt x="59316" y="90360"/>
                  </a:cubicBezTo>
                  <a:cubicBezTo>
                    <a:pt x="61812" y="90360"/>
                    <a:pt x="64494" y="90378"/>
                    <a:pt x="67378" y="90425"/>
                  </a:cubicBezTo>
                  <a:cubicBezTo>
                    <a:pt x="73039" y="90425"/>
                    <a:pt x="78304" y="87380"/>
                    <a:pt x="81134" y="82480"/>
                  </a:cubicBezTo>
                  <a:lnTo>
                    <a:pt x="98069" y="53155"/>
                  </a:lnTo>
                  <a:cubicBezTo>
                    <a:pt x="100898" y="48257"/>
                    <a:pt x="100898" y="42169"/>
                    <a:pt x="98069" y="37270"/>
                  </a:cubicBezTo>
                  <a:lnTo>
                    <a:pt x="81134" y="7940"/>
                  </a:lnTo>
                  <a:cubicBezTo>
                    <a:pt x="78304" y="3041"/>
                    <a:pt x="73034" y="0"/>
                    <a:pt x="67378" y="0"/>
                  </a:cubicBezTo>
                  <a:close/>
                </a:path>
              </a:pathLst>
            </a:custGeom>
            <a:solidFill>
              <a:srgbClr val="E20030">
                <a:alpha val="4078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58" name="Google Shape;58;p6"/>
          <p:cNvSpPr/>
          <p:nvPr/>
        </p:nvSpPr>
        <p:spPr>
          <a:xfrm flipH="1">
            <a:off x="-1731700" y="-141987"/>
            <a:ext cx="9860179" cy="5427467"/>
          </a:xfrm>
          <a:custGeom>
            <a:avLst/>
            <a:gdLst/>
            <a:ahLst/>
            <a:cxnLst/>
            <a:rect l="l" t="t" r="r" b="b"/>
            <a:pathLst>
              <a:path w="164542" h="90571" extrusionOk="0">
                <a:moveTo>
                  <a:pt x="33516" y="0"/>
                </a:moveTo>
                <a:cubicBezTo>
                  <a:pt x="27865" y="0"/>
                  <a:pt x="22595" y="3043"/>
                  <a:pt x="19765" y="7942"/>
                </a:cubicBezTo>
                <a:lnTo>
                  <a:pt x="2830" y="37270"/>
                </a:lnTo>
                <a:cubicBezTo>
                  <a:pt x="1" y="42170"/>
                  <a:pt x="1" y="48258"/>
                  <a:pt x="2835" y="53162"/>
                </a:cubicBezTo>
                <a:cubicBezTo>
                  <a:pt x="7140" y="60354"/>
                  <a:pt x="10384" y="66189"/>
                  <a:pt x="12995" y="70880"/>
                </a:cubicBezTo>
                <a:cubicBezTo>
                  <a:pt x="22773" y="88470"/>
                  <a:pt x="23941" y="90571"/>
                  <a:pt x="39678" y="90571"/>
                </a:cubicBezTo>
                <a:cubicBezTo>
                  <a:pt x="41818" y="90571"/>
                  <a:pt x="107858" y="90530"/>
                  <a:pt x="110587" y="90486"/>
                </a:cubicBezTo>
                <a:cubicBezTo>
                  <a:pt x="114137" y="90430"/>
                  <a:pt x="118258" y="90364"/>
                  <a:pt x="123067" y="90364"/>
                </a:cubicBezTo>
                <a:cubicBezTo>
                  <a:pt x="125532" y="90364"/>
                  <a:pt x="128179" y="90381"/>
                  <a:pt x="131021" y="90427"/>
                </a:cubicBezTo>
                <a:cubicBezTo>
                  <a:pt x="136682" y="90427"/>
                  <a:pt x="141947" y="87380"/>
                  <a:pt x="144777" y="82487"/>
                </a:cubicBezTo>
                <a:lnTo>
                  <a:pt x="161712" y="53157"/>
                </a:lnTo>
                <a:cubicBezTo>
                  <a:pt x="164541" y="48258"/>
                  <a:pt x="164541" y="42170"/>
                  <a:pt x="161712" y="37270"/>
                </a:cubicBezTo>
                <a:lnTo>
                  <a:pt x="144777" y="7942"/>
                </a:lnTo>
                <a:cubicBezTo>
                  <a:pt x="141947" y="3043"/>
                  <a:pt x="136677" y="0"/>
                  <a:pt x="131021" y="0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chemeClr val="dk2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9" name="Google Shape;59;p6"/>
          <p:cNvSpPr/>
          <p:nvPr/>
        </p:nvSpPr>
        <p:spPr>
          <a:xfrm>
            <a:off x="7874850" y="4607076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0" name="Google Shape;60;p6"/>
          <p:cNvSpPr txBox="1"/>
          <p:nvPr>
            <p:ph type="title"/>
          </p:nvPr>
        </p:nvSpPr>
        <p:spPr>
          <a:xfrm>
            <a:off x="713225" y="539500"/>
            <a:ext cx="7717500" cy="53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1" name="Google Shape;61;p6"/>
          <p:cNvSpPr txBox="1"/>
          <p:nvPr>
            <p:ph type="sldNum" idx="12"/>
          </p:nvPr>
        </p:nvSpPr>
        <p:spPr>
          <a:xfrm>
            <a:off x="8472449" y="4607079"/>
            <a:ext cx="6714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  <p:sp>
        <p:nvSpPr>
          <p:cNvPr id="62" name="Google Shape;62;p6"/>
          <p:cNvSpPr/>
          <p:nvPr/>
        </p:nvSpPr>
        <p:spPr>
          <a:xfrm>
            <a:off x="8179678" y="423797"/>
            <a:ext cx="1323290" cy="11877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0784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3" name="Google Shape;63;p6"/>
          <p:cNvSpPr/>
          <p:nvPr/>
        </p:nvSpPr>
        <p:spPr>
          <a:xfrm rot="10800000" flipH="1">
            <a:off x="7440809" y="166807"/>
            <a:ext cx="811732" cy="728369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3137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4" name="Google Shape;64;p6"/>
          <p:cNvSpPr/>
          <p:nvPr/>
        </p:nvSpPr>
        <p:spPr>
          <a:xfrm>
            <a:off x="-439011" y="4429300"/>
            <a:ext cx="1323300" cy="1323300"/>
          </a:xfrm>
          <a:prstGeom prst="donut">
            <a:avLst>
              <a:gd name="adj" fmla="val 1419"/>
            </a:avLst>
          </a:prstGeom>
          <a:gradFill>
            <a:gsLst>
              <a:gs pos="0">
                <a:schemeClr val="dk1"/>
              </a:gs>
              <a:gs pos="19000">
                <a:schemeClr val="lt1"/>
              </a:gs>
              <a:gs pos="39000">
                <a:schemeClr val="dk1"/>
              </a:gs>
              <a:gs pos="58000">
                <a:schemeClr val="lt1"/>
              </a:gs>
              <a:gs pos="78000">
                <a:schemeClr val="dk1"/>
              </a:gs>
              <a:gs pos="100000">
                <a:schemeClr val="lt1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5" name="Google Shape;65;p6"/>
          <p:cNvSpPr/>
          <p:nvPr/>
        </p:nvSpPr>
        <p:spPr>
          <a:xfrm>
            <a:off x="8062187" y="1722838"/>
            <a:ext cx="671483" cy="60271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3137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bg>
      <p:bgPr>
        <a:gradFill>
          <a:gsLst>
            <a:gs pos="0">
              <a:srgbClr val="E20030"/>
            </a:gs>
            <a:gs pos="100000">
              <a:srgbClr val="00216E"/>
            </a:gs>
          </a:gsLst>
          <a:lin ang="2700006" scaled="0"/>
        </a:gradFill>
        <a:effectLst/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7"/>
          <p:cNvSpPr/>
          <p:nvPr/>
        </p:nvSpPr>
        <p:spPr>
          <a:xfrm>
            <a:off x="2435722" y="-142025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solidFill>
            <a:srgbClr val="E20030">
              <a:alpha val="407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8" name="Google Shape;68;p7"/>
          <p:cNvSpPr/>
          <p:nvPr/>
        </p:nvSpPr>
        <p:spPr>
          <a:xfrm>
            <a:off x="1917918" y="-142025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solidFill>
            <a:srgbClr val="E20030">
              <a:alpha val="407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9" name="Google Shape;69;p7"/>
          <p:cNvSpPr/>
          <p:nvPr/>
        </p:nvSpPr>
        <p:spPr>
          <a:xfrm flipH="1">
            <a:off x="-2413175" y="-141987"/>
            <a:ext cx="9860179" cy="5427467"/>
          </a:xfrm>
          <a:custGeom>
            <a:avLst/>
            <a:gdLst/>
            <a:ahLst/>
            <a:cxnLst/>
            <a:rect l="l" t="t" r="r" b="b"/>
            <a:pathLst>
              <a:path w="164542" h="90571" extrusionOk="0">
                <a:moveTo>
                  <a:pt x="33516" y="0"/>
                </a:moveTo>
                <a:cubicBezTo>
                  <a:pt x="27865" y="0"/>
                  <a:pt x="22595" y="3043"/>
                  <a:pt x="19765" y="7942"/>
                </a:cubicBezTo>
                <a:lnTo>
                  <a:pt x="2830" y="37270"/>
                </a:lnTo>
                <a:cubicBezTo>
                  <a:pt x="1" y="42170"/>
                  <a:pt x="1" y="48258"/>
                  <a:pt x="2835" y="53162"/>
                </a:cubicBezTo>
                <a:cubicBezTo>
                  <a:pt x="7140" y="60354"/>
                  <a:pt x="10384" y="66189"/>
                  <a:pt x="12995" y="70880"/>
                </a:cubicBezTo>
                <a:cubicBezTo>
                  <a:pt x="22773" y="88470"/>
                  <a:pt x="23941" y="90571"/>
                  <a:pt x="39678" y="90571"/>
                </a:cubicBezTo>
                <a:cubicBezTo>
                  <a:pt x="41818" y="90571"/>
                  <a:pt x="107858" y="90530"/>
                  <a:pt x="110587" y="90486"/>
                </a:cubicBezTo>
                <a:cubicBezTo>
                  <a:pt x="114137" y="90430"/>
                  <a:pt x="118258" y="90364"/>
                  <a:pt x="123067" y="90364"/>
                </a:cubicBezTo>
                <a:cubicBezTo>
                  <a:pt x="125532" y="90364"/>
                  <a:pt x="128179" y="90381"/>
                  <a:pt x="131021" y="90427"/>
                </a:cubicBezTo>
                <a:cubicBezTo>
                  <a:pt x="136682" y="90427"/>
                  <a:pt x="141947" y="87380"/>
                  <a:pt x="144777" y="82487"/>
                </a:cubicBezTo>
                <a:lnTo>
                  <a:pt x="161712" y="53157"/>
                </a:lnTo>
                <a:cubicBezTo>
                  <a:pt x="164541" y="48258"/>
                  <a:pt x="164541" y="42170"/>
                  <a:pt x="161712" y="37270"/>
                </a:cubicBezTo>
                <a:lnTo>
                  <a:pt x="144777" y="7942"/>
                </a:lnTo>
                <a:cubicBezTo>
                  <a:pt x="141947" y="3043"/>
                  <a:pt x="136677" y="0"/>
                  <a:pt x="131021" y="0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chemeClr val="dk2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0" name="Google Shape;70;p7"/>
          <p:cNvSpPr/>
          <p:nvPr/>
        </p:nvSpPr>
        <p:spPr>
          <a:xfrm flipH="1">
            <a:off x="-164285" y="4291676"/>
            <a:ext cx="1389485" cy="1247616"/>
          </a:xfrm>
          <a:custGeom>
            <a:avLst/>
            <a:gdLst/>
            <a:ahLst/>
            <a:cxnLst/>
            <a:rect l="l" t="t" r="r" b="b"/>
            <a:pathLst>
              <a:path w="101552" h="91200" extrusionOk="0">
                <a:moveTo>
                  <a:pt x="67692" y="1316"/>
                </a:moveTo>
                <a:cubicBezTo>
                  <a:pt x="73007" y="1316"/>
                  <a:pt x="77954" y="4172"/>
                  <a:pt x="80612" y="8774"/>
                </a:cubicBezTo>
                <a:lnTo>
                  <a:pt x="97524" y="38071"/>
                </a:lnTo>
                <a:cubicBezTo>
                  <a:pt x="100182" y="42673"/>
                  <a:pt x="100182" y="48388"/>
                  <a:pt x="97524" y="52990"/>
                </a:cubicBezTo>
                <a:lnTo>
                  <a:pt x="80612" y="82284"/>
                </a:lnTo>
                <a:cubicBezTo>
                  <a:pt x="77954" y="86886"/>
                  <a:pt x="73007" y="89745"/>
                  <a:pt x="67697" y="89745"/>
                </a:cubicBezTo>
                <a:cubicBezTo>
                  <a:pt x="64882" y="89699"/>
                  <a:pt x="62259" y="89681"/>
                  <a:pt x="59813" y="89681"/>
                </a:cubicBezTo>
                <a:cubicBezTo>
                  <a:pt x="55192" y="89681"/>
                  <a:pt x="51207" y="89745"/>
                  <a:pt x="47771" y="89800"/>
                </a:cubicBezTo>
                <a:lnTo>
                  <a:pt x="47241" y="89805"/>
                </a:lnTo>
                <a:cubicBezTo>
                  <a:pt x="44571" y="89847"/>
                  <a:pt x="42219" y="89885"/>
                  <a:pt x="40130" y="89885"/>
                </a:cubicBezTo>
                <a:cubicBezTo>
                  <a:pt x="33498" y="89885"/>
                  <a:pt x="29519" y="89506"/>
                  <a:pt x="26414" y="87711"/>
                </a:cubicBezTo>
                <a:cubicBezTo>
                  <a:pt x="22327" y="85351"/>
                  <a:pt x="19610" y="80457"/>
                  <a:pt x="14187" y="70715"/>
                </a:cubicBezTo>
                <a:lnTo>
                  <a:pt x="14163" y="70665"/>
                </a:lnTo>
                <a:cubicBezTo>
                  <a:pt x="11560" y="65984"/>
                  <a:pt x="8319" y="60160"/>
                  <a:pt x="4023" y="52985"/>
                </a:cubicBezTo>
                <a:cubicBezTo>
                  <a:pt x="1372" y="48384"/>
                  <a:pt x="1372" y="42668"/>
                  <a:pt x="4028" y="38071"/>
                </a:cubicBezTo>
                <a:lnTo>
                  <a:pt x="20941" y="8774"/>
                </a:lnTo>
                <a:cubicBezTo>
                  <a:pt x="23598" y="4172"/>
                  <a:pt x="28547" y="1316"/>
                  <a:pt x="33861" y="1316"/>
                </a:cubicBezTo>
                <a:close/>
                <a:moveTo>
                  <a:pt x="33861" y="0"/>
                </a:moveTo>
                <a:cubicBezTo>
                  <a:pt x="28081" y="0"/>
                  <a:pt x="22693" y="3108"/>
                  <a:pt x="19804" y="8115"/>
                </a:cubicBezTo>
                <a:lnTo>
                  <a:pt x="2886" y="37413"/>
                </a:lnTo>
                <a:cubicBezTo>
                  <a:pt x="0" y="42421"/>
                  <a:pt x="0" y="48640"/>
                  <a:pt x="2891" y="53648"/>
                </a:cubicBezTo>
                <a:lnTo>
                  <a:pt x="2895" y="53653"/>
                </a:lnTo>
                <a:cubicBezTo>
                  <a:pt x="7200" y="60853"/>
                  <a:pt x="10436" y="66672"/>
                  <a:pt x="13035" y="71348"/>
                </a:cubicBezTo>
                <a:lnTo>
                  <a:pt x="13039" y="71352"/>
                </a:lnTo>
                <a:cubicBezTo>
                  <a:pt x="17973" y="80225"/>
                  <a:pt x="20694" y="85114"/>
                  <a:pt x="24227" y="87880"/>
                </a:cubicBezTo>
                <a:cubicBezTo>
                  <a:pt x="25128" y="88583"/>
                  <a:pt x="26068" y="89136"/>
                  <a:pt x="27101" y="89581"/>
                </a:cubicBezTo>
                <a:cubicBezTo>
                  <a:pt x="28121" y="90017"/>
                  <a:pt x="29239" y="90349"/>
                  <a:pt x="30522" y="90591"/>
                </a:cubicBezTo>
                <a:cubicBezTo>
                  <a:pt x="32792" y="91027"/>
                  <a:pt x="35544" y="91200"/>
                  <a:pt x="40016" y="91200"/>
                </a:cubicBezTo>
                <a:cubicBezTo>
                  <a:pt x="42119" y="91200"/>
                  <a:pt x="44450" y="91166"/>
                  <a:pt x="47152" y="91120"/>
                </a:cubicBezTo>
                <a:lnTo>
                  <a:pt x="47379" y="91120"/>
                </a:lnTo>
                <a:cubicBezTo>
                  <a:pt x="50902" y="91061"/>
                  <a:pt x="54990" y="90997"/>
                  <a:pt x="59759" y="90997"/>
                </a:cubicBezTo>
                <a:cubicBezTo>
                  <a:pt x="62214" y="90997"/>
                  <a:pt x="64856" y="91012"/>
                  <a:pt x="67686" y="91061"/>
                </a:cubicBezTo>
                <a:lnTo>
                  <a:pt x="67692" y="91061"/>
                </a:lnTo>
                <a:cubicBezTo>
                  <a:pt x="73471" y="91061"/>
                  <a:pt x="78860" y="87948"/>
                  <a:pt x="81749" y="82942"/>
                </a:cubicBezTo>
                <a:lnTo>
                  <a:pt x="98663" y="53648"/>
                </a:lnTo>
                <a:cubicBezTo>
                  <a:pt x="101552" y="48640"/>
                  <a:pt x="101552" y="42421"/>
                  <a:pt x="98663" y="37413"/>
                </a:cubicBezTo>
                <a:lnTo>
                  <a:pt x="81749" y="8115"/>
                </a:lnTo>
                <a:cubicBezTo>
                  <a:pt x="78860" y="3108"/>
                  <a:pt x="73471" y="0"/>
                  <a:pt x="67692" y="0"/>
                </a:cubicBezTo>
                <a:close/>
              </a:path>
            </a:pathLst>
          </a:custGeom>
          <a:gradFill>
            <a:gsLst>
              <a:gs pos="0">
                <a:schemeClr val="dk1"/>
              </a:gs>
              <a:gs pos="19000">
                <a:schemeClr val="lt1"/>
              </a:gs>
              <a:gs pos="39000">
                <a:schemeClr val="dk1"/>
              </a:gs>
              <a:gs pos="58000">
                <a:schemeClr val="lt1"/>
              </a:gs>
              <a:gs pos="78000">
                <a:schemeClr val="dk1"/>
              </a:gs>
              <a:gs pos="100000">
                <a:schemeClr val="lt1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1" name="Google Shape;71;p7"/>
          <p:cNvSpPr/>
          <p:nvPr/>
        </p:nvSpPr>
        <p:spPr>
          <a:xfrm>
            <a:off x="7874850" y="4607076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2" name="Google Shape;72;p7"/>
          <p:cNvSpPr txBox="1"/>
          <p:nvPr>
            <p:ph type="body" idx="1"/>
          </p:nvPr>
        </p:nvSpPr>
        <p:spPr>
          <a:xfrm>
            <a:off x="713225" y="1472000"/>
            <a:ext cx="4837800" cy="249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3" name="Google Shape;73;p7"/>
          <p:cNvSpPr txBox="1"/>
          <p:nvPr>
            <p:ph type="sldNum" idx="12"/>
          </p:nvPr>
        </p:nvSpPr>
        <p:spPr>
          <a:xfrm>
            <a:off x="8472449" y="4607079"/>
            <a:ext cx="6714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  <p:sp>
        <p:nvSpPr>
          <p:cNvPr id="74" name="Google Shape;74;p7"/>
          <p:cNvSpPr txBox="1"/>
          <p:nvPr>
            <p:ph type="title"/>
          </p:nvPr>
        </p:nvSpPr>
        <p:spPr>
          <a:xfrm>
            <a:off x="713225" y="539500"/>
            <a:ext cx="7717500" cy="53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75" name="Google Shape;75;p7"/>
          <p:cNvSpPr/>
          <p:nvPr/>
        </p:nvSpPr>
        <p:spPr>
          <a:xfrm>
            <a:off x="6925856" y="277075"/>
            <a:ext cx="2053042" cy="1842545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00216E">
                  <a:alpha val="21568"/>
                </a:srgbClr>
              </a:gs>
              <a:gs pos="100000">
                <a:srgbClr val="E20030">
                  <a:alpha val="23137"/>
                </a:srgbClr>
              </a:gs>
            </a:gsLst>
            <a:lin ang="54007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gradFill>
          <a:gsLst>
            <a:gs pos="0">
              <a:srgbClr val="E20030"/>
            </a:gs>
            <a:gs pos="100000">
              <a:srgbClr val="00216E"/>
            </a:gs>
          </a:gsLst>
          <a:lin ang="13500032" scaled="0"/>
        </a:gradFill>
        <a:effectLst/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Google Shape;77;p8"/>
          <p:cNvGrpSpPr/>
          <p:nvPr/>
        </p:nvGrpSpPr>
        <p:grpSpPr>
          <a:xfrm flipH="1">
            <a:off x="564610" y="-142025"/>
            <a:ext cx="6563681" cy="5427560"/>
            <a:chOff x="1727035" y="-142050"/>
            <a:chExt cx="6563681" cy="5427560"/>
          </a:xfrm>
        </p:grpSpPr>
        <p:sp>
          <p:nvSpPr>
            <p:cNvPr id="78" name="Google Shape;78;p8"/>
            <p:cNvSpPr/>
            <p:nvPr/>
          </p:nvSpPr>
          <p:spPr>
            <a:xfrm>
              <a:off x="2243839" y="-142050"/>
              <a:ext cx="6046877" cy="5427560"/>
            </a:xfrm>
            <a:custGeom>
              <a:avLst/>
              <a:gdLst/>
              <a:ahLst/>
              <a:cxnLst/>
              <a:rect l="l" t="t" r="r" b="b"/>
              <a:pathLst>
                <a:path w="100899" h="90565" extrusionOk="0">
                  <a:moveTo>
                    <a:pt x="33510" y="0"/>
                  </a:moveTo>
                  <a:cubicBezTo>
                    <a:pt x="27859" y="0"/>
                    <a:pt x="22589" y="3041"/>
                    <a:pt x="19760" y="7940"/>
                  </a:cubicBezTo>
                  <a:lnTo>
                    <a:pt x="2824" y="37270"/>
                  </a:lnTo>
                  <a:cubicBezTo>
                    <a:pt x="1" y="42169"/>
                    <a:pt x="1" y="48257"/>
                    <a:pt x="2829" y="53155"/>
                  </a:cubicBezTo>
                  <a:cubicBezTo>
                    <a:pt x="7134" y="60354"/>
                    <a:pt x="10378" y="66189"/>
                    <a:pt x="12989" y="70880"/>
                  </a:cubicBezTo>
                  <a:cubicBezTo>
                    <a:pt x="22767" y="88470"/>
                    <a:pt x="23935" y="90565"/>
                    <a:pt x="39673" y="90565"/>
                  </a:cubicBezTo>
                  <a:cubicBezTo>
                    <a:pt x="41813" y="90565"/>
                    <a:pt x="44215" y="90530"/>
                    <a:pt x="46944" y="90485"/>
                  </a:cubicBezTo>
                  <a:cubicBezTo>
                    <a:pt x="50467" y="90426"/>
                    <a:pt x="54554" y="90360"/>
                    <a:pt x="59316" y="90360"/>
                  </a:cubicBezTo>
                  <a:cubicBezTo>
                    <a:pt x="61812" y="90360"/>
                    <a:pt x="64494" y="90378"/>
                    <a:pt x="67378" y="90425"/>
                  </a:cubicBezTo>
                  <a:cubicBezTo>
                    <a:pt x="73039" y="90425"/>
                    <a:pt x="78304" y="87380"/>
                    <a:pt x="81134" y="82480"/>
                  </a:cubicBezTo>
                  <a:lnTo>
                    <a:pt x="98069" y="53155"/>
                  </a:lnTo>
                  <a:cubicBezTo>
                    <a:pt x="100898" y="48257"/>
                    <a:pt x="100898" y="42169"/>
                    <a:pt x="98069" y="37270"/>
                  </a:cubicBezTo>
                  <a:lnTo>
                    <a:pt x="81134" y="7940"/>
                  </a:lnTo>
                  <a:cubicBezTo>
                    <a:pt x="78304" y="3041"/>
                    <a:pt x="73034" y="0"/>
                    <a:pt x="67378" y="0"/>
                  </a:cubicBezTo>
                  <a:close/>
                </a:path>
              </a:pathLst>
            </a:custGeom>
            <a:solidFill>
              <a:srgbClr val="E20030">
                <a:alpha val="4078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9" name="Google Shape;79;p8"/>
            <p:cNvSpPr/>
            <p:nvPr/>
          </p:nvSpPr>
          <p:spPr>
            <a:xfrm>
              <a:off x="1727035" y="-142050"/>
              <a:ext cx="6046877" cy="5427560"/>
            </a:xfrm>
            <a:custGeom>
              <a:avLst/>
              <a:gdLst/>
              <a:ahLst/>
              <a:cxnLst/>
              <a:rect l="l" t="t" r="r" b="b"/>
              <a:pathLst>
                <a:path w="100899" h="90565" extrusionOk="0">
                  <a:moveTo>
                    <a:pt x="33510" y="0"/>
                  </a:moveTo>
                  <a:cubicBezTo>
                    <a:pt x="27859" y="0"/>
                    <a:pt x="22589" y="3041"/>
                    <a:pt x="19760" y="7940"/>
                  </a:cubicBezTo>
                  <a:lnTo>
                    <a:pt x="2824" y="37270"/>
                  </a:lnTo>
                  <a:cubicBezTo>
                    <a:pt x="1" y="42169"/>
                    <a:pt x="1" y="48257"/>
                    <a:pt x="2829" y="53155"/>
                  </a:cubicBezTo>
                  <a:cubicBezTo>
                    <a:pt x="7134" y="60354"/>
                    <a:pt x="10378" y="66189"/>
                    <a:pt x="12989" y="70880"/>
                  </a:cubicBezTo>
                  <a:cubicBezTo>
                    <a:pt x="22767" y="88470"/>
                    <a:pt x="23935" y="90565"/>
                    <a:pt x="39673" y="90565"/>
                  </a:cubicBezTo>
                  <a:cubicBezTo>
                    <a:pt x="41813" y="90565"/>
                    <a:pt x="44215" y="90530"/>
                    <a:pt x="46944" y="90485"/>
                  </a:cubicBezTo>
                  <a:cubicBezTo>
                    <a:pt x="50467" y="90426"/>
                    <a:pt x="54554" y="90360"/>
                    <a:pt x="59316" y="90360"/>
                  </a:cubicBezTo>
                  <a:cubicBezTo>
                    <a:pt x="61812" y="90360"/>
                    <a:pt x="64494" y="90378"/>
                    <a:pt x="67378" y="90425"/>
                  </a:cubicBezTo>
                  <a:cubicBezTo>
                    <a:pt x="73039" y="90425"/>
                    <a:pt x="78304" y="87380"/>
                    <a:pt x="81134" y="82480"/>
                  </a:cubicBezTo>
                  <a:lnTo>
                    <a:pt x="98069" y="53155"/>
                  </a:lnTo>
                  <a:cubicBezTo>
                    <a:pt x="100898" y="48257"/>
                    <a:pt x="100898" y="42169"/>
                    <a:pt x="98069" y="37270"/>
                  </a:cubicBezTo>
                  <a:lnTo>
                    <a:pt x="81134" y="7940"/>
                  </a:lnTo>
                  <a:cubicBezTo>
                    <a:pt x="78304" y="3041"/>
                    <a:pt x="73034" y="0"/>
                    <a:pt x="67378" y="0"/>
                  </a:cubicBezTo>
                  <a:close/>
                </a:path>
              </a:pathLst>
            </a:custGeom>
            <a:solidFill>
              <a:srgbClr val="E20030">
                <a:alpha val="4078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80" name="Google Shape;80;p8"/>
          <p:cNvSpPr/>
          <p:nvPr/>
        </p:nvSpPr>
        <p:spPr>
          <a:xfrm>
            <a:off x="1600200" y="-142050"/>
            <a:ext cx="9860179" cy="5427467"/>
          </a:xfrm>
          <a:custGeom>
            <a:avLst/>
            <a:gdLst/>
            <a:ahLst/>
            <a:cxnLst/>
            <a:rect l="l" t="t" r="r" b="b"/>
            <a:pathLst>
              <a:path w="164542" h="90571" extrusionOk="0">
                <a:moveTo>
                  <a:pt x="33516" y="0"/>
                </a:moveTo>
                <a:cubicBezTo>
                  <a:pt x="27865" y="0"/>
                  <a:pt x="22595" y="3043"/>
                  <a:pt x="19765" y="7942"/>
                </a:cubicBezTo>
                <a:lnTo>
                  <a:pt x="2830" y="37270"/>
                </a:lnTo>
                <a:cubicBezTo>
                  <a:pt x="1" y="42170"/>
                  <a:pt x="1" y="48258"/>
                  <a:pt x="2835" y="53162"/>
                </a:cubicBezTo>
                <a:cubicBezTo>
                  <a:pt x="7140" y="60354"/>
                  <a:pt x="10384" y="66189"/>
                  <a:pt x="12995" y="70880"/>
                </a:cubicBezTo>
                <a:cubicBezTo>
                  <a:pt x="22773" y="88470"/>
                  <a:pt x="23941" y="90571"/>
                  <a:pt x="39678" y="90571"/>
                </a:cubicBezTo>
                <a:cubicBezTo>
                  <a:pt x="41818" y="90571"/>
                  <a:pt x="107858" y="90530"/>
                  <a:pt x="110587" y="90486"/>
                </a:cubicBezTo>
                <a:cubicBezTo>
                  <a:pt x="114137" y="90430"/>
                  <a:pt x="118258" y="90364"/>
                  <a:pt x="123067" y="90364"/>
                </a:cubicBezTo>
                <a:cubicBezTo>
                  <a:pt x="125532" y="90364"/>
                  <a:pt x="128179" y="90381"/>
                  <a:pt x="131021" y="90427"/>
                </a:cubicBezTo>
                <a:cubicBezTo>
                  <a:pt x="136682" y="90427"/>
                  <a:pt x="141947" y="87380"/>
                  <a:pt x="144777" y="82487"/>
                </a:cubicBezTo>
                <a:lnTo>
                  <a:pt x="161712" y="53157"/>
                </a:lnTo>
                <a:cubicBezTo>
                  <a:pt x="164541" y="48258"/>
                  <a:pt x="164541" y="42170"/>
                  <a:pt x="161712" y="37270"/>
                </a:cubicBezTo>
                <a:lnTo>
                  <a:pt x="144777" y="7942"/>
                </a:lnTo>
                <a:cubicBezTo>
                  <a:pt x="141947" y="3043"/>
                  <a:pt x="136677" y="0"/>
                  <a:pt x="131021" y="0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chemeClr val="dk2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1" name="Google Shape;81;p8"/>
          <p:cNvSpPr txBox="1"/>
          <p:nvPr>
            <p:ph type="title"/>
          </p:nvPr>
        </p:nvSpPr>
        <p:spPr>
          <a:xfrm>
            <a:off x="2382325" y="1331550"/>
            <a:ext cx="6048600" cy="248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7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82" name="Google Shape;82;p8"/>
          <p:cNvSpPr/>
          <p:nvPr/>
        </p:nvSpPr>
        <p:spPr>
          <a:xfrm flipH="1">
            <a:off x="200919" y="337371"/>
            <a:ext cx="1024629" cy="919688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17254"/>
                </a:srgbClr>
              </a:gs>
              <a:gs pos="48000">
                <a:srgbClr val="E20030">
                  <a:alpha val="12156"/>
                </a:srgbClr>
              </a:gs>
              <a:gs pos="100000">
                <a:srgbClr val="E20030">
                  <a:alpha val="40784"/>
                </a:srgbClr>
              </a:gs>
            </a:gsLst>
            <a:lin ang="54007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3" name="Google Shape;83;p8"/>
          <p:cNvSpPr/>
          <p:nvPr/>
        </p:nvSpPr>
        <p:spPr>
          <a:xfrm flipH="1">
            <a:off x="-633353" y="3748900"/>
            <a:ext cx="1714779" cy="1538926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3137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4" name="Google Shape;84;p8"/>
          <p:cNvSpPr/>
          <p:nvPr/>
        </p:nvSpPr>
        <p:spPr>
          <a:xfrm flipH="1">
            <a:off x="713233" y="-849787"/>
            <a:ext cx="2053042" cy="1842545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17254"/>
                </a:srgbClr>
              </a:gs>
              <a:gs pos="100000">
                <a:srgbClr val="E20030">
                  <a:alpha val="40784"/>
                </a:srgbClr>
              </a:gs>
            </a:gsLst>
            <a:lin ang="54007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5" name="Google Shape;85;p8"/>
          <p:cNvSpPr/>
          <p:nvPr/>
        </p:nvSpPr>
        <p:spPr>
          <a:xfrm>
            <a:off x="7775507" y="-697977"/>
            <a:ext cx="1714779" cy="1538926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6" name="Google Shape;86;p8"/>
          <p:cNvSpPr/>
          <p:nvPr/>
        </p:nvSpPr>
        <p:spPr>
          <a:xfrm>
            <a:off x="4872025" y="4256762"/>
            <a:ext cx="1452900" cy="1452900"/>
          </a:xfrm>
          <a:prstGeom prst="donut">
            <a:avLst>
              <a:gd name="adj" fmla="val 1199"/>
            </a:avLst>
          </a:prstGeom>
          <a:gradFill>
            <a:gsLst>
              <a:gs pos="0">
                <a:schemeClr val="dk1"/>
              </a:gs>
              <a:gs pos="19000">
                <a:schemeClr val="lt1"/>
              </a:gs>
              <a:gs pos="39000">
                <a:schemeClr val="dk1"/>
              </a:gs>
              <a:gs pos="58000">
                <a:schemeClr val="lt1"/>
              </a:gs>
              <a:gs pos="78000">
                <a:schemeClr val="dk1"/>
              </a:gs>
              <a:gs pos="100000">
                <a:schemeClr val="lt1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bg>
      <p:bgPr>
        <a:gradFill>
          <a:gsLst>
            <a:gs pos="0">
              <a:srgbClr val="E20030"/>
            </a:gs>
            <a:gs pos="100000">
              <a:srgbClr val="00216E"/>
            </a:gs>
          </a:gsLst>
          <a:lin ang="2698631" scaled="0"/>
        </a:gradFill>
        <a:effectLst/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oogle Shape;88;p9"/>
          <p:cNvGrpSpPr/>
          <p:nvPr/>
        </p:nvGrpSpPr>
        <p:grpSpPr>
          <a:xfrm>
            <a:off x="2014734" y="-142025"/>
            <a:ext cx="6564656" cy="5427560"/>
            <a:chOff x="1724085" y="-142050"/>
            <a:chExt cx="6564656" cy="5427560"/>
          </a:xfrm>
        </p:grpSpPr>
        <p:sp>
          <p:nvSpPr>
            <p:cNvPr id="89" name="Google Shape;89;p9"/>
            <p:cNvSpPr/>
            <p:nvPr/>
          </p:nvSpPr>
          <p:spPr>
            <a:xfrm>
              <a:off x="2241864" y="-142050"/>
              <a:ext cx="6046877" cy="5427560"/>
            </a:xfrm>
            <a:custGeom>
              <a:avLst/>
              <a:gdLst/>
              <a:ahLst/>
              <a:cxnLst/>
              <a:rect l="l" t="t" r="r" b="b"/>
              <a:pathLst>
                <a:path w="100899" h="90565" extrusionOk="0">
                  <a:moveTo>
                    <a:pt x="33510" y="0"/>
                  </a:moveTo>
                  <a:cubicBezTo>
                    <a:pt x="27859" y="0"/>
                    <a:pt x="22589" y="3041"/>
                    <a:pt x="19760" y="7940"/>
                  </a:cubicBezTo>
                  <a:lnTo>
                    <a:pt x="2824" y="37270"/>
                  </a:lnTo>
                  <a:cubicBezTo>
                    <a:pt x="1" y="42169"/>
                    <a:pt x="1" y="48257"/>
                    <a:pt x="2829" y="53155"/>
                  </a:cubicBezTo>
                  <a:cubicBezTo>
                    <a:pt x="7134" y="60354"/>
                    <a:pt x="10378" y="66189"/>
                    <a:pt x="12989" y="70880"/>
                  </a:cubicBezTo>
                  <a:cubicBezTo>
                    <a:pt x="22767" y="88470"/>
                    <a:pt x="23935" y="90565"/>
                    <a:pt x="39673" y="90565"/>
                  </a:cubicBezTo>
                  <a:cubicBezTo>
                    <a:pt x="41813" y="90565"/>
                    <a:pt x="44215" y="90530"/>
                    <a:pt x="46944" y="90485"/>
                  </a:cubicBezTo>
                  <a:cubicBezTo>
                    <a:pt x="50467" y="90426"/>
                    <a:pt x="54554" y="90360"/>
                    <a:pt x="59316" y="90360"/>
                  </a:cubicBezTo>
                  <a:cubicBezTo>
                    <a:pt x="61812" y="90360"/>
                    <a:pt x="64494" y="90378"/>
                    <a:pt x="67378" y="90425"/>
                  </a:cubicBezTo>
                  <a:cubicBezTo>
                    <a:pt x="73039" y="90425"/>
                    <a:pt x="78304" y="87380"/>
                    <a:pt x="81134" y="82480"/>
                  </a:cubicBezTo>
                  <a:lnTo>
                    <a:pt x="98069" y="53155"/>
                  </a:lnTo>
                  <a:cubicBezTo>
                    <a:pt x="100898" y="48257"/>
                    <a:pt x="100898" y="42169"/>
                    <a:pt x="98069" y="37270"/>
                  </a:cubicBezTo>
                  <a:lnTo>
                    <a:pt x="81134" y="7940"/>
                  </a:lnTo>
                  <a:cubicBezTo>
                    <a:pt x="78304" y="3041"/>
                    <a:pt x="73034" y="0"/>
                    <a:pt x="67378" y="0"/>
                  </a:cubicBezTo>
                  <a:close/>
                </a:path>
              </a:pathLst>
            </a:custGeom>
            <a:solidFill>
              <a:srgbClr val="E20030">
                <a:alpha val="4078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90" name="Google Shape;90;p9"/>
            <p:cNvSpPr/>
            <p:nvPr/>
          </p:nvSpPr>
          <p:spPr>
            <a:xfrm>
              <a:off x="1724085" y="-142050"/>
              <a:ext cx="6046877" cy="5427560"/>
            </a:xfrm>
            <a:custGeom>
              <a:avLst/>
              <a:gdLst/>
              <a:ahLst/>
              <a:cxnLst/>
              <a:rect l="l" t="t" r="r" b="b"/>
              <a:pathLst>
                <a:path w="100899" h="90565" extrusionOk="0">
                  <a:moveTo>
                    <a:pt x="33510" y="0"/>
                  </a:moveTo>
                  <a:cubicBezTo>
                    <a:pt x="27859" y="0"/>
                    <a:pt x="22589" y="3041"/>
                    <a:pt x="19760" y="7940"/>
                  </a:cubicBezTo>
                  <a:lnTo>
                    <a:pt x="2824" y="37270"/>
                  </a:lnTo>
                  <a:cubicBezTo>
                    <a:pt x="1" y="42169"/>
                    <a:pt x="1" y="48257"/>
                    <a:pt x="2829" y="53155"/>
                  </a:cubicBezTo>
                  <a:cubicBezTo>
                    <a:pt x="7134" y="60354"/>
                    <a:pt x="10378" y="66189"/>
                    <a:pt x="12989" y="70880"/>
                  </a:cubicBezTo>
                  <a:cubicBezTo>
                    <a:pt x="22767" y="88470"/>
                    <a:pt x="23935" y="90565"/>
                    <a:pt x="39673" y="90565"/>
                  </a:cubicBezTo>
                  <a:cubicBezTo>
                    <a:pt x="41813" y="90565"/>
                    <a:pt x="44215" y="90530"/>
                    <a:pt x="46944" y="90485"/>
                  </a:cubicBezTo>
                  <a:cubicBezTo>
                    <a:pt x="50467" y="90426"/>
                    <a:pt x="54554" y="90360"/>
                    <a:pt x="59316" y="90360"/>
                  </a:cubicBezTo>
                  <a:cubicBezTo>
                    <a:pt x="61812" y="90360"/>
                    <a:pt x="64494" y="90378"/>
                    <a:pt x="67378" y="90425"/>
                  </a:cubicBezTo>
                  <a:cubicBezTo>
                    <a:pt x="73039" y="90425"/>
                    <a:pt x="78304" y="87380"/>
                    <a:pt x="81134" y="82480"/>
                  </a:cubicBezTo>
                  <a:lnTo>
                    <a:pt x="98069" y="53155"/>
                  </a:lnTo>
                  <a:cubicBezTo>
                    <a:pt x="100898" y="48257"/>
                    <a:pt x="100898" y="42169"/>
                    <a:pt x="98069" y="37270"/>
                  </a:cubicBezTo>
                  <a:lnTo>
                    <a:pt x="81134" y="7940"/>
                  </a:lnTo>
                  <a:cubicBezTo>
                    <a:pt x="78304" y="3041"/>
                    <a:pt x="73034" y="0"/>
                    <a:pt x="67378" y="0"/>
                  </a:cubicBezTo>
                  <a:close/>
                </a:path>
              </a:pathLst>
            </a:custGeom>
            <a:solidFill>
              <a:srgbClr val="E20030">
                <a:alpha val="4078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91" name="Google Shape;91;p9"/>
          <p:cNvSpPr/>
          <p:nvPr/>
        </p:nvSpPr>
        <p:spPr>
          <a:xfrm>
            <a:off x="7874850" y="4607076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2" name="Google Shape;92;p9"/>
          <p:cNvSpPr/>
          <p:nvPr/>
        </p:nvSpPr>
        <p:spPr>
          <a:xfrm flipH="1">
            <a:off x="-2316375" y="-141987"/>
            <a:ext cx="9860179" cy="5427467"/>
          </a:xfrm>
          <a:custGeom>
            <a:avLst/>
            <a:gdLst/>
            <a:ahLst/>
            <a:cxnLst/>
            <a:rect l="l" t="t" r="r" b="b"/>
            <a:pathLst>
              <a:path w="164542" h="90571" extrusionOk="0">
                <a:moveTo>
                  <a:pt x="33516" y="0"/>
                </a:moveTo>
                <a:cubicBezTo>
                  <a:pt x="27865" y="0"/>
                  <a:pt x="22595" y="3043"/>
                  <a:pt x="19765" y="7942"/>
                </a:cubicBezTo>
                <a:lnTo>
                  <a:pt x="2830" y="37270"/>
                </a:lnTo>
                <a:cubicBezTo>
                  <a:pt x="1" y="42170"/>
                  <a:pt x="1" y="48258"/>
                  <a:pt x="2835" y="53162"/>
                </a:cubicBezTo>
                <a:cubicBezTo>
                  <a:pt x="7140" y="60354"/>
                  <a:pt x="10384" y="66189"/>
                  <a:pt x="12995" y="70880"/>
                </a:cubicBezTo>
                <a:cubicBezTo>
                  <a:pt x="22773" y="88470"/>
                  <a:pt x="23941" y="90571"/>
                  <a:pt x="39678" y="90571"/>
                </a:cubicBezTo>
                <a:cubicBezTo>
                  <a:pt x="41818" y="90571"/>
                  <a:pt x="107858" y="90530"/>
                  <a:pt x="110587" y="90486"/>
                </a:cubicBezTo>
                <a:cubicBezTo>
                  <a:pt x="114137" y="90430"/>
                  <a:pt x="118258" y="90364"/>
                  <a:pt x="123067" y="90364"/>
                </a:cubicBezTo>
                <a:cubicBezTo>
                  <a:pt x="125532" y="90364"/>
                  <a:pt x="128179" y="90381"/>
                  <a:pt x="131021" y="90427"/>
                </a:cubicBezTo>
                <a:cubicBezTo>
                  <a:pt x="136682" y="90427"/>
                  <a:pt x="141947" y="87380"/>
                  <a:pt x="144777" y="82487"/>
                </a:cubicBezTo>
                <a:lnTo>
                  <a:pt x="161712" y="53157"/>
                </a:lnTo>
                <a:cubicBezTo>
                  <a:pt x="164541" y="48258"/>
                  <a:pt x="164541" y="42170"/>
                  <a:pt x="161712" y="37270"/>
                </a:cubicBezTo>
                <a:lnTo>
                  <a:pt x="144777" y="7942"/>
                </a:lnTo>
                <a:cubicBezTo>
                  <a:pt x="141947" y="3043"/>
                  <a:pt x="136677" y="0"/>
                  <a:pt x="131021" y="0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chemeClr val="dk2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3" name="Google Shape;93;p9"/>
          <p:cNvSpPr txBox="1"/>
          <p:nvPr>
            <p:ph type="title"/>
          </p:nvPr>
        </p:nvSpPr>
        <p:spPr>
          <a:xfrm>
            <a:off x="713225" y="1407000"/>
            <a:ext cx="4746600" cy="778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94" name="Google Shape;94;p9"/>
          <p:cNvSpPr txBox="1"/>
          <p:nvPr>
            <p:ph type="subTitle" idx="1"/>
          </p:nvPr>
        </p:nvSpPr>
        <p:spPr>
          <a:xfrm>
            <a:off x="713225" y="2272825"/>
            <a:ext cx="4746600" cy="136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95" name="Google Shape;95;p9"/>
          <p:cNvSpPr txBox="1"/>
          <p:nvPr>
            <p:ph type="sldNum" idx="12"/>
          </p:nvPr>
        </p:nvSpPr>
        <p:spPr>
          <a:xfrm>
            <a:off x="8472449" y="4607079"/>
            <a:ext cx="6714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  <p:sp>
        <p:nvSpPr>
          <p:cNvPr id="96" name="Google Shape;96;p9"/>
          <p:cNvSpPr/>
          <p:nvPr/>
        </p:nvSpPr>
        <p:spPr>
          <a:xfrm>
            <a:off x="-288600" y="3991025"/>
            <a:ext cx="1619400" cy="1619400"/>
          </a:xfrm>
          <a:prstGeom prst="donut">
            <a:avLst>
              <a:gd name="adj" fmla="val 815"/>
            </a:avLst>
          </a:prstGeom>
          <a:gradFill>
            <a:gsLst>
              <a:gs pos="0">
                <a:schemeClr val="dk1"/>
              </a:gs>
              <a:gs pos="19000">
                <a:schemeClr val="lt1"/>
              </a:gs>
              <a:gs pos="39000">
                <a:schemeClr val="dk1"/>
              </a:gs>
              <a:gs pos="58000">
                <a:schemeClr val="lt1"/>
              </a:gs>
              <a:gs pos="78000">
                <a:schemeClr val="dk1"/>
              </a:gs>
              <a:gs pos="100000">
                <a:schemeClr val="lt1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7" name="Google Shape;97;p9"/>
          <p:cNvSpPr/>
          <p:nvPr/>
        </p:nvSpPr>
        <p:spPr>
          <a:xfrm>
            <a:off x="7988360" y="-648249"/>
            <a:ext cx="1655500" cy="1485719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0784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0"/>
          <p:cNvSpPr txBox="1"/>
          <p:nvPr>
            <p:ph type="body" idx="1"/>
          </p:nvPr>
        </p:nvSpPr>
        <p:spPr>
          <a:xfrm>
            <a:off x="2566344" y="1877375"/>
            <a:ext cx="4011300" cy="1388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200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</a:lstStyle>
          <a:p/>
        </p:txBody>
      </p:sp>
      <p:sp>
        <p:nvSpPr>
          <p:cNvPr id="100" name="Google Shape;100;p10"/>
          <p:cNvSpPr/>
          <p:nvPr/>
        </p:nvSpPr>
        <p:spPr>
          <a:xfrm>
            <a:off x="-145175" y="4002525"/>
            <a:ext cx="1092600" cy="1092600"/>
          </a:xfrm>
          <a:prstGeom prst="donut">
            <a:avLst>
              <a:gd name="adj" fmla="val 815"/>
            </a:avLst>
          </a:prstGeom>
          <a:gradFill>
            <a:gsLst>
              <a:gs pos="0">
                <a:schemeClr val="dk1"/>
              </a:gs>
              <a:gs pos="19000">
                <a:schemeClr val="lt1"/>
              </a:gs>
              <a:gs pos="39000">
                <a:schemeClr val="dk1"/>
              </a:gs>
              <a:gs pos="58000">
                <a:schemeClr val="lt1"/>
              </a:gs>
              <a:gs pos="78000">
                <a:schemeClr val="dk1"/>
              </a:gs>
              <a:gs pos="100000">
                <a:schemeClr val="lt1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gradFill>
          <a:gsLst>
            <a:gs pos="0">
              <a:srgbClr val="E20030"/>
            </a:gs>
            <a:gs pos="100000">
              <a:srgbClr val="00216E"/>
            </a:gs>
          </a:gsLst>
          <a:lin ang="2698631" scaled="0"/>
        </a:gradFill>
        <a:effectLst/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1"/>
          <p:cNvSpPr/>
          <p:nvPr/>
        </p:nvSpPr>
        <p:spPr>
          <a:xfrm>
            <a:off x="-431172" y="-328528"/>
            <a:ext cx="1323290" cy="11877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0784"/>
                  <a:alpha val="40780"/>
                </a:srgbClr>
              </a:gs>
              <a:gs pos="100000">
                <a:srgbClr val="00216E">
                  <a:alpha val="39607"/>
                  <a:alpha val="40780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03" name="Google Shape;103;p11"/>
          <p:cNvSpPr/>
          <p:nvPr/>
        </p:nvSpPr>
        <p:spPr>
          <a:xfrm flipH="1">
            <a:off x="0" y="-142087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solidFill>
            <a:srgbClr val="E20030">
              <a:alpha val="407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04" name="Google Shape;104;p11"/>
          <p:cNvSpPr/>
          <p:nvPr/>
        </p:nvSpPr>
        <p:spPr>
          <a:xfrm flipH="1">
            <a:off x="532404" y="-142050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solidFill>
            <a:srgbClr val="E20030">
              <a:alpha val="407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05" name="Google Shape;105;p11"/>
          <p:cNvSpPr/>
          <p:nvPr/>
        </p:nvSpPr>
        <p:spPr>
          <a:xfrm>
            <a:off x="1035600" y="-142050"/>
            <a:ext cx="9860179" cy="5427467"/>
          </a:xfrm>
          <a:custGeom>
            <a:avLst/>
            <a:gdLst/>
            <a:ahLst/>
            <a:cxnLst/>
            <a:rect l="l" t="t" r="r" b="b"/>
            <a:pathLst>
              <a:path w="164542" h="90571" extrusionOk="0">
                <a:moveTo>
                  <a:pt x="33516" y="0"/>
                </a:moveTo>
                <a:cubicBezTo>
                  <a:pt x="27865" y="0"/>
                  <a:pt x="22595" y="3043"/>
                  <a:pt x="19765" y="7942"/>
                </a:cubicBezTo>
                <a:lnTo>
                  <a:pt x="2830" y="37270"/>
                </a:lnTo>
                <a:cubicBezTo>
                  <a:pt x="1" y="42170"/>
                  <a:pt x="1" y="48258"/>
                  <a:pt x="2835" y="53162"/>
                </a:cubicBezTo>
                <a:cubicBezTo>
                  <a:pt x="7140" y="60354"/>
                  <a:pt x="10384" y="66189"/>
                  <a:pt x="12995" y="70880"/>
                </a:cubicBezTo>
                <a:cubicBezTo>
                  <a:pt x="22773" y="88470"/>
                  <a:pt x="23941" y="90571"/>
                  <a:pt x="39678" y="90571"/>
                </a:cubicBezTo>
                <a:cubicBezTo>
                  <a:pt x="41818" y="90571"/>
                  <a:pt x="107858" y="90530"/>
                  <a:pt x="110587" y="90486"/>
                </a:cubicBezTo>
                <a:cubicBezTo>
                  <a:pt x="114137" y="90430"/>
                  <a:pt x="118258" y="90364"/>
                  <a:pt x="123067" y="90364"/>
                </a:cubicBezTo>
                <a:cubicBezTo>
                  <a:pt x="125532" y="90364"/>
                  <a:pt x="128179" y="90381"/>
                  <a:pt x="131021" y="90427"/>
                </a:cubicBezTo>
                <a:cubicBezTo>
                  <a:pt x="136682" y="90427"/>
                  <a:pt x="141947" y="87380"/>
                  <a:pt x="144777" y="82487"/>
                </a:cubicBezTo>
                <a:lnTo>
                  <a:pt x="161712" y="53157"/>
                </a:lnTo>
                <a:cubicBezTo>
                  <a:pt x="164541" y="48258"/>
                  <a:pt x="164541" y="42170"/>
                  <a:pt x="161712" y="37270"/>
                </a:cubicBezTo>
                <a:lnTo>
                  <a:pt x="144777" y="7942"/>
                </a:lnTo>
                <a:cubicBezTo>
                  <a:pt x="141947" y="3043"/>
                  <a:pt x="136677" y="0"/>
                  <a:pt x="131021" y="0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chemeClr val="dk2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06" name="Google Shape;106;p11"/>
          <p:cNvSpPr/>
          <p:nvPr/>
        </p:nvSpPr>
        <p:spPr>
          <a:xfrm>
            <a:off x="7874850" y="4607076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07" name="Google Shape;107;p11"/>
          <p:cNvSpPr txBox="1"/>
          <p:nvPr>
            <p:ph type="title" hasCustomPrompt="1"/>
          </p:nvPr>
        </p:nvSpPr>
        <p:spPr>
          <a:xfrm>
            <a:off x="2010900" y="1549200"/>
            <a:ext cx="6419700" cy="143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2000"/>
              <a:buNone/>
              <a:defRPr sz="10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108" name="Google Shape;108;p11"/>
          <p:cNvSpPr txBox="1"/>
          <p:nvPr>
            <p:ph type="sldNum" idx="12"/>
          </p:nvPr>
        </p:nvSpPr>
        <p:spPr>
          <a:xfrm>
            <a:off x="8472449" y="4615826"/>
            <a:ext cx="6714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  <p:sp>
        <p:nvSpPr>
          <p:cNvPr id="109" name="Google Shape;109;p11"/>
          <p:cNvSpPr txBox="1"/>
          <p:nvPr>
            <p:ph type="subTitle" idx="1"/>
          </p:nvPr>
        </p:nvSpPr>
        <p:spPr>
          <a:xfrm>
            <a:off x="2011091" y="3139800"/>
            <a:ext cx="6419700" cy="45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110" name="Google Shape;110;p11"/>
          <p:cNvSpPr/>
          <p:nvPr/>
        </p:nvSpPr>
        <p:spPr>
          <a:xfrm>
            <a:off x="8150174" y="-71475"/>
            <a:ext cx="1036592" cy="930696"/>
          </a:xfrm>
          <a:custGeom>
            <a:avLst/>
            <a:gdLst/>
            <a:ahLst/>
            <a:cxnLst/>
            <a:rect l="l" t="t" r="r" b="b"/>
            <a:pathLst>
              <a:path w="101552" h="91200" extrusionOk="0">
                <a:moveTo>
                  <a:pt x="67692" y="1316"/>
                </a:moveTo>
                <a:cubicBezTo>
                  <a:pt x="73007" y="1316"/>
                  <a:pt x="77954" y="4172"/>
                  <a:pt x="80612" y="8774"/>
                </a:cubicBezTo>
                <a:lnTo>
                  <a:pt x="97524" y="38071"/>
                </a:lnTo>
                <a:cubicBezTo>
                  <a:pt x="100182" y="42673"/>
                  <a:pt x="100182" y="48388"/>
                  <a:pt x="97524" y="52990"/>
                </a:cubicBezTo>
                <a:lnTo>
                  <a:pt x="80612" y="82284"/>
                </a:lnTo>
                <a:cubicBezTo>
                  <a:pt x="77954" y="86886"/>
                  <a:pt x="73007" y="89745"/>
                  <a:pt x="67697" y="89745"/>
                </a:cubicBezTo>
                <a:cubicBezTo>
                  <a:pt x="64882" y="89699"/>
                  <a:pt x="62259" y="89681"/>
                  <a:pt x="59813" y="89681"/>
                </a:cubicBezTo>
                <a:cubicBezTo>
                  <a:pt x="55192" y="89681"/>
                  <a:pt x="51207" y="89745"/>
                  <a:pt x="47771" y="89800"/>
                </a:cubicBezTo>
                <a:lnTo>
                  <a:pt x="47241" y="89805"/>
                </a:lnTo>
                <a:cubicBezTo>
                  <a:pt x="44571" y="89847"/>
                  <a:pt x="42219" y="89885"/>
                  <a:pt x="40130" y="89885"/>
                </a:cubicBezTo>
                <a:cubicBezTo>
                  <a:pt x="33498" y="89885"/>
                  <a:pt x="29519" y="89506"/>
                  <a:pt x="26414" y="87711"/>
                </a:cubicBezTo>
                <a:cubicBezTo>
                  <a:pt x="22327" y="85351"/>
                  <a:pt x="19610" y="80457"/>
                  <a:pt x="14187" y="70715"/>
                </a:cubicBezTo>
                <a:lnTo>
                  <a:pt x="14163" y="70665"/>
                </a:lnTo>
                <a:cubicBezTo>
                  <a:pt x="11560" y="65984"/>
                  <a:pt x="8319" y="60160"/>
                  <a:pt x="4023" y="52985"/>
                </a:cubicBezTo>
                <a:cubicBezTo>
                  <a:pt x="1372" y="48384"/>
                  <a:pt x="1372" y="42668"/>
                  <a:pt x="4028" y="38071"/>
                </a:cubicBezTo>
                <a:lnTo>
                  <a:pt x="20941" y="8774"/>
                </a:lnTo>
                <a:cubicBezTo>
                  <a:pt x="23598" y="4172"/>
                  <a:pt x="28547" y="1316"/>
                  <a:pt x="33861" y="1316"/>
                </a:cubicBezTo>
                <a:close/>
                <a:moveTo>
                  <a:pt x="33861" y="0"/>
                </a:moveTo>
                <a:cubicBezTo>
                  <a:pt x="28081" y="0"/>
                  <a:pt x="22693" y="3108"/>
                  <a:pt x="19804" y="8115"/>
                </a:cubicBezTo>
                <a:lnTo>
                  <a:pt x="2886" y="37413"/>
                </a:lnTo>
                <a:cubicBezTo>
                  <a:pt x="0" y="42421"/>
                  <a:pt x="0" y="48640"/>
                  <a:pt x="2891" y="53648"/>
                </a:cubicBezTo>
                <a:lnTo>
                  <a:pt x="2895" y="53653"/>
                </a:lnTo>
                <a:cubicBezTo>
                  <a:pt x="7200" y="60853"/>
                  <a:pt x="10436" y="66672"/>
                  <a:pt x="13035" y="71348"/>
                </a:cubicBezTo>
                <a:lnTo>
                  <a:pt x="13039" y="71352"/>
                </a:lnTo>
                <a:cubicBezTo>
                  <a:pt x="17973" y="80225"/>
                  <a:pt x="20694" y="85114"/>
                  <a:pt x="24227" y="87880"/>
                </a:cubicBezTo>
                <a:cubicBezTo>
                  <a:pt x="25128" y="88583"/>
                  <a:pt x="26068" y="89136"/>
                  <a:pt x="27101" y="89581"/>
                </a:cubicBezTo>
                <a:cubicBezTo>
                  <a:pt x="28121" y="90017"/>
                  <a:pt x="29239" y="90349"/>
                  <a:pt x="30522" y="90591"/>
                </a:cubicBezTo>
                <a:cubicBezTo>
                  <a:pt x="32792" y="91027"/>
                  <a:pt x="35544" y="91200"/>
                  <a:pt x="40016" y="91200"/>
                </a:cubicBezTo>
                <a:cubicBezTo>
                  <a:pt x="42119" y="91200"/>
                  <a:pt x="44450" y="91166"/>
                  <a:pt x="47152" y="91120"/>
                </a:cubicBezTo>
                <a:lnTo>
                  <a:pt x="47379" y="91120"/>
                </a:lnTo>
                <a:cubicBezTo>
                  <a:pt x="50902" y="91061"/>
                  <a:pt x="54990" y="90997"/>
                  <a:pt x="59759" y="90997"/>
                </a:cubicBezTo>
                <a:cubicBezTo>
                  <a:pt x="62214" y="90997"/>
                  <a:pt x="64856" y="91012"/>
                  <a:pt x="67686" y="91061"/>
                </a:cubicBezTo>
                <a:lnTo>
                  <a:pt x="67692" y="91061"/>
                </a:lnTo>
                <a:cubicBezTo>
                  <a:pt x="73471" y="91061"/>
                  <a:pt x="78860" y="87948"/>
                  <a:pt x="81749" y="82942"/>
                </a:cubicBezTo>
                <a:lnTo>
                  <a:pt x="98663" y="53648"/>
                </a:lnTo>
                <a:cubicBezTo>
                  <a:pt x="101552" y="48640"/>
                  <a:pt x="101552" y="42421"/>
                  <a:pt x="98663" y="37413"/>
                </a:cubicBezTo>
                <a:lnTo>
                  <a:pt x="81749" y="8115"/>
                </a:lnTo>
                <a:cubicBezTo>
                  <a:pt x="78860" y="3108"/>
                  <a:pt x="73471" y="0"/>
                  <a:pt x="67692" y="0"/>
                </a:cubicBezTo>
                <a:close/>
              </a:path>
            </a:pathLst>
          </a:custGeom>
          <a:gradFill>
            <a:gsLst>
              <a:gs pos="0">
                <a:schemeClr val="dk1"/>
              </a:gs>
              <a:gs pos="19000">
                <a:schemeClr val="lt1"/>
              </a:gs>
              <a:gs pos="39000">
                <a:schemeClr val="dk1"/>
              </a:gs>
              <a:gs pos="58000">
                <a:schemeClr val="lt1"/>
              </a:gs>
              <a:gs pos="78000">
                <a:schemeClr val="dk1"/>
              </a:gs>
              <a:gs pos="100000">
                <a:schemeClr val="lt1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11" name="Google Shape;111;p11"/>
          <p:cNvSpPr/>
          <p:nvPr/>
        </p:nvSpPr>
        <p:spPr>
          <a:xfrm>
            <a:off x="4553483" y="-669473"/>
            <a:ext cx="1945080" cy="1745867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54007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12" name="Google Shape;112;p11"/>
          <p:cNvSpPr/>
          <p:nvPr/>
        </p:nvSpPr>
        <p:spPr>
          <a:xfrm flipH="1">
            <a:off x="87744" y="3583389"/>
            <a:ext cx="1642131" cy="1473945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0784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Blank">
  <p:cSld name="BLANK"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CUSTOM">
    <p:bg>
      <p:bgPr>
        <a:gradFill>
          <a:gsLst>
            <a:gs pos="0">
              <a:srgbClr val="E20030"/>
            </a:gs>
            <a:gs pos="100000">
              <a:srgbClr val="00216E"/>
            </a:gs>
          </a:gsLst>
          <a:lin ang="2698631" scaled="0"/>
        </a:gradFill>
        <a:effectLst/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3"/>
          <p:cNvSpPr/>
          <p:nvPr/>
        </p:nvSpPr>
        <p:spPr>
          <a:xfrm flipH="1">
            <a:off x="564600" y="-142025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solidFill>
            <a:srgbClr val="E20030">
              <a:alpha val="407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16" name="Google Shape;116;p13"/>
          <p:cNvSpPr/>
          <p:nvPr/>
        </p:nvSpPr>
        <p:spPr>
          <a:xfrm flipH="1">
            <a:off x="1082404" y="-142087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solidFill>
            <a:srgbClr val="E20030">
              <a:alpha val="407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17" name="Google Shape;117;p13"/>
          <p:cNvSpPr/>
          <p:nvPr/>
        </p:nvSpPr>
        <p:spPr>
          <a:xfrm>
            <a:off x="1600200" y="-142050"/>
            <a:ext cx="9860179" cy="5427467"/>
          </a:xfrm>
          <a:custGeom>
            <a:avLst/>
            <a:gdLst/>
            <a:ahLst/>
            <a:cxnLst/>
            <a:rect l="l" t="t" r="r" b="b"/>
            <a:pathLst>
              <a:path w="164542" h="90571" extrusionOk="0">
                <a:moveTo>
                  <a:pt x="33516" y="0"/>
                </a:moveTo>
                <a:cubicBezTo>
                  <a:pt x="27865" y="0"/>
                  <a:pt x="22595" y="3043"/>
                  <a:pt x="19765" y="7942"/>
                </a:cubicBezTo>
                <a:lnTo>
                  <a:pt x="2830" y="37270"/>
                </a:lnTo>
                <a:cubicBezTo>
                  <a:pt x="1" y="42170"/>
                  <a:pt x="1" y="48258"/>
                  <a:pt x="2835" y="53162"/>
                </a:cubicBezTo>
                <a:cubicBezTo>
                  <a:pt x="7140" y="60354"/>
                  <a:pt x="10384" y="66189"/>
                  <a:pt x="12995" y="70880"/>
                </a:cubicBezTo>
                <a:cubicBezTo>
                  <a:pt x="22773" y="88470"/>
                  <a:pt x="23941" y="90571"/>
                  <a:pt x="39678" y="90571"/>
                </a:cubicBezTo>
                <a:cubicBezTo>
                  <a:pt x="41818" y="90571"/>
                  <a:pt x="107858" y="90530"/>
                  <a:pt x="110587" y="90486"/>
                </a:cubicBezTo>
                <a:cubicBezTo>
                  <a:pt x="114137" y="90430"/>
                  <a:pt x="118258" y="90364"/>
                  <a:pt x="123067" y="90364"/>
                </a:cubicBezTo>
                <a:cubicBezTo>
                  <a:pt x="125532" y="90364"/>
                  <a:pt x="128179" y="90381"/>
                  <a:pt x="131021" y="90427"/>
                </a:cubicBezTo>
                <a:cubicBezTo>
                  <a:pt x="136682" y="90427"/>
                  <a:pt x="141947" y="87380"/>
                  <a:pt x="144777" y="82487"/>
                </a:cubicBezTo>
                <a:lnTo>
                  <a:pt x="161712" y="53157"/>
                </a:lnTo>
                <a:cubicBezTo>
                  <a:pt x="164541" y="48258"/>
                  <a:pt x="164541" y="42170"/>
                  <a:pt x="161712" y="37270"/>
                </a:cubicBezTo>
                <a:lnTo>
                  <a:pt x="144777" y="7942"/>
                </a:lnTo>
                <a:cubicBezTo>
                  <a:pt x="141947" y="3043"/>
                  <a:pt x="136677" y="0"/>
                  <a:pt x="131021" y="0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chemeClr val="dk2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18" name="Google Shape;118;p13"/>
          <p:cNvSpPr/>
          <p:nvPr/>
        </p:nvSpPr>
        <p:spPr>
          <a:xfrm flipH="1">
            <a:off x="902146" y="-697977"/>
            <a:ext cx="1714779" cy="1538926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0784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19" name="Google Shape;119;p13"/>
          <p:cNvSpPr/>
          <p:nvPr/>
        </p:nvSpPr>
        <p:spPr>
          <a:xfrm>
            <a:off x="65235" y="3625714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3137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20" name="Google Shape;120;p13"/>
          <p:cNvSpPr/>
          <p:nvPr/>
        </p:nvSpPr>
        <p:spPr>
          <a:xfrm>
            <a:off x="404446" y="337371"/>
            <a:ext cx="1024629" cy="919688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00216E">
                  <a:alpha val="21568"/>
                </a:srgbClr>
              </a:gs>
              <a:gs pos="100000">
                <a:srgbClr val="E20030">
                  <a:alpha val="23137"/>
                </a:srgbClr>
              </a:gs>
            </a:gsLst>
            <a:lin ang="54007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21" name="Google Shape;121;p13"/>
          <p:cNvSpPr/>
          <p:nvPr/>
        </p:nvSpPr>
        <p:spPr>
          <a:xfrm flipH="1">
            <a:off x="-517804" y="1331476"/>
            <a:ext cx="1419951" cy="1275204"/>
          </a:xfrm>
          <a:custGeom>
            <a:avLst/>
            <a:gdLst/>
            <a:ahLst/>
            <a:cxnLst/>
            <a:rect l="l" t="t" r="r" b="b"/>
            <a:pathLst>
              <a:path w="101552" h="91200" extrusionOk="0">
                <a:moveTo>
                  <a:pt x="67692" y="1316"/>
                </a:moveTo>
                <a:cubicBezTo>
                  <a:pt x="73007" y="1316"/>
                  <a:pt x="77954" y="4172"/>
                  <a:pt x="80612" y="8774"/>
                </a:cubicBezTo>
                <a:lnTo>
                  <a:pt x="97524" y="38071"/>
                </a:lnTo>
                <a:cubicBezTo>
                  <a:pt x="100182" y="42673"/>
                  <a:pt x="100182" y="48388"/>
                  <a:pt x="97524" y="52990"/>
                </a:cubicBezTo>
                <a:lnTo>
                  <a:pt x="80612" y="82284"/>
                </a:lnTo>
                <a:cubicBezTo>
                  <a:pt x="77954" y="86886"/>
                  <a:pt x="73007" y="89745"/>
                  <a:pt x="67697" y="89745"/>
                </a:cubicBezTo>
                <a:cubicBezTo>
                  <a:pt x="64882" y="89699"/>
                  <a:pt x="62259" y="89681"/>
                  <a:pt x="59813" y="89681"/>
                </a:cubicBezTo>
                <a:cubicBezTo>
                  <a:pt x="55192" y="89681"/>
                  <a:pt x="51207" y="89745"/>
                  <a:pt x="47771" y="89800"/>
                </a:cubicBezTo>
                <a:lnTo>
                  <a:pt x="47241" y="89805"/>
                </a:lnTo>
                <a:cubicBezTo>
                  <a:pt x="44571" y="89847"/>
                  <a:pt x="42219" y="89885"/>
                  <a:pt x="40130" y="89885"/>
                </a:cubicBezTo>
                <a:cubicBezTo>
                  <a:pt x="33498" y="89885"/>
                  <a:pt x="29519" y="89506"/>
                  <a:pt x="26414" y="87711"/>
                </a:cubicBezTo>
                <a:cubicBezTo>
                  <a:pt x="22327" y="85351"/>
                  <a:pt x="19610" y="80457"/>
                  <a:pt x="14187" y="70715"/>
                </a:cubicBezTo>
                <a:lnTo>
                  <a:pt x="14163" y="70665"/>
                </a:lnTo>
                <a:cubicBezTo>
                  <a:pt x="11560" y="65984"/>
                  <a:pt x="8319" y="60160"/>
                  <a:pt x="4023" y="52985"/>
                </a:cubicBezTo>
                <a:cubicBezTo>
                  <a:pt x="1372" y="48384"/>
                  <a:pt x="1372" y="42668"/>
                  <a:pt x="4028" y="38071"/>
                </a:cubicBezTo>
                <a:lnTo>
                  <a:pt x="20941" y="8774"/>
                </a:lnTo>
                <a:cubicBezTo>
                  <a:pt x="23598" y="4172"/>
                  <a:pt x="28547" y="1316"/>
                  <a:pt x="33861" y="1316"/>
                </a:cubicBezTo>
                <a:close/>
                <a:moveTo>
                  <a:pt x="33861" y="0"/>
                </a:moveTo>
                <a:cubicBezTo>
                  <a:pt x="28081" y="0"/>
                  <a:pt x="22693" y="3108"/>
                  <a:pt x="19804" y="8115"/>
                </a:cubicBezTo>
                <a:lnTo>
                  <a:pt x="2886" y="37413"/>
                </a:lnTo>
                <a:cubicBezTo>
                  <a:pt x="0" y="42421"/>
                  <a:pt x="0" y="48640"/>
                  <a:pt x="2891" y="53648"/>
                </a:cubicBezTo>
                <a:lnTo>
                  <a:pt x="2895" y="53653"/>
                </a:lnTo>
                <a:cubicBezTo>
                  <a:pt x="7200" y="60853"/>
                  <a:pt x="10436" y="66672"/>
                  <a:pt x="13035" y="71348"/>
                </a:cubicBezTo>
                <a:lnTo>
                  <a:pt x="13039" y="71352"/>
                </a:lnTo>
                <a:cubicBezTo>
                  <a:pt x="17973" y="80225"/>
                  <a:pt x="20694" y="85114"/>
                  <a:pt x="24227" y="87880"/>
                </a:cubicBezTo>
                <a:cubicBezTo>
                  <a:pt x="25128" y="88583"/>
                  <a:pt x="26068" y="89136"/>
                  <a:pt x="27101" y="89581"/>
                </a:cubicBezTo>
                <a:cubicBezTo>
                  <a:pt x="28121" y="90017"/>
                  <a:pt x="29239" y="90349"/>
                  <a:pt x="30522" y="90591"/>
                </a:cubicBezTo>
                <a:cubicBezTo>
                  <a:pt x="32792" y="91027"/>
                  <a:pt x="35544" y="91200"/>
                  <a:pt x="40016" y="91200"/>
                </a:cubicBezTo>
                <a:cubicBezTo>
                  <a:pt x="42119" y="91200"/>
                  <a:pt x="44450" y="91166"/>
                  <a:pt x="47152" y="91120"/>
                </a:cubicBezTo>
                <a:lnTo>
                  <a:pt x="47379" y="91120"/>
                </a:lnTo>
                <a:cubicBezTo>
                  <a:pt x="50902" y="91061"/>
                  <a:pt x="54990" y="90997"/>
                  <a:pt x="59759" y="90997"/>
                </a:cubicBezTo>
                <a:cubicBezTo>
                  <a:pt x="62214" y="90997"/>
                  <a:pt x="64856" y="91012"/>
                  <a:pt x="67686" y="91061"/>
                </a:cubicBezTo>
                <a:lnTo>
                  <a:pt x="67692" y="91061"/>
                </a:lnTo>
                <a:cubicBezTo>
                  <a:pt x="73471" y="91061"/>
                  <a:pt x="78860" y="87948"/>
                  <a:pt x="81749" y="82942"/>
                </a:cubicBezTo>
                <a:lnTo>
                  <a:pt x="98663" y="53648"/>
                </a:lnTo>
                <a:cubicBezTo>
                  <a:pt x="101552" y="48640"/>
                  <a:pt x="101552" y="42421"/>
                  <a:pt x="98663" y="37413"/>
                </a:cubicBezTo>
                <a:lnTo>
                  <a:pt x="81749" y="8115"/>
                </a:lnTo>
                <a:cubicBezTo>
                  <a:pt x="78860" y="3108"/>
                  <a:pt x="73471" y="0"/>
                  <a:pt x="67692" y="0"/>
                </a:cubicBezTo>
                <a:close/>
              </a:path>
            </a:pathLst>
          </a:custGeom>
          <a:gradFill>
            <a:gsLst>
              <a:gs pos="0">
                <a:schemeClr val="dk1"/>
              </a:gs>
              <a:gs pos="19000">
                <a:schemeClr val="lt1"/>
              </a:gs>
              <a:gs pos="39000">
                <a:schemeClr val="dk1"/>
              </a:gs>
              <a:gs pos="58000">
                <a:schemeClr val="lt1"/>
              </a:gs>
              <a:gs pos="78000">
                <a:schemeClr val="dk1"/>
              </a:gs>
              <a:gs pos="100000">
                <a:schemeClr val="lt1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22" name="Google Shape;122;p13"/>
          <p:cNvSpPr/>
          <p:nvPr/>
        </p:nvSpPr>
        <p:spPr>
          <a:xfrm>
            <a:off x="7874850" y="4607076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23" name="Google Shape;123;p13"/>
          <p:cNvSpPr txBox="1"/>
          <p:nvPr>
            <p:ph type="title"/>
          </p:nvPr>
        </p:nvSpPr>
        <p:spPr>
          <a:xfrm>
            <a:off x="2354575" y="539500"/>
            <a:ext cx="6076200" cy="53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24" name="Google Shape;124;p13"/>
          <p:cNvSpPr txBox="1"/>
          <p:nvPr>
            <p:ph type="title" idx="2" hasCustomPrompt="1"/>
          </p:nvPr>
        </p:nvSpPr>
        <p:spPr>
          <a:xfrm>
            <a:off x="4555525" y="1851013"/>
            <a:ext cx="659400" cy="38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200"/>
              <a:buNone/>
              <a:defRPr sz="22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>
            <a:r>
              <a:t>xx%</a:t>
            </a:r>
          </a:p>
        </p:txBody>
      </p:sp>
      <p:sp>
        <p:nvSpPr>
          <p:cNvPr id="125" name="Google Shape;125;p13"/>
          <p:cNvSpPr txBox="1"/>
          <p:nvPr>
            <p:ph type="title" idx="3" hasCustomPrompt="1"/>
          </p:nvPr>
        </p:nvSpPr>
        <p:spPr>
          <a:xfrm>
            <a:off x="7584174" y="1851013"/>
            <a:ext cx="659400" cy="38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200"/>
              <a:buNone/>
              <a:defRPr sz="22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>
            <a:r>
              <a:t>xx%</a:t>
            </a:r>
          </a:p>
        </p:txBody>
      </p:sp>
      <p:sp>
        <p:nvSpPr>
          <p:cNvPr id="126" name="Google Shape;126;p13"/>
          <p:cNvSpPr txBox="1"/>
          <p:nvPr>
            <p:ph type="title" idx="4" hasCustomPrompt="1"/>
          </p:nvPr>
        </p:nvSpPr>
        <p:spPr>
          <a:xfrm>
            <a:off x="4555525" y="3407925"/>
            <a:ext cx="659400" cy="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200"/>
              <a:buNone/>
              <a:defRPr sz="22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>
            <a:r>
              <a:t>xx%</a:t>
            </a:r>
          </a:p>
        </p:txBody>
      </p:sp>
      <p:sp>
        <p:nvSpPr>
          <p:cNvPr id="127" name="Google Shape;127;p13"/>
          <p:cNvSpPr txBox="1"/>
          <p:nvPr>
            <p:ph type="title" idx="5" hasCustomPrompt="1"/>
          </p:nvPr>
        </p:nvSpPr>
        <p:spPr>
          <a:xfrm>
            <a:off x="7584174" y="3408800"/>
            <a:ext cx="659400" cy="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200"/>
              <a:buNone/>
              <a:defRPr sz="22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>
            <a:r>
              <a:t>xx%</a:t>
            </a:r>
          </a:p>
        </p:txBody>
      </p:sp>
      <p:sp>
        <p:nvSpPr>
          <p:cNvPr id="128" name="Google Shape;128;p13"/>
          <p:cNvSpPr txBox="1"/>
          <p:nvPr>
            <p:ph type="subTitle" idx="1"/>
          </p:nvPr>
        </p:nvSpPr>
        <p:spPr>
          <a:xfrm>
            <a:off x="2485738" y="3012858"/>
            <a:ext cx="1862400" cy="388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/>
        </p:txBody>
      </p:sp>
      <p:sp>
        <p:nvSpPr>
          <p:cNvPr id="129" name="Google Shape;129;p13"/>
          <p:cNvSpPr txBox="1"/>
          <p:nvPr>
            <p:ph type="subTitle" idx="6"/>
          </p:nvPr>
        </p:nvSpPr>
        <p:spPr>
          <a:xfrm>
            <a:off x="5515449" y="3012857"/>
            <a:ext cx="1862400" cy="388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/>
        </p:txBody>
      </p:sp>
      <p:sp>
        <p:nvSpPr>
          <p:cNvPr id="130" name="Google Shape;130;p13"/>
          <p:cNvSpPr txBox="1"/>
          <p:nvPr>
            <p:ph type="subTitle" idx="7"/>
          </p:nvPr>
        </p:nvSpPr>
        <p:spPr>
          <a:xfrm>
            <a:off x="2485750" y="3504750"/>
            <a:ext cx="1862400" cy="68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1" name="Google Shape;131;p13"/>
          <p:cNvSpPr txBox="1"/>
          <p:nvPr>
            <p:ph type="subTitle" idx="8"/>
          </p:nvPr>
        </p:nvSpPr>
        <p:spPr>
          <a:xfrm>
            <a:off x="5515451" y="3501688"/>
            <a:ext cx="1862400" cy="68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2" name="Google Shape;132;p13"/>
          <p:cNvSpPr txBox="1"/>
          <p:nvPr>
            <p:ph type="subTitle" idx="9"/>
          </p:nvPr>
        </p:nvSpPr>
        <p:spPr>
          <a:xfrm>
            <a:off x="2485738" y="1454475"/>
            <a:ext cx="1862400" cy="388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/>
        </p:txBody>
      </p:sp>
      <p:sp>
        <p:nvSpPr>
          <p:cNvPr id="133" name="Google Shape;133;p13"/>
          <p:cNvSpPr txBox="1"/>
          <p:nvPr>
            <p:ph type="subTitle" idx="13"/>
          </p:nvPr>
        </p:nvSpPr>
        <p:spPr>
          <a:xfrm>
            <a:off x="5515449" y="1454475"/>
            <a:ext cx="1862400" cy="388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/>
        </p:txBody>
      </p:sp>
      <p:sp>
        <p:nvSpPr>
          <p:cNvPr id="134" name="Google Shape;134;p13"/>
          <p:cNvSpPr txBox="1"/>
          <p:nvPr>
            <p:ph type="subTitle" idx="14"/>
          </p:nvPr>
        </p:nvSpPr>
        <p:spPr>
          <a:xfrm>
            <a:off x="2485750" y="1945451"/>
            <a:ext cx="1862400" cy="68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5" name="Google Shape;135;p13"/>
          <p:cNvSpPr txBox="1"/>
          <p:nvPr>
            <p:ph type="subTitle" idx="15"/>
          </p:nvPr>
        </p:nvSpPr>
        <p:spPr>
          <a:xfrm>
            <a:off x="5515450" y="1945450"/>
            <a:ext cx="1862400" cy="68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6" name="Google Shape;136;p13"/>
          <p:cNvSpPr txBox="1"/>
          <p:nvPr>
            <p:ph type="sldNum" idx="12"/>
          </p:nvPr>
        </p:nvSpPr>
        <p:spPr>
          <a:xfrm>
            <a:off x="8472449" y="4607079"/>
            <a:ext cx="6714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CUSTOM_8">
    <p:bg>
      <p:bgPr>
        <a:gradFill>
          <a:gsLst>
            <a:gs pos="0">
              <a:srgbClr val="E20030"/>
            </a:gs>
            <a:gs pos="100000">
              <a:srgbClr val="00216E"/>
            </a:gs>
          </a:gsLst>
          <a:lin ang="13500032" scaled="0"/>
        </a:gradFill>
        <a:effectLst/>
      </p:bgPr>
    </p:bg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14"/>
          <p:cNvSpPr/>
          <p:nvPr/>
        </p:nvSpPr>
        <p:spPr>
          <a:xfrm flipH="1">
            <a:off x="7" y="-142050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solidFill>
            <a:srgbClr val="E20030">
              <a:alpha val="407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39" name="Google Shape;139;p14"/>
          <p:cNvSpPr/>
          <p:nvPr/>
        </p:nvSpPr>
        <p:spPr>
          <a:xfrm flipH="1">
            <a:off x="517811" y="-142050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solidFill>
            <a:srgbClr val="E20030">
              <a:alpha val="407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0" name="Google Shape;140;p14"/>
          <p:cNvSpPr/>
          <p:nvPr/>
        </p:nvSpPr>
        <p:spPr>
          <a:xfrm>
            <a:off x="1035607" y="-142037"/>
            <a:ext cx="9860179" cy="5427467"/>
          </a:xfrm>
          <a:custGeom>
            <a:avLst/>
            <a:gdLst/>
            <a:ahLst/>
            <a:cxnLst/>
            <a:rect l="l" t="t" r="r" b="b"/>
            <a:pathLst>
              <a:path w="164542" h="90571" extrusionOk="0">
                <a:moveTo>
                  <a:pt x="33516" y="0"/>
                </a:moveTo>
                <a:cubicBezTo>
                  <a:pt x="27865" y="0"/>
                  <a:pt x="22595" y="3043"/>
                  <a:pt x="19765" y="7942"/>
                </a:cubicBezTo>
                <a:lnTo>
                  <a:pt x="2830" y="37270"/>
                </a:lnTo>
                <a:cubicBezTo>
                  <a:pt x="1" y="42170"/>
                  <a:pt x="1" y="48258"/>
                  <a:pt x="2835" y="53162"/>
                </a:cubicBezTo>
                <a:cubicBezTo>
                  <a:pt x="7140" y="60354"/>
                  <a:pt x="10384" y="66189"/>
                  <a:pt x="12995" y="70880"/>
                </a:cubicBezTo>
                <a:cubicBezTo>
                  <a:pt x="22773" y="88470"/>
                  <a:pt x="23941" y="90571"/>
                  <a:pt x="39678" y="90571"/>
                </a:cubicBezTo>
                <a:cubicBezTo>
                  <a:pt x="41818" y="90571"/>
                  <a:pt x="107858" y="90530"/>
                  <a:pt x="110587" y="90486"/>
                </a:cubicBezTo>
                <a:cubicBezTo>
                  <a:pt x="114137" y="90430"/>
                  <a:pt x="118258" y="90364"/>
                  <a:pt x="123067" y="90364"/>
                </a:cubicBezTo>
                <a:cubicBezTo>
                  <a:pt x="125532" y="90364"/>
                  <a:pt x="128179" y="90381"/>
                  <a:pt x="131021" y="90427"/>
                </a:cubicBezTo>
                <a:cubicBezTo>
                  <a:pt x="136682" y="90427"/>
                  <a:pt x="141947" y="87380"/>
                  <a:pt x="144777" y="82487"/>
                </a:cubicBezTo>
                <a:lnTo>
                  <a:pt x="161712" y="53157"/>
                </a:lnTo>
                <a:cubicBezTo>
                  <a:pt x="164541" y="48258"/>
                  <a:pt x="164541" y="42170"/>
                  <a:pt x="161712" y="37270"/>
                </a:cubicBezTo>
                <a:lnTo>
                  <a:pt x="144777" y="7942"/>
                </a:lnTo>
                <a:cubicBezTo>
                  <a:pt x="141947" y="3043"/>
                  <a:pt x="136677" y="0"/>
                  <a:pt x="131021" y="0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chemeClr val="dk2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1" name="Google Shape;141;p14"/>
          <p:cNvSpPr/>
          <p:nvPr/>
        </p:nvSpPr>
        <p:spPr>
          <a:xfrm>
            <a:off x="7874850" y="4607076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2" name="Google Shape;142;p14"/>
          <p:cNvSpPr txBox="1"/>
          <p:nvPr>
            <p:ph type="sldNum" idx="12"/>
          </p:nvPr>
        </p:nvSpPr>
        <p:spPr>
          <a:xfrm>
            <a:off x="8472449" y="4607079"/>
            <a:ext cx="6714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 sz="1600" b="1"/>
            </a:lvl1pPr>
            <a:lvl2pPr lvl="1">
              <a:buNone/>
              <a:defRPr sz="1600" b="1"/>
            </a:lvl2pPr>
            <a:lvl3pPr lvl="2">
              <a:buNone/>
              <a:defRPr sz="1600" b="1"/>
            </a:lvl3pPr>
            <a:lvl4pPr lvl="3">
              <a:buNone/>
              <a:defRPr sz="1600" b="1"/>
            </a:lvl4pPr>
            <a:lvl5pPr lvl="4">
              <a:buNone/>
              <a:defRPr sz="1600" b="1"/>
            </a:lvl5pPr>
            <a:lvl6pPr lvl="5">
              <a:buNone/>
              <a:defRPr sz="1600" b="1"/>
            </a:lvl6pPr>
            <a:lvl7pPr lvl="6">
              <a:buNone/>
              <a:defRPr sz="1600" b="1"/>
            </a:lvl7pPr>
            <a:lvl8pPr lvl="7">
              <a:buNone/>
              <a:defRPr sz="1600" b="1"/>
            </a:lvl8pPr>
            <a:lvl9pPr lvl="8">
              <a:buNone/>
              <a:defRPr sz="1600" b="1"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  <p:sp>
        <p:nvSpPr>
          <p:cNvPr id="143" name="Google Shape;143;p14"/>
          <p:cNvSpPr txBox="1"/>
          <p:nvPr>
            <p:ph type="title"/>
          </p:nvPr>
        </p:nvSpPr>
        <p:spPr>
          <a:xfrm>
            <a:off x="2259175" y="3011550"/>
            <a:ext cx="6171600" cy="53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44" name="Google Shape;144;p14"/>
          <p:cNvSpPr txBox="1"/>
          <p:nvPr>
            <p:ph type="subTitle" idx="1"/>
          </p:nvPr>
        </p:nvSpPr>
        <p:spPr>
          <a:xfrm>
            <a:off x="2259100" y="1593750"/>
            <a:ext cx="6171600" cy="134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5" name="Google Shape;145;p14"/>
          <p:cNvSpPr/>
          <p:nvPr/>
        </p:nvSpPr>
        <p:spPr>
          <a:xfrm>
            <a:off x="287150" y="3581029"/>
            <a:ext cx="1412082" cy="1267457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0784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6" name="Google Shape;146;p14"/>
          <p:cNvSpPr/>
          <p:nvPr/>
        </p:nvSpPr>
        <p:spPr>
          <a:xfrm>
            <a:off x="255812" y="1525534"/>
            <a:ext cx="811732" cy="728595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0784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7" name="Google Shape;147;p14"/>
          <p:cNvSpPr/>
          <p:nvPr/>
        </p:nvSpPr>
        <p:spPr>
          <a:xfrm>
            <a:off x="204344" y="83055"/>
            <a:ext cx="1494819" cy="1341494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0784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CUSTOM_2">
    <p:bg>
      <p:bgPr>
        <a:gradFill>
          <a:gsLst>
            <a:gs pos="0">
              <a:srgbClr val="E20030"/>
            </a:gs>
            <a:gs pos="100000">
              <a:srgbClr val="00216E"/>
            </a:gs>
          </a:gsLst>
          <a:lin ang="13500032" scaled="0"/>
        </a:gradFill>
        <a:effectLst/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5"/>
          <p:cNvSpPr/>
          <p:nvPr/>
        </p:nvSpPr>
        <p:spPr>
          <a:xfrm>
            <a:off x="3117197" y="-142050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solidFill>
            <a:srgbClr val="E20030">
              <a:alpha val="407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50" name="Google Shape;150;p15"/>
          <p:cNvSpPr/>
          <p:nvPr/>
        </p:nvSpPr>
        <p:spPr>
          <a:xfrm>
            <a:off x="2599393" y="-142050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solidFill>
            <a:srgbClr val="E20030">
              <a:alpha val="407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51" name="Google Shape;151;p15"/>
          <p:cNvSpPr/>
          <p:nvPr/>
        </p:nvSpPr>
        <p:spPr>
          <a:xfrm flipH="1">
            <a:off x="-1731700" y="-141987"/>
            <a:ext cx="9860179" cy="5427467"/>
          </a:xfrm>
          <a:custGeom>
            <a:avLst/>
            <a:gdLst/>
            <a:ahLst/>
            <a:cxnLst/>
            <a:rect l="l" t="t" r="r" b="b"/>
            <a:pathLst>
              <a:path w="164542" h="90571" extrusionOk="0">
                <a:moveTo>
                  <a:pt x="33516" y="0"/>
                </a:moveTo>
                <a:cubicBezTo>
                  <a:pt x="27865" y="0"/>
                  <a:pt x="22595" y="3043"/>
                  <a:pt x="19765" y="7942"/>
                </a:cubicBezTo>
                <a:lnTo>
                  <a:pt x="2830" y="37270"/>
                </a:lnTo>
                <a:cubicBezTo>
                  <a:pt x="1" y="42170"/>
                  <a:pt x="1" y="48258"/>
                  <a:pt x="2835" y="53162"/>
                </a:cubicBezTo>
                <a:cubicBezTo>
                  <a:pt x="7140" y="60354"/>
                  <a:pt x="10384" y="66189"/>
                  <a:pt x="12995" y="70880"/>
                </a:cubicBezTo>
                <a:cubicBezTo>
                  <a:pt x="22773" y="88470"/>
                  <a:pt x="23941" y="90571"/>
                  <a:pt x="39678" y="90571"/>
                </a:cubicBezTo>
                <a:cubicBezTo>
                  <a:pt x="41818" y="90571"/>
                  <a:pt x="107858" y="90530"/>
                  <a:pt x="110587" y="90486"/>
                </a:cubicBezTo>
                <a:cubicBezTo>
                  <a:pt x="114137" y="90430"/>
                  <a:pt x="118258" y="90364"/>
                  <a:pt x="123067" y="90364"/>
                </a:cubicBezTo>
                <a:cubicBezTo>
                  <a:pt x="125532" y="90364"/>
                  <a:pt x="128179" y="90381"/>
                  <a:pt x="131021" y="90427"/>
                </a:cubicBezTo>
                <a:cubicBezTo>
                  <a:pt x="136682" y="90427"/>
                  <a:pt x="141947" y="87380"/>
                  <a:pt x="144777" y="82487"/>
                </a:cubicBezTo>
                <a:lnTo>
                  <a:pt x="161712" y="53157"/>
                </a:lnTo>
                <a:cubicBezTo>
                  <a:pt x="164541" y="48258"/>
                  <a:pt x="164541" y="42170"/>
                  <a:pt x="161712" y="37270"/>
                </a:cubicBezTo>
                <a:lnTo>
                  <a:pt x="144777" y="7942"/>
                </a:lnTo>
                <a:cubicBezTo>
                  <a:pt x="141947" y="3043"/>
                  <a:pt x="136677" y="0"/>
                  <a:pt x="131021" y="0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chemeClr val="dk2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52" name="Google Shape;152;p15"/>
          <p:cNvSpPr/>
          <p:nvPr/>
        </p:nvSpPr>
        <p:spPr>
          <a:xfrm>
            <a:off x="8430778" y="4279052"/>
            <a:ext cx="1479684" cy="1328362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0784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53" name="Google Shape;153;p15"/>
          <p:cNvSpPr txBox="1"/>
          <p:nvPr>
            <p:ph type="title"/>
          </p:nvPr>
        </p:nvSpPr>
        <p:spPr>
          <a:xfrm>
            <a:off x="2506950" y="2449346"/>
            <a:ext cx="4130100" cy="94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5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4" name="Google Shape;154;p15"/>
          <p:cNvSpPr txBox="1"/>
          <p:nvPr>
            <p:ph type="title" idx="2" hasCustomPrompt="1"/>
          </p:nvPr>
        </p:nvSpPr>
        <p:spPr>
          <a:xfrm>
            <a:off x="3509250" y="1046551"/>
            <a:ext cx="2125500" cy="11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155" name="Google Shape;155;p15"/>
          <p:cNvSpPr txBox="1"/>
          <p:nvPr>
            <p:ph type="subTitle" idx="1"/>
          </p:nvPr>
        </p:nvSpPr>
        <p:spPr>
          <a:xfrm>
            <a:off x="3193150" y="3398849"/>
            <a:ext cx="2757900" cy="69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2">
  <p:cSld name="CUSTOM_2_1">
    <p:bg>
      <p:bgPr>
        <a:gradFill>
          <a:gsLst>
            <a:gs pos="0">
              <a:srgbClr val="E20030"/>
            </a:gs>
            <a:gs pos="100000">
              <a:srgbClr val="00216E"/>
            </a:gs>
          </a:gsLst>
          <a:lin ang="5400700" scaled="0"/>
        </a:gradFill>
        <a:effectLst/>
      </p:bgPr>
    </p:bg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7" name="Google Shape;157;p16"/>
          <p:cNvGrpSpPr/>
          <p:nvPr/>
        </p:nvGrpSpPr>
        <p:grpSpPr>
          <a:xfrm>
            <a:off x="2102945" y="-142018"/>
            <a:ext cx="6564681" cy="5427560"/>
            <a:chOff x="502750" y="-142050"/>
            <a:chExt cx="6564681" cy="5427560"/>
          </a:xfrm>
        </p:grpSpPr>
        <p:sp>
          <p:nvSpPr>
            <p:cNvPr id="158" name="Google Shape;158;p16"/>
            <p:cNvSpPr/>
            <p:nvPr/>
          </p:nvSpPr>
          <p:spPr>
            <a:xfrm flipH="1">
              <a:off x="502750" y="-142050"/>
              <a:ext cx="6046877" cy="5427560"/>
            </a:xfrm>
            <a:custGeom>
              <a:avLst/>
              <a:gdLst/>
              <a:ahLst/>
              <a:cxnLst/>
              <a:rect l="l" t="t" r="r" b="b"/>
              <a:pathLst>
                <a:path w="100899" h="90565" extrusionOk="0">
                  <a:moveTo>
                    <a:pt x="33510" y="0"/>
                  </a:moveTo>
                  <a:cubicBezTo>
                    <a:pt x="27859" y="0"/>
                    <a:pt x="22589" y="3041"/>
                    <a:pt x="19760" y="7940"/>
                  </a:cubicBezTo>
                  <a:lnTo>
                    <a:pt x="2824" y="37270"/>
                  </a:lnTo>
                  <a:cubicBezTo>
                    <a:pt x="1" y="42169"/>
                    <a:pt x="1" y="48257"/>
                    <a:pt x="2829" y="53155"/>
                  </a:cubicBezTo>
                  <a:cubicBezTo>
                    <a:pt x="7134" y="60354"/>
                    <a:pt x="10378" y="66189"/>
                    <a:pt x="12989" y="70880"/>
                  </a:cubicBezTo>
                  <a:cubicBezTo>
                    <a:pt x="22767" y="88470"/>
                    <a:pt x="23935" y="90565"/>
                    <a:pt x="39673" y="90565"/>
                  </a:cubicBezTo>
                  <a:cubicBezTo>
                    <a:pt x="41813" y="90565"/>
                    <a:pt x="44215" y="90530"/>
                    <a:pt x="46944" y="90485"/>
                  </a:cubicBezTo>
                  <a:cubicBezTo>
                    <a:pt x="50467" y="90426"/>
                    <a:pt x="54554" y="90360"/>
                    <a:pt x="59316" y="90360"/>
                  </a:cubicBezTo>
                  <a:cubicBezTo>
                    <a:pt x="61812" y="90360"/>
                    <a:pt x="64494" y="90378"/>
                    <a:pt x="67378" y="90425"/>
                  </a:cubicBezTo>
                  <a:cubicBezTo>
                    <a:pt x="73039" y="90425"/>
                    <a:pt x="78304" y="87380"/>
                    <a:pt x="81134" y="82480"/>
                  </a:cubicBezTo>
                  <a:lnTo>
                    <a:pt x="98069" y="53155"/>
                  </a:lnTo>
                  <a:cubicBezTo>
                    <a:pt x="100898" y="48257"/>
                    <a:pt x="100898" y="42169"/>
                    <a:pt x="98069" y="37270"/>
                  </a:cubicBezTo>
                  <a:lnTo>
                    <a:pt x="81134" y="7940"/>
                  </a:lnTo>
                  <a:cubicBezTo>
                    <a:pt x="78304" y="3041"/>
                    <a:pt x="73034" y="0"/>
                    <a:pt x="67378" y="0"/>
                  </a:cubicBezTo>
                  <a:close/>
                </a:path>
              </a:pathLst>
            </a:custGeom>
            <a:solidFill>
              <a:srgbClr val="E20030">
                <a:alpha val="4078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59" name="Google Shape;159;p16"/>
            <p:cNvSpPr/>
            <p:nvPr/>
          </p:nvSpPr>
          <p:spPr>
            <a:xfrm flipH="1">
              <a:off x="1020554" y="-142050"/>
              <a:ext cx="6046877" cy="5427560"/>
            </a:xfrm>
            <a:custGeom>
              <a:avLst/>
              <a:gdLst/>
              <a:ahLst/>
              <a:cxnLst/>
              <a:rect l="l" t="t" r="r" b="b"/>
              <a:pathLst>
                <a:path w="100899" h="90565" extrusionOk="0">
                  <a:moveTo>
                    <a:pt x="33510" y="0"/>
                  </a:moveTo>
                  <a:cubicBezTo>
                    <a:pt x="27859" y="0"/>
                    <a:pt x="22589" y="3041"/>
                    <a:pt x="19760" y="7940"/>
                  </a:cubicBezTo>
                  <a:lnTo>
                    <a:pt x="2824" y="37270"/>
                  </a:lnTo>
                  <a:cubicBezTo>
                    <a:pt x="1" y="42169"/>
                    <a:pt x="1" y="48257"/>
                    <a:pt x="2829" y="53155"/>
                  </a:cubicBezTo>
                  <a:cubicBezTo>
                    <a:pt x="7134" y="60354"/>
                    <a:pt x="10378" y="66189"/>
                    <a:pt x="12989" y="70880"/>
                  </a:cubicBezTo>
                  <a:cubicBezTo>
                    <a:pt x="22767" y="88470"/>
                    <a:pt x="23935" y="90565"/>
                    <a:pt x="39673" y="90565"/>
                  </a:cubicBezTo>
                  <a:cubicBezTo>
                    <a:pt x="41813" y="90565"/>
                    <a:pt x="44215" y="90530"/>
                    <a:pt x="46944" y="90485"/>
                  </a:cubicBezTo>
                  <a:cubicBezTo>
                    <a:pt x="50467" y="90426"/>
                    <a:pt x="54554" y="90360"/>
                    <a:pt x="59316" y="90360"/>
                  </a:cubicBezTo>
                  <a:cubicBezTo>
                    <a:pt x="61812" y="90360"/>
                    <a:pt x="64494" y="90378"/>
                    <a:pt x="67378" y="90425"/>
                  </a:cubicBezTo>
                  <a:cubicBezTo>
                    <a:pt x="73039" y="90425"/>
                    <a:pt x="78304" y="87380"/>
                    <a:pt x="81134" y="82480"/>
                  </a:cubicBezTo>
                  <a:lnTo>
                    <a:pt x="98069" y="53155"/>
                  </a:lnTo>
                  <a:cubicBezTo>
                    <a:pt x="100898" y="48257"/>
                    <a:pt x="100898" y="42169"/>
                    <a:pt x="98069" y="37270"/>
                  </a:cubicBezTo>
                  <a:lnTo>
                    <a:pt x="81134" y="7940"/>
                  </a:lnTo>
                  <a:cubicBezTo>
                    <a:pt x="78304" y="3041"/>
                    <a:pt x="73034" y="0"/>
                    <a:pt x="67378" y="0"/>
                  </a:cubicBezTo>
                  <a:close/>
                </a:path>
              </a:pathLst>
            </a:custGeom>
            <a:solidFill>
              <a:srgbClr val="E20030">
                <a:alpha val="4078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160" name="Google Shape;160;p16"/>
          <p:cNvSpPr/>
          <p:nvPr/>
        </p:nvSpPr>
        <p:spPr>
          <a:xfrm>
            <a:off x="3138550" y="-142037"/>
            <a:ext cx="9860179" cy="5427467"/>
          </a:xfrm>
          <a:custGeom>
            <a:avLst/>
            <a:gdLst/>
            <a:ahLst/>
            <a:cxnLst/>
            <a:rect l="l" t="t" r="r" b="b"/>
            <a:pathLst>
              <a:path w="164542" h="90571" extrusionOk="0">
                <a:moveTo>
                  <a:pt x="33516" y="0"/>
                </a:moveTo>
                <a:cubicBezTo>
                  <a:pt x="27865" y="0"/>
                  <a:pt x="22595" y="3043"/>
                  <a:pt x="19765" y="7942"/>
                </a:cubicBezTo>
                <a:lnTo>
                  <a:pt x="2830" y="37270"/>
                </a:lnTo>
                <a:cubicBezTo>
                  <a:pt x="1" y="42170"/>
                  <a:pt x="1" y="48258"/>
                  <a:pt x="2835" y="53162"/>
                </a:cubicBezTo>
                <a:cubicBezTo>
                  <a:pt x="7140" y="60354"/>
                  <a:pt x="10384" y="66189"/>
                  <a:pt x="12995" y="70880"/>
                </a:cubicBezTo>
                <a:cubicBezTo>
                  <a:pt x="22773" y="88470"/>
                  <a:pt x="23941" y="90571"/>
                  <a:pt x="39678" y="90571"/>
                </a:cubicBezTo>
                <a:cubicBezTo>
                  <a:pt x="41818" y="90571"/>
                  <a:pt x="107858" y="90530"/>
                  <a:pt x="110587" y="90486"/>
                </a:cubicBezTo>
                <a:cubicBezTo>
                  <a:pt x="114137" y="90430"/>
                  <a:pt x="118258" y="90364"/>
                  <a:pt x="123067" y="90364"/>
                </a:cubicBezTo>
                <a:cubicBezTo>
                  <a:pt x="125532" y="90364"/>
                  <a:pt x="128179" y="90381"/>
                  <a:pt x="131021" y="90427"/>
                </a:cubicBezTo>
                <a:cubicBezTo>
                  <a:pt x="136682" y="90427"/>
                  <a:pt x="141947" y="87380"/>
                  <a:pt x="144777" y="82487"/>
                </a:cubicBezTo>
                <a:lnTo>
                  <a:pt x="161712" y="53157"/>
                </a:lnTo>
                <a:cubicBezTo>
                  <a:pt x="164541" y="48258"/>
                  <a:pt x="164541" y="42170"/>
                  <a:pt x="161712" y="37270"/>
                </a:cubicBezTo>
                <a:lnTo>
                  <a:pt x="144777" y="7942"/>
                </a:lnTo>
                <a:cubicBezTo>
                  <a:pt x="141947" y="3043"/>
                  <a:pt x="136677" y="0"/>
                  <a:pt x="131021" y="0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chemeClr val="dk2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61" name="Google Shape;161;p16"/>
          <p:cNvSpPr txBox="1"/>
          <p:nvPr>
            <p:ph type="title"/>
          </p:nvPr>
        </p:nvSpPr>
        <p:spPr>
          <a:xfrm>
            <a:off x="4300675" y="2449346"/>
            <a:ext cx="4130100" cy="94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5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62" name="Google Shape;162;p16"/>
          <p:cNvSpPr txBox="1"/>
          <p:nvPr>
            <p:ph type="title" idx="2" hasCustomPrompt="1"/>
          </p:nvPr>
        </p:nvSpPr>
        <p:spPr>
          <a:xfrm>
            <a:off x="5302975" y="1046551"/>
            <a:ext cx="2125500" cy="11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163" name="Google Shape;163;p16"/>
          <p:cNvSpPr txBox="1"/>
          <p:nvPr>
            <p:ph type="subTitle" idx="1"/>
          </p:nvPr>
        </p:nvSpPr>
        <p:spPr>
          <a:xfrm>
            <a:off x="4986875" y="3398849"/>
            <a:ext cx="2757900" cy="69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164" name="Google Shape;164;p16"/>
          <p:cNvSpPr/>
          <p:nvPr/>
        </p:nvSpPr>
        <p:spPr>
          <a:xfrm flipH="1">
            <a:off x="902146" y="-697977"/>
            <a:ext cx="1714779" cy="1538926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0784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65" name="Google Shape;165;p16"/>
          <p:cNvSpPr/>
          <p:nvPr/>
        </p:nvSpPr>
        <p:spPr>
          <a:xfrm>
            <a:off x="65235" y="3625714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3137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66" name="Google Shape;166;p16"/>
          <p:cNvSpPr/>
          <p:nvPr/>
        </p:nvSpPr>
        <p:spPr>
          <a:xfrm>
            <a:off x="404446" y="337371"/>
            <a:ext cx="1024629" cy="919688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00216E">
                  <a:alpha val="21568"/>
                </a:srgbClr>
              </a:gs>
              <a:gs pos="100000">
                <a:srgbClr val="E20030">
                  <a:alpha val="23137"/>
                </a:srgbClr>
              </a:gs>
            </a:gsLst>
            <a:lin ang="54007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67" name="Google Shape;167;p16"/>
          <p:cNvSpPr/>
          <p:nvPr/>
        </p:nvSpPr>
        <p:spPr>
          <a:xfrm flipH="1">
            <a:off x="-364795" y="2220751"/>
            <a:ext cx="1444369" cy="1296438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0784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68" name="Google Shape;168;p16"/>
          <p:cNvSpPr/>
          <p:nvPr/>
        </p:nvSpPr>
        <p:spPr>
          <a:xfrm>
            <a:off x="7924950" y="-632602"/>
            <a:ext cx="1679100" cy="1679100"/>
          </a:xfrm>
          <a:prstGeom prst="donut">
            <a:avLst>
              <a:gd name="adj" fmla="val 1199"/>
            </a:avLst>
          </a:prstGeom>
          <a:gradFill>
            <a:gsLst>
              <a:gs pos="0">
                <a:schemeClr val="dk1"/>
              </a:gs>
              <a:gs pos="19000">
                <a:schemeClr val="lt1"/>
              </a:gs>
              <a:gs pos="39000">
                <a:schemeClr val="dk1"/>
              </a:gs>
              <a:gs pos="58000">
                <a:schemeClr val="lt1"/>
              </a:gs>
              <a:gs pos="78000">
                <a:schemeClr val="dk1"/>
              </a:gs>
              <a:gs pos="100000">
                <a:schemeClr val="lt1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3">
  <p:cSld name="CUSTOM_2_1_1">
    <p:bg>
      <p:bgPr>
        <a:gradFill>
          <a:gsLst>
            <a:gs pos="0">
              <a:srgbClr val="E20030"/>
            </a:gs>
            <a:gs pos="100000">
              <a:srgbClr val="00216E"/>
            </a:gs>
          </a:gsLst>
          <a:lin ang="10801400" scaled="0"/>
        </a:gradFill>
        <a:effectLst/>
      </p:bgPr>
    </p:bg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7"/>
          <p:cNvSpPr/>
          <p:nvPr/>
        </p:nvSpPr>
        <p:spPr>
          <a:xfrm>
            <a:off x="-2329526" y="-142030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solidFill>
            <a:srgbClr val="E20030">
              <a:alpha val="407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71" name="Google Shape;171;p17"/>
          <p:cNvSpPr/>
          <p:nvPr/>
        </p:nvSpPr>
        <p:spPr>
          <a:xfrm>
            <a:off x="-2847330" y="-142030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solidFill>
            <a:srgbClr val="E20030">
              <a:alpha val="407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72" name="Google Shape;172;p17"/>
          <p:cNvSpPr/>
          <p:nvPr/>
        </p:nvSpPr>
        <p:spPr>
          <a:xfrm>
            <a:off x="-7178425" y="-142037"/>
            <a:ext cx="9860179" cy="5427467"/>
          </a:xfrm>
          <a:custGeom>
            <a:avLst/>
            <a:gdLst/>
            <a:ahLst/>
            <a:cxnLst/>
            <a:rect l="l" t="t" r="r" b="b"/>
            <a:pathLst>
              <a:path w="164542" h="90571" extrusionOk="0">
                <a:moveTo>
                  <a:pt x="33516" y="0"/>
                </a:moveTo>
                <a:cubicBezTo>
                  <a:pt x="27865" y="0"/>
                  <a:pt x="22595" y="3043"/>
                  <a:pt x="19765" y="7942"/>
                </a:cubicBezTo>
                <a:lnTo>
                  <a:pt x="2830" y="37270"/>
                </a:lnTo>
                <a:cubicBezTo>
                  <a:pt x="1" y="42170"/>
                  <a:pt x="1" y="48258"/>
                  <a:pt x="2835" y="53162"/>
                </a:cubicBezTo>
                <a:cubicBezTo>
                  <a:pt x="7140" y="60354"/>
                  <a:pt x="10384" y="66189"/>
                  <a:pt x="12995" y="70880"/>
                </a:cubicBezTo>
                <a:cubicBezTo>
                  <a:pt x="22773" y="88470"/>
                  <a:pt x="23941" y="90571"/>
                  <a:pt x="39678" y="90571"/>
                </a:cubicBezTo>
                <a:cubicBezTo>
                  <a:pt x="41818" y="90571"/>
                  <a:pt x="107858" y="90530"/>
                  <a:pt x="110587" y="90486"/>
                </a:cubicBezTo>
                <a:cubicBezTo>
                  <a:pt x="114137" y="90430"/>
                  <a:pt x="118258" y="90364"/>
                  <a:pt x="123067" y="90364"/>
                </a:cubicBezTo>
                <a:cubicBezTo>
                  <a:pt x="125532" y="90364"/>
                  <a:pt x="128179" y="90381"/>
                  <a:pt x="131021" y="90427"/>
                </a:cubicBezTo>
                <a:cubicBezTo>
                  <a:pt x="136682" y="90427"/>
                  <a:pt x="141947" y="87380"/>
                  <a:pt x="144777" y="82487"/>
                </a:cubicBezTo>
                <a:lnTo>
                  <a:pt x="161712" y="53157"/>
                </a:lnTo>
                <a:cubicBezTo>
                  <a:pt x="164541" y="48258"/>
                  <a:pt x="164541" y="42170"/>
                  <a:pt x="161712" y="37270"/>
                </a:cubicBezTo>
                <a:lnTo>
                  <a:pt x="144777" y="7942"/>
                </a:lnTo>
                <a:cubicBezTo>
                  <a:pt x="141947" y="3043"/>
                  <a:pt x="136677" y="0"/>
                  <a:pt x="131021" y="0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chemeClr val="dk2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73" name="Google Shape;173;p17"/>
          <p:cNvSpPr txBox="1"/>
          <p:nvPr>
            <p:ph type="title"/>
          </p:nvPr>
        </p:nvSpPr>
        <p:spPr>
          <a:xfrm>
            <a:off x="4300675" y="2449346"/>
            <a:ext cx="4130100" cy="94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5300">
                <a:solidFill>
                  <a:schemeClr val="dk2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74" name="Google Shape;174;p17"/>
          <p:cNvSpPr txBox="1"/>
          <p:nvPr>
            <p:ph type="title" idx="2" hasCustomPrompt="1"/>
          </p:nvPr>
        </p:nvSpPr>
        <p:spPr>
          <a:xfrm>
            <a:off x="6305275" y="1046551"/>
            <a:ext cx="2125500" cy="11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>
                <a:solidFill>
                  <a:schemeClr val="dk2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175" name="Google Shape;175;p17"/>
          <p:cNvSpPr txBox="1"/>
          <p:nvPr>
            <p:ph type="subTitle" idx="1"/>
          </p:nvPr>
        </p:nvSpPr>
        <p:spPr>
          <a:xfrm>
            <a:off x="5672875" y="3398849"/>
            <a:ext cx="2757900" cy="69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dk2"/>
                </a:solidFill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176" name="Google Shape;176;p17"/>
          <p:cNvSpPr/>
          <p:nvPr/>
        </p:nvSpPr>
        <p:spPr>
          <a:xfrm flipH="1">
            <a:off x="2868861" y="-697977"/>
            <a:ext cx="1714779" cy="1538926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0784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77" name="Google Shape;177;p17"/>
          <p:cNvSpPr/>
          <p:nvPr/>
        </p:nvSpPr>
        <p:spPr>
          <a:xfrm>
            <a:off x="162003" y="245872"/>
            <a:ext cx="1323290" cy="11877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0780"/>
                </a:srgbClr>
              </a:gs>
              <a:gs pos="100000">
                <a:srgbClr val="00216E">
                  <a:alpha val="40780"/>
                </a:srgbClr>
              </a:gs>
            </a:gsLst>
            <a:lin ang="54007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78" name="Google Shape;178;p17"/>
          <p:cNvSpPr/>
          <p:nvPr/>
        </p:nvSpPr>
        <p:spPr>
          <a:xfrm>
            <a:off x="-939350" y="3699577"/>
            <a:ext cx="1818000" cy="1818000"/>
          </a:xfrm>
          <a:prstGeom prst="donut">
            <a:avLst>
              <a:gd name="adj" fmla="val 815"/>
            </a:avLst>
          </a:prstGeom>
          <a:gradFill>
            <a:gsLst>
              <a:gs pos="0">
                <a:schemeClr val="dk1"/>
              </a:gs>
              <a:gs pos="19000">
                <a:schemeClr val="lt1"/>
              </a:gs>
              <a:gs pos="39000">
                <a:schemeClr val="dk1"/>
              </a:gs>
              <a:gs pos="58000">
                <a:schemeClr val="lt1"/>
              </a:gs>
              <a:gs pos="78000">
                <a:schemeClr val="dk1"/>
              </a:gs>
              <a:gs pos="100000">
                <a:schemeClr val="lt1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79" name="Google Shape;179;p17"/>
          <p:cNvSpPr/>
          <p:nvPr/>
        </p:nvSpPr>
        <p:spPr>
          <a:xfrm flipH="1">
            <a:off x="545716" y="2522723"/>
            <a:ext cx="1547034" cy="1388588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CUSTOM_9">
    <p:bg>
      <p:bgPr>
        <a:gradFill>
          <a:gsLst>
            <a:gs pos="0">
              <a:schemeClr val="dk2"/>
            </a:gs>
            <a:gs pos="100000">
              <a:schemeClr val="accent2"/>
            </a:gs>
          </a:gsLst>
          <a:lin ang="10801400" scaled="0"/>
        </a:gradFill>
        <a:effectLst/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8"/>
          <p:cNvSpPr/>
          <p:nvPr/>
        </p:nvSpPr>
        <p:spPr>
          <a:xfrm>
            <a:off x="7874850" y="4607076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82" name="Google Shape;182;p18"/>
          <p:cNvSpPr txBox="1"/>
          <p:nvPr>
            <p:ph type="sldNum" idx="12"/>
          </p:nvPr>
        </p:nvSpPr>
        <p:spPr>
          <a:xfrm>
            <a:off x="8472449" y="4607079"/>
            <a:ext cx="6714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 sz="1600" b="1"/>
            </a:lvl1pPr>
            <a:lvl2pPr lvl="1">
              <a:buNone/>
              <a:defRPr sz="1600" b="1"/>
            </a:lvl2pPr>
            <a:lvl3pPr lvl="2">
              <a:buNone/>
              <a:defRPr sz="1600" b="1"/>
            </a:lvl3pPr>
            <a:lvl4pPr lvl="3">
              <a:buNone/>
              <a:defRPr sz="1600" b="1"/>
            </a:lvl4pPr>
            <a:lvl5pPr lvl="4">
              <a:buNone/>
              <a:defRPr sz="1600" b="1"/>
            </a:lvl5pPr>
            <a:lvl6pPr lvl="5">
              <a:buNone/>
              <a:defRPr sz="1600" b="1"/>
            </a:lvl6pPr>
            <a:lvl7pPr lvl="6">
              <a:buNone/>
              <a:defRPr sz="1600" b="1"/>
            </a:lvl7pPr>
            <a:lvl8pPr lvl="7">
              <a:buNone/>
              <a:defRPr sz="1600" b="1"/>
            </a:lvl8pPr>
            <a:lvl9pPr lvl="8">
              <a:buNone/>
              <a:defRPr sz="1600" b="1"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  <p:sp>
        <p:nvSpPr>
          <p:cNvPr id="183" name="Google Shape;183;p18"/>
          <p:cNvSpPr txBox="1"/>
          <p:nvPr>
            <p:ph type="title" hasCustomPrompt="1"/>
          </p:nvPr>
        </p:nvSpPr>
        <p:spPr>
          <a:xfrm>
            <a:off x="911231" y="2976738"/>
            <a:ext cx="2258700" cy="43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>
            <a:r>
              <a:t>xx%</a:t>
            </a:r>
          </a:p>
        </p:txBody>
      </p:sp>
      <p:sp>
        <p:nvSpPr>
          <p:cNvPr id="184" name="Google Shape;184;p18"/>
          <p:cNvSpPr txBox="1"/>
          <p:nvPr>
            <p:ph type="title" idx="2" hasCustomPrompt="1"/>
          </p:nvPr>
        </p:nvSpPr>
        <p:spPr>
          <a:xfrm>
            <a:off x="3442637" y="2976738"/>
            <a:ext cx="2258700" cy="43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>
            <a:r>
              <a:t>xx%</a:t>
            </a:r>
          </a:p>
        </p:txBody>
      </p:sp>
      <p:sp>
        <p:nvSpPr>
          <p:cNvPr id="185" name="Google Shape;185;p18"/>
          <p:cNvSpPr txBox="1"/>
          <p:nvPr>
            <p:ph type="title" idx="3" hasCustomPrompt="1"/>
          </p:nvPr>
        </p:nvSpPr>
        <p:spPr>
          <a:xfrm>
            <a:off x="5974069" y="2976738"/>
            <a:ext cx="2258700" cy="43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>
            <a:r>
              <a:t>xx%</a:t>
            </a:r>
          </a:p>
        </p:txBody>
      </p:sp>
      <p:sp>
        <p:nvSpPr>
          <p:cNvPr id="186" name="Google Shape;186;p18"/>
          <p:cNvSpPr txBox="1"/>
          <p:nvPr>
            <p:ph type="subTitle" idx="1"/>
          </p:nvPr>
        </p:nvSpPr>
        <p:spPr>
          <a:xfrm>
            <a:off x="911231" y="4001288"/>
            <a:ext cx="2258700" cy="48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7" name="Google Shape;187;p18"/>
          <p:cNvSpPr txBox="1"/>
          <p:nvPr>
            <p:ph type="subTitle" idx="4"/>
          </p:nvPr>
        </p:nvSpPr>
        <p:spPr>
          <a:xfrm>
            <a:off x="3442637" y="4001288"/>
            <a:ext cx="2258700" cy="48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8" name="Google Shape;188;p18"/>
          <p:cNvSpPr txBox="1"/>
          <p:nvPr>
            <p:ph type="subTitle" idx="5"/>
          </p:nvPr>
        </p:nvSpPr>
        <p:spPr>
          <a:xfrm>
            <a:off x="5974069" y="4001288"/>
            <a:ext cx="2258700" cy="48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18"/>
          <p:cNvSpPr txBox="1"/>
          <p:nvPr>
            <p:ph type="title" idx="6"/>
          </p:nvPr>
        </p:nvSpPr>
        <p:spPr>
          <a:xfrm>
            <a:off x="713225" y="539500"/>
            <a:ext cx="7717500" cy="53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90" name="Google Shape;190;p18"/>
          <p:cNvSpPr/>
          <p:nvPr/>
        </p:nvSpPr>
        <p:spPr>
          <a:xfrm>
            <a:off x="-817575" y="-608499"/>
            <a:ext cx="1617915" cy="145221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0780"/>
                </a:srgbClr>
              </a:gs>
              <a:gs pos="100000">
                <a:srgbClr val="00216E">
                  <a:alpha val="40780"/>
                </a:srgbClr>
              </a:gs>
            </a:gsLst>
            <a:lin ang="54007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91" name="Google Shape;191;p18"/>
          <p:cNvSpPr/>
          <p:nvPr/>
        </p:nvSpPr>
        <p:spPr>
          <a:xfrm flipH="1">
            <a:off x="-522941" y="4482202"/>
            <a:ext cx="1323290" cy="11877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92" name="Google Shape;192;p18"/>
          <p:cNvSpPr/>
          <p:nvPr/>
        </p:nvSpPr>
        <p:spPr>
          <a:xfrm>
            <a:off x="-288593" y="913313"/>
            <a:ext cx="1088952" cy="97742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0780"/>
                </a:srgbClr>
              </a:gs>
              <a:gs pos="100000">
                <a:srgbClr val="00216E">
                  <a:alpha val="40780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93" name="Google Shape;193;p18"/>
          <p:cNvSpPr/>
          <p:nvPr/>
        </p:nvSpPr>
        <p:spPr>
          <a:xfrm flipH="1">
            <a:off x="8232751" y="219502"/>
            <a:ext cx="712641" cy="639996"/>
          </a:xfrm>
          <a:custGeom>
            <a:avLst/>
            <a:gdLst/>
            <a:ahLst/>
            <a:cxnLst/>
            <a:rect l="l" t="t" r="r" b="b"/>
            <a:pathLst>
              <a:path w="101552" h="91200" extrusionOk="0">
                <a:moveTo>
                  <a:pt x="67692" y="1316"/>
                </a:moveTo>
                <a:cubicBezTo>
                  <a:pt x="73007" y="1316"/>
                  <a:pt x="77954" y="4172"/>
                  <a:pt x="80612" y="8774"/>
                </a:cubicBezTo>
                <a:lnTo>
                  <a:pt x="97524" y="38071"/>
                </a:lnTo>
                <a:cubicBezTo>
                  <a:pt x="100182" y="42673"/>
                  <a:pt x="100182" y="48388"/>
                  <a:pt x="97524" y="52990"/>
                </a:cubicBezTo>
                <a:lnTo>
                  <a:pt x="80612" y="82284"/>
                </a:lnTo>
                <a:cubicBezTo>
                  <a:pt x="77954" y="86886"/>
                  <a:pt x="73007" y="89745"/>
                  <a:pt x="67697" y="89745"/>
                </a:cubicBezTo>
                <a:cubicBezTo>
                  <a:pt x="64882" y="89699"/>
                  <a:pt x="62259" y="89681"/>
                  <a:pt x="59813" y="89681"/>
                </a:cubicBezTo>
                <a:cubicBezTo>
                  <a:pt x="55192" y="89681"/>
                  <a:pt x="51207" y="89745"/>
                  <a:pt x="47771" y="89800"/>
                </a:cubicBezTo>
                <a:lnTo>
                  <a:pt x="47241" y="89805"/>
                </a:lnTo>
                <a:cubicBezTo>
                  <a:pt x="44571" y="89847"/>
                  <a:pt x="42219" y="89885"/>
                  <a:pt x="40130" y="89885"/>
                </a:cubicBezTo>
                <a:cubicBezTo>
                  <a:pt x="33498" y="89885"/>
                  <a:pt x="29519" y="89506"/>
                  <a:pt x="26414" y="87711"/>
                </a:cubicBezTo>
                <a:cubicBezTo>
                  <a:pt x="22327" y="85351"/>
                  <a:pt x="19610" y="80457"/>
                  <a:pt x="14187" y="70715"/>
                </a:cubicBezTo>
                <a:lnTo>
                  <a:pt x="14163" y="70665"/>
                </a:lnTo>
                <a:cubicBezTo>
                  <a:pt x="11560" y="65984"/>
                  <a:pt x="8319" y="60160"/>
                  <a:pt x="4023" y="52985"/>
                </a:cubicBezTo>
                <a:cubicBezTo>
                  <a:pt x="1372" y="48384"/>
                  <a:pt x="1372" y="42668"/>
                  <a:pt x="4028" y="38071"/>
                </a:cubicBezTo>
                <a:lnTo>
                  <a:pt x="20941" y="8774"/>
                </a:lnTo>
                <a:cubicBezTo>
                  <a:pt x="23598" y="4172"/>
                  <a:pt x="28547" y="1316"/>
                  <a:pt x="33861" y="1316"/>
                </a:cubicBezTo>
                <a:close/>
                <a:moveTo>
                  <a:pt x="33861" y="0"/>
                </a:moveTo>
                <a:cubicBezTo>
                  <a:pt x="28081" y="0"/>
                  <a:pt x="22693" y="3108"/>
                  <a:pt x="19804" y="8115"/>
                </a:cubicBezTo>
                <a:lnTo>
                  <a:pt x="2886" y="37413"/>
                </a:lnTo>
                <a:cubicBezTo>
                  <a:pt x="0" y="42421"/>
                  <a:pt x="0" y="48640"/>
                  <a:pt x="2891" y="53648"/>
                </a:cubicBezTo>
                <a:lnTo>
                  <a:pt x="2895" y="53653"/>
                </a:lnTo>
                <a:cubicBezTo>
                  <a:pt x="7200" y="60853"/>
                  <a:pt x="10436" y="66672"/>
                  <a:pt x="13035" y="71348"/>
                </a:cubicBezTo>
                <a:lnTo>
                  <a:pt x="13039" y="71352"/>
                </a:lnTo>
                <a:cubicBezTo>
                  <a:pt x="17973" y="80225"/>
                  <a:pt x="20694" y="85114"/>
                  <a:pt x="24227" y="87880"/>
                </a:cubicBezTo>
                <a:cubicBezTo>
                  <a:pt x="25128" y="88583"/>
                  <a:pt x="26068" y="89136"/>
                  <a:pt x="27101" y="89581"/>
                </a:cubicBezTo>
                <a:cubicBezTo>
                  <a:pt x="28121" y="90017"/>
                  <a:pt x="29239" y="90349"/>
                  <a:pt x="30522" y="90591"/>
                </a:cubicBezTo>
                <a:cubicBezTo>
                  <a:pt x="32792" y="91027"/>
                  <a:pt x="35544" y="91200"/>
                  <a:pt x="40016" y="91200"/>
                </a:cubicBezTo>
                <a:cubicBezTo>
                  <a:pt x="42119" y="91200"/>
                  <a:pt x="44450" y="91166"/>
                  <a:pt x="47152" y="91120"/>
                </a:cubicBezTo>
                <a:lnTo>
                  <a:pt x="47379" y="91120"/>
                </a:lnTo>
                <a:cubicBezTo>
                  <a:pt x="50902" y="91061"/>
                  <a:pt x="54990" y="90997"/>
                  <a:pt x="59759" y="90997"/>
                </a:cubicBezTo>
                <a:cubicBezTo>
                  <a:pt x="62214" y="90997"/>
                  <a:pt x="64856" y="91012"/>
                  <a:pt x="67686" y="91061"/>
                </a:cubicBezTo>
                <a:lnTo>
                  <a:pt x="67692" y="91061"/>
                </a:lnTo>
                <a:cubicBezTo>
                  <a:pt x="73471" y="91061"/>
                  <a:pt x="78860" y="87948"/>
                  <a:pt x="81749" y="82942"/>
                </a:cubicBezTo>
                <a:lnTo>
                  <a:pt x="98663" y="53648"/>
                </a:lnTo>
                <a:cubicBezTo>
                  <a:pt x="101552" y="48640"/>
                  <a:pt x="101552" y="42421"/>
                  <a:pt x="98663" y="37413"/>
                </a:cubicBezTo>
                <a:lnTo>
                  <a:pt x="81749" y="8115"/>
                </a:lnTo>
                <a:cubicBezTo>
                  <a:pt x="78860" y="3108"/>
                  <a:pt x="73471" y="0"/>
                  <a:pt x="67692" y="0"/>
                </a:cubicBezTo>
                <a:close/>
              </a:path>
            </a:pathLst>
          </a:custGeom>
          <a:gradFill>
            <a:gsLst>
              <a:gs pos="0">
                <a:schemeClr val="dk1"/>
              </a:gs>
              <a:gs pos="19000">
                <a:schemeClr val="lt1"/>
              </a:gs>
              <a:gs pos="39000">
                <a:schemeClr val="dk1"/>
              </a:gs>
              <a:gs pos="58000">
                <a:schemeClr val="lt1"/>
              </a:gs>
              <a:gs pos="78000">
                <a:schemeClr val="dk1"/>
              </a:gs>
              <a:gs pos="100000">
                <a:schemeClr val="lt1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94" name="Google Shape;194;p18"/>
          <p:cNvSpPr txBox="1"/>
          <p:nvPr>
            <p:ph type="subTitle" idx="7"/>
          </p:nvPr>
        </p:nvSpPr>
        <p:spPr>
          <a:xfrm>
            <a:off x="911231" y="3444188"/>
            <a:ext cx="2258700" cy="48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/>
        </p:txBody>
      </p:sp>
      <p:sp>
        <p:nvSpPr>
          <p:cNvPr id="195" name="Google Shape;195;p18"/>
          <p:cNvSpPr txBox="1"/>
          <p:nvPr>
            <p:ph type="subTitle" idx="8"/>
          </p:nvPr>
        </p:nvSpPr>
        <p:spPr>
          <a:xfrm>
            <a:off x="3442637" y="3444188"/>
            <a:ext cx="2258700" cy="48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/>
        </p:txBody>
      </p:sp>
      <p:sp>
        <p:nvSpPr>
          <p:cNvPr id="196" name="Google Shape;196;p18"/>
          <p:cNvSpPr txBox="1"/>
          <p:nvPr>
            <p:ph type="subTitle" idx="9"/>
          </p:nvPr>
        </p:nvSpPr>
        <p:spPr>
          <a:xfrm>
            <a:off x="5974069" y="3444188"/>
            <a:ext cx="2258700" cy="48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/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 1">
  <p:cSld name="CUSTOM_10">
    <p:bg>
      <p:bgPr>
        <a:gradFill>
          <a:gsLst>
            <a:gs pos="0">
              <a:srgbClr val="00216E"/>
            </a:gs>
            <a:gs pos="100000">
              <a:srgbClr val="E20030"/>
            </a:gs>
          </a:gsLst>
          <a:lin ang="5400700" scaled="0"/>
        </a:gradFill>
        <a:effectLst/>
      </p:bgPr>
    </p:bg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9"/>
          <p:cNvSpPr/>
          <p:nvPr/>
        </p:nvSpPr>
        <p:spPr>
          <a:xfrm>
            <a:off x="-2329539" y="-142030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solidFill>
            <a:srgbClr val="E20030">
              <a:alpha val="407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99" name="Google Shape;199;p19"/>
          <p:cNvSpPr/>
          <p:nvPr/>
        </p:nvSpPr>
        <p:spPr>
          <a:xfrm>
            <a:off x="-2847330" y="-142030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solidFill>
            <a:srgbClr val="E20030">
              <a:alpha val="407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0" name="Google Shape;200;p19"/>
          <p:cNvSpPr/>
          <p:nvPr/>
        </p:nvSpPr>
        <p:spPr>
          <a:xfrm>
            <a:off x="7874850" y="4607076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1" name="Google Shape;201;p19"/>
          <p:cNvSpPr txBox="1"/>
          <p:nvPr>
            <p:ph type="sldNum" idx="12"/>
          </p:nvPr>
        </p:nvSpPr>
        <p:spPr>
          <a:xfrm>
            <a:off x="8472449" y="4607079"/>
            <a:ext cx="6714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sz="1600"/>
          </a:p>
        </p:txBody>
      </p:sp>
      <p:sp>
        <p:nvSpPr>
          <p:cNvPr id="202" name="Google Shape;202;p19"/>
          <p:cNvSpPr txBox="1"/>
          <p:nvPr>
            <p:ph type="subTitle" idx="1"/>
          </p:nvPr>
        </p:nvSpPr>
        <p:spPr>
          <a:xfrm>
            <a:off x="3724025" y="1459561"/>
            <a:ext cx="4706700" cy="44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dk2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203" name="Google Shape;203;p19"/>
          <p:cNvSpPr txBox="1"/>
          <p:nvPr>
            <p:ph type="title" hasCustomPrompt="1"/>
          </p:nvPr>
        </p:nvSpPr>
        <p:spPr>
          <a:xfrm>
            <a:off x="3724025" y="1934994"/>
            <a:ext cx="4706700" cy="82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300"/>
              <a:buFont typeface="Space Mono"/>
              <a:buNone/>
              <a:defRPr sz="53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300"/>
              <a:buFont typeface="Space Mono"/>
              <a:buNone/>
              <a:defRPr sz="53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300"/>
              <a:buFont typeface="Space Mono"/>
              <a:buNone/>
              <a:defRPr sz="53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300"/>
              <a:buFont typeface="Space Mono"/>
              <a:buNone/>
              <a:defRPr sz="53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300"/>
              <a:buFont typeface="Space Mono"/>
              <a:buNone/>
              <a:defRPr sz="53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300"/>
              <a:buFont typeface="Space Mono"/>
              <a:buNone/>
              <a:defRPr sz="53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300"/>
              <a:buFont typeface="Space Mono"/>
              <a:buNone/>
              <a:defRPr sz="53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300"/>
              <a:buFont typeface="Space Mono"/>
              <a:buNone/>
              <a:defRPr sz="53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>
            <a:r>
              <a:t>xx%</a:t>
            </a:r>
          </a:p>
        </p:txBody>
      </p:sp>
      <p:sp>
        <p:nvSpPr>
          <p:cNvPr id="204" name="Google Shape;204;p19"/>
          <p:cNvSpPr txBox="1"/>
          <p:nvPr>
            <p:ph type="subTitle" idx="2"/>
          </p:nvPr>
        </p:nvSpPr>
        <p:spPr>
          <a:xfrm>
            <a:off x="3724064" y="2763306"/>
            <a:ext cx="4706700" cy="44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dk2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205" name="Google Shape;205;p19"/>
          <p:cNvSpPr txBox="1"/>
          <p:nvPr>
            <p:ph type="title" idx="3" hasCustomPrompt="1"/>
          </p:nvPr>
        </p:nvSpPr>
        <p:spPr>
          <a:xfrm>
            <a:off x="3724025" y="631249"/>
            <a:ext cx="4706700" cy="82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300"/>
              <a:buFont typeface="Space Mono"/>
              <a:buNone/>
              <a:defRPr sz="53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300"/>
              <a:buFont typeface="Space Mono"/>
              <a:buNone/>
              <a:defRPr sz="53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300"/>
              <a:buFont typeface="Space Mono"/>
              <a:buNone/>
              <a:defRPr sz="53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300"/>
              <a:buFont typeface="Space Mono"/>
              <a:buNone/>
              <a:defRPr sz="53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300"/>
              <a:buFont typeface="Space Mono"/>
              <a:buNone/>
              <a:defRPr sz="53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300"/>
              <a:buFont typeface="Space Mono"/>
              <a:buNone/>
              <a:defRPr sz="53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300"/>
              <a:buFont typeface="Space Mono"/>
              <a:buNone/>
              <a:defRPr sz="53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300"/>
              <a:buFont typeface="Space Mono"/>
              <a:buNone/>
              <a:defRPr sz="53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>
            <a:r>
              <a:t>xx%</a:t>
            </a:r>
          </a:p>
        </p:txBody>
      </p:sp>
      <p:sp>
        <p:nvSpPr>
          <p:cNvPr id="206" name="Google Shape;206;p19"/>
          <p:cNvSpPr txBox="1"/>
          <p:nvPr>
            <p:ph type="title" idx="4" hasCustomPrompt="1"/>
          </p:nvPr>
        </p:nvSpPr>
        <p:spPr>
          <a:xfrm>
            <a:off x="3724025" y="3238739"/>
            <a:ext cx="4706700" cy="82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300"/>
              <a:buFont typeface="Space Mono"/>
              <a:buNone/>
              <a:defRPr sz="53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300"/>
              <a:buFont typeface="Space Mono"/>
              <a:buNone/>
              <a:defRPr sz="53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300"/>
              <a:buFont typeface="Space Mono"/>
              <a:buNone/>
              <a:defRPr sz="53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300"/>
              <a:buFont typeface="Space Mono"/>
              <a:buNone/>
              <a:defRPr sz="53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300"/>
              <a:buFont typeface="Space Mono"/>
              <a:buNone/>
              <a:defRPr sz="53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300"/>
              <a:buFont typeface="Space Mono"/>
              <a:buNone/>
              <a:defRPr sz="53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300"/>
              <a:buFont typeface="Space Mono"/>
              <a:buNone/>
              <a:defRPr sz="53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300"/>
              <a:buFont typeface="Space Mono"/>
              <a:buNone/>
              <a:defRPr sz="53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>
            <a:r>
              <a:t>xx%</a:t>
            </a:r>
          </a:p>
        </p:txBody>
      </p:sp>
      <p:sp>
        <p:nvSpPr>
          <p:cNvPr id="207" name="Google Shape;207;p19"/>
          <p:cNvSpPr/>
          <p:nvPr/>
        </p:nvSpPr>
        <p:spPr>
          <a:xfrm>
            <a:off x="-7178425" y="-142037"/>
            <a:ext cx="9860179" cy="5427467"/>
          </a:xfrm>
          <a:custGeom>
            <a:avLst/>
            <a:gdLst/>
            <a:ahLst/>
            <a:cxnLst/>
            <a:rect l="l" t="t" r="r" b="b"/>
            <a:pathLst>
              <a:path w="164542" h="90571" extrusionOk="0">
                <a:moveTo>
                  <a:pt x="33516" y="0"/>
                </a:moveTo>
                <a:cubicBezTo>
                  <a:pt x="27865" y="0"/>
                  <a:pt x="22595" y="3043"/>
                  <a:pt x="19765" y="7942"/>
                </a:cubicBezTo>
                <a:lnTo>
                  <a:pt x="2830" y="37270"/>
                </a:lnTo>
                <a:cubicBezTo>
                  <a:pt x="1" y="42170"/>
                  <a:pt x="1" y="48258"/>
                  <a:pt x="2835" y="53162"/>
                </a:cubicBezTo>
                <a:cubicBezTo>
                  <a:pt x="7140" y="60354"/>
                  <a:pt x="10384" y="66189"/>
                  <a:pt x="12995" y="70880"/>
                </a:cubicBezTo>
                <a:cubicBezTo>
                  <a:pt x="22773" y="88470"/>
                  <a:pt x="23941" y="90571"/>
                  <a:pt x="39678" y="90571"/>
                </a:cubicBezTo>
                <a:cubicBezTo>
                  <a:pt x="41818" y="90571"/>
                  <a:pt x="107858" y="90530"/>
                  <a:pt x="110587" y="90486"/>
                </a:cubicBezTo>
                <a:cubicBezTo>
                  <a:pt x="114137" y="90430"/>
                  <a:pt x="118258" y="90364"/>
                  <a:pt x="123067" y="90364"/>
                </a:cubicBezTo>
                <a:cubicBezTo>
                  <a:pt x="125532" y="90364"/>
                  <a:pt x="128179" y="90381"/>
                  <a:pt x="131021" y="90427"/>
                </a:cubicBezTo>
                <a:cubicBezTo>
                  <a:pt x="136682" y="90427"/>
                  <a:pt x="141947" y="87380"/>
                  <a:pt x="144777" y="82487"/>
                </a:cubicBezTo>
                <a:lnTo>
                  <a:pt x="161712" y="53157"/>
                </a:lnTo>
                <a:cubicBezTo>
                  <a:pt x="164541" y="48258"/>
                  <a:pt x="164541" y="42170"/>
                  <a:pt x="161712" y="37270"/>
                </a:cubicBezTo>
                <a:lnTo>
                  <a:pt x="144777" y="7942"/>
                </a:lnTo>
                <a:cubicBezTo>
                  <a:pt x="141947" y="3043"/>
                  <a:pt x="136677" y="0"/>
                  <a:pt x="131021" y="0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chemeClr val="dk2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8" name="Google Shape;208;p19"/>
          <p:cNvSpPr txBox="1"/>
          <p:nvPr>
            <p:ph type="subTitle" idx="5"/>
          </p:nvPr>
        </p:nvSpPr>
        <p:spPr>
          <a:xfrm>
            <a:off x="3724064" y="4067051"/>
            <a:ext cx="4706700" cy="44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dk2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209" name="Google Shape;209;p19"/>
          <p:cNvSpPr/>
          <p:nvPr/>
        </p:nvSpPr>
        <p:spPr>
          <a:xfrm flipH="1">
            <a:off x="-459903" y="1267501"/>
            <a:ext cx="1384154" cy="1243056"/>
          </a:xfrm>
          <a:custGeom>
            <a:avLst/>
            <a:gdLst/>
            <a:ahLst/>
            <a:cxnLst/>
            <a:rect l="l" t="t" r="r" b="b"/>
            <a:pathLst>
              <a:path w="101552" h="91200" extrusionOk="0">
                <a:moveTo>
                  <a:pt x="67692" y="1316"/>
                </a:moveTo>
                <a:cubicBezTo>
                  <a:pt x="73007" y="1316"/>
                  <a:pt x="77954" y="4172"/>
                  <a:pt x="80612" y="8774"/>
                </a:cubicBezTo>
                <a:lnTo>
                  <a:pt x="97524" y="38071"/>
                </a:lnTo>
                <a:cubicBezTo>
                  <a:pt x="100182" y="42673"/>
                  <a:pt x="100182" y="48388"/>
                  <a:pt x="97524" y="52990"/>
                </a:cubicBezTo>
                <a:lnTo>
                  <a:pt x="80612" y="82284"/>
                </a:lnTo>
                <a:cubicBezTo>
                  <a:pt x="77954" y="86886"/>
                  <a:pt x="73007" y="89745"/>
                  <a:pt x="67697" y="89745"/>
                </a:cubicBezTo>
                <a:cubicBezTo>
                  <a:pt x="64882" y="89699"/>
                  <a:pt x="62259" y="89681"/>
                  <a:pt x="59813" y="89681"/>
                </a:cubicBezTo>
                <a:cubicBezTo>
                  <a:pt x="55192" y="89681"/>
                  <a:pt x="51207" y="89745"/>
                  <a:pt x="47771" y="89800"/>
                </a:cubicBezTo>
                <a:lnTo>
                  <a:pt x="47241" y="89805"/>
                </a:lnTo>
                <a:cubicBezTo>
                  <a:pt x="44571" y="89847"/>
                  <a:pt x="42219" y="89885"/>
                  <a:pt x="40130" y="89885"/>
                </a:cubicBezTo>
                <a:cubicBezTo>
                  <a:pt x="33498" y="89885"/>
                  <a:pt x="29519" y="89506"/>
                  <a:pt x="26414" y="87711"/>
                </a:cubicBezTo>
                <a:cubicBezTo>
                  <a:pt x="22327" y="85351"/>
                  <a:pt x="19610" y="80457"/>
                  <a:pt x="14187" y="70715"/>
                </a:cubicBezTo>
                <a:lnTo>
                  <a:pt x="14163" y="70665"/>
                </a:lnTo>
                <a:cubicBezTo>
                  <a:pt x="11560" y="65984"/>
                  <a:pt x="8319" y="60160"/>
                  <a:pt x="4023" y="52985"/>
                </a:cubicBezTo>
                <a:cubicBezTo>
                  <a:pt x="1372" y="48384"/>
                  <a:pt x="1372" y="42668"/>
                  <a:pt x="4028" y="38071"/>
                </a:cubicBezTo>
                <a:lnTo>
                  <a:pt x="20941" y="8774"/>
                </a:lnTo>
                <a:cubicBezTo>
                  <a:pt x="23598" y="4172"/>
                  <a:pt x="28547" y="1316"/>
                  <a:pt x="33861" y="1316"/>
                </a:cubicBezTo>
                <a:close/>
                <a:moveTo>
                  <a:pt x="33861" y="0"/>
                </a:moveTo>
                <a:cubicBezTo>
                  <a:pt x="28081" y="0"/>
                  <a:pt x="22693" y="3108"/>
                  <a:pt x="19804" y="8115"/>
                </a:cubicBezTo>
                <a:lnTo>
                  <a:pt x="2886" y="37413"/>
                </a:lnTo>
                <a:cubicBezTo>
                  <a:pt x="0" y="42421"/>
                  <a:pt x="0" y="48640"/>
                  <a:pt x="2891" y="53648"/>
                </a:cubicBezTo>
                <a:lnTo>
                  <a:pt x="2895" y="53653"/>
                </a:lnTo>
                <a:cubicBezTo>
                  <a:pt x="7200" y="60853"/>
                  <a:pt x="10436" y="66672"/>
                  <a:pt x="13035" y="71348"/>
                </a:cubicBezTo>
                <a:lnTo>
                  <a:pt x="13039" y="71352"/>
                </a:lnTo>
                <a:cubicBezTo>
                  <a:pt x="17973" y="80225"/>
                  <a:pt x="20694" y="85114"/>
                  <a:pt x="24227" y="87880"/>
                </a:cubicBezTo>
                <a:cubicBezTo>
                  <a:pt x="25128" y="88583"/>
                  <a:pt x="26068" y="89136"/>
                  <a:pt x="27101" y="89581"/>
                </a:cubicBezTo>
                <a:cubicBezTo>
                  <a:pt x="28121" y="90017"/>
                  <a:pt x="29239" y="90349"/>
                  <a:pt x="30522" y="90591"/>
                </a:cubicBezTo>
                <a:cubicBezTo>
                  <a:pt x="32792" y="91027"/>
                  <a:pt x="35544" y="91200"/>
                  <a:pt x="40016" y="91200"/>
                </a:cubicBezTo>
                <a:cubicBezTo>
                  <a:pt x="42119" y="91200"/>
                  <a:pt x="44450" y="91166"/>
                  <a:pt x="47152" y="91120"/>
                </a:cubicBezTo>
                <a:lnTo>
                  <a:pt x="47379" y="91120"/>
                </a:lnTo>
                <a:cubicBezTo>
                  <a:pt x="50902" y="91061"/>
                  <a:pt x="54990" y="90997"/>
                  <a:pt x="59759" y="90997"/>
                </a:cubicBezTo>
                <a:cubicBezTo>
                  <a:pt x="62214" y="90997"/>
                  <a:pt x="64856" y="91012"/>
                  <a:pt x="67686" y="91061"/>
                </a:cubicBezTo>
                <a:lnTo>
                  <a:pt x="67692" y="91061"/>
                </a:lnTo>
                <a:cubicBezTo>
                  <a:pt x="73471" y="91061"/>
                  <a:pt x="78860" y="87948"/>
                  <a:pt x="81749" y="82942"/>
                </a:cubicBezTo>
                <a:lnTo>
                  <a:pt x="98663" y="53648"/>
                </a:lnTo>
                <a:cubicBezTo>
                  <a:pt x="101552" y="48640"/>
                  <a:pt x="101552" y="42421"/>
                  <a:pt x="98663" y="37413"/>
                </a:cubicBezTo>
                <a:lnTo>
                  <a:pt x="81749" y="8115"/>
                </a:lnTo>
                <a:cubicBezTo>
                  <a:pt x="78860" y="3108"/>
                  <a:pt x="73471" y="0"/>
                  <a:pt x="67692" y="0"/>
                </a:cubicBezTo>
                <a:close/>
              </a:path>
            </a:pathLst>
          </a:custGeom>
          <a:gradFill>
            <a:gsLst>
              <a:gs pos="0">
                <a:schemeClr val="dk1"/>
              </a:gs>
              <a:gs pos="19000">
                <a:schemeClr val="lt1"/>
              </a:gs>
              <a:gs pos="39000">
                <a:schemeClr val="dk1"/>
              </a:gs>
              <a:gs pos="58000">
                <a:schemeClr val="lt1"/>
              </a:gs>
              <a:gs pos="78000">
                <a:schemeClr val="dk1"/>
              </a:gs>
              <a:gs pos="100000">
                <a:schemeClr val="lt1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0" name="Google Shape;210;p19"/>
          <p:cNvSpPr/>
          <p:nvPr/>
        </p:nvSpPr>
        <p:spPr>
          <a:xfrm flipH="1">
            <a:off x="713215" y="2510550"/>
            <a:ext cx="980738" cy="880065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_16">
    <p:bg>
      <p:bgPr>
        <a:gradFill>
          <a:gsLst>
            <a:gs pos="0">
              <a:srgbClr val="E20030"/>
            </a:gs>
            <a:gs pos="100000">
              <a:srgbClr val="00216E"/>
            </a:gs>
          </a:gsLst>
          <a:lin ang="10801400" scaled="0"/>
        </a:gradFill>
        <a:effectLst/>
      </p:bgPr>
    </p:bg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20"/>
          <p:cNvSpPr/>
          <p:nvPr/>
        </p:nvSpPr>
        <p:spPr>
          <a:xfrm>
            <a:off x="-2329539" y="-142030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solidFill>
            <a:srgbClr val="E20030">
              <a:alpha val="407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3" name="Google Shape;213;p20"/>
          <p:cNvSpPr txBox="1"/>
          <p:nvPr>
            <p:ph type="subTitle" idx="1"/>
          </p:nvPr>
        </p:nvSpPr>
        <p:spPr>
          <a:xfrm flipH="1">
            <a:off x="4238100" y="3075450"/>
            <a:ext cx="3695700" cy="7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1400">
                <a:solidFill>
                  <a:schemeClr val="dk2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214" name="Google Shape;214;p20"/>
          <p:cNvSpPr txBox="1"/>
          <p:nvPr>
            <p:ph type="title"/>
          </p:nvPr>
        </p:nvSpPr>
        <p:spPr>
          <a:xfrm flipH="1">
            <a:off x="3741150" y="1574250"/>
            <a:ext cx="4689600" cy="150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 sz="10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215" name="Google Shape;215;p20"/>
          <p:cNvSpPr/>
          <p:nvPr/>
        </p:nvSpPr>
        <p:spPr>
          <a:xfrm>
            <a:off x="-2847330" y="-142030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solidFill>
            <a:srgbClr val="E20030">
              <a:alpha val="407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6" name="Google Shape;216;p20"/>
          <p:cNvSpPr/>
          <p:nvPr/>
        </p:nvSpPr>
        <p:spPr>
          <a:xfrm>
            <a:off x="-7178425" y="-142037"/>
            <a:ext cx="9860179" cy="5427467"/>
          </a:xfrm>
          <a:custGeom>
            <a:avLst/>
            <a:gdLst/>
            <a:ahLst/>
            <a:cxnLst/>
            <a:rect l="l" t="t" r="r" b="b"/>
            <a:pathLst>
              <a:path w="164542" h="90571" extrusionOk="0">
                <a:moveTo>
                  <a:pt x="33516" y="0"/>
                </a:moveTo>
                <a:cubicBezTo>
                  <a:pt x="27865" y="0"/>
                  <a:pt x="22595" y="3043"/>
                  <a:pt x="19765" y="7942"/>
                </a:cubicBezTo>
                <a:lnTo>
                  <a:pt x="2830" y="37270"/>
                </a:lnTo>
                <a:cubicBezTo>
                  <a:pt x="1" y="42170"/>
                  <a:pt x="1" y="48258"/>
                  <a:pt x="2835" y="53162"/>
                </a:cubicBezTo>
                <a:cubicBezTo>
                  <a:pt x="7140" y="60354"/>
                  <a:pt x="10384" y="66189"/>
                  <a:pt x="12995" y="70880"/>
                </a:cubicBezTo>
                <a:cubicBezTo>
                  <a:pt x="22773" y="88470"/>
                  <a:pt x="23941" y="90571"/>
                  <a:pt x="39678" y="90571"/>
                </a:cubicBezTo>
                <a:cubicBezTo>
                  <a:pt x="41818" y="90571"/>
                  <a:pt x="107858" y="90530"/>
                  <a:pt x="110587" y="90486"/>
                </a:cubicBezTo>
                <a:cubicBezTo>
                  <a:pt x="114137" y="90430"/>
                  <a:pt x="118258" y="90364"/>
                  <a:pt x="123067" y="90364"/>
                </a:cubicBezTo>
                <a:cubicBezTo>
                  <a:pt x="125532" y="90364"/>
                  <a:pt x="128179" y="90381"/>
                  <a:pt x="131021" y="90427"/>
                </a:cubicBezTo>
                <a:cubicBezTo>
                  <a:pt x="136682" y="90427"/>
                  <a:pt x="141947" y="87380"/>
                  <a:pt x="144777" y="82487"/>
                </a:cubicBezTo>
                <a:lnTo>
                  <a:pt x="161712" y="53157"/>
                </a:lnTo>
                <a:cubicBezTo>
                  <a:pt x="164541" y="48258"/>
                  <a:pt x="164541" y="42170"/>
                  <a:pt x="161712" y="37270"/>
                </a:cubicBezTo>
                <a:lnTo>
                  <a:pt x="144777" y="7942"/>
                </a:lnTo>
                <a:cubicBezTo>
                  <a:pt x="141947" y="3043"/>
                  <a:pt x="136677" y="0"/>
                  <a:pt x="131021" y="0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chemeClr val="dk2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7" name="Google Shape;217;p20"/>
          <p:cNvSpPr/>
          <p:nvPr/>
        </p:nvSpPr>
        <p:spPr>
          <a:xfrm>
            <a:off x="-208572" y="4172297"/>
            <a:ext cx="1323290" cy="11877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54007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8" name="Google Shape;218;p20"/>
          <p:cNvSpPr/>
          <p:nvPr/>
        </p:nvSpPr>
        <p:spPr>
          <a:xfrm flipH="1">
            <a:off x="-61237" y="-87777"/>
            <a:ext cx="1265338" cy="1136352"/>
          </a:xfrm>
          <a:custGeom>
            <a:avLst/>
            <a:gdLst/>
            <a:ahLst/>
            <a:cxnLst/>
            <a:rect l="l" t="t" r="r" b="b"/>
            <a:pathLst>
              <a:path w="101552" h="91200" extrusionOk="0">
                <a:moveTo>
                  <a:pt x="67692" y="1316"/>
                </a:moveTo>
                <a:cubicBezTo>
                  <a:pt x="73007" y="1316"/>
                  <a:pt x="77954" y="4172"/>
                  <a:pt x="80612" y="8774"/>
                </a:cubicBezTo>
                <a:lnTo>
                  <a:pt x="97524" y="38071"/>
                </a:lnTo>
                <a:cubicBezTo>
                  <a:pt x="100182" y="42673"/>
                  <a:pt x="100182" y="48388"/>
                  <a:pt x="97524" y="52990"/>
                </a:cubicBezTo>
                <a:lnTo>
                  <a:pt x="80612" y="82284"/>
                </a:lnTo>
                <a:cubicBezTo>
                  <a:pt x="77954" y="86886"/>
                  <a:pt x="73007" y="89745"/>
                  <a:pt x="67697" y="89745"/>
                </a:cubicBezTo>
                <a:cubicBezTo>
                  <a:pt x="64882" y="89699"/>
                  <a:pt x="62259" y="89681"/>
                  <a:pt x="59813" y="89681"/>
                </a:cubicBezTo>
                <a:cubicBezTo>
                  <a:pt x="55192" y="89681"/>
                  <a:pt x="51207" y="89745"/>
                  <a:pt x="47771" y="89800"/>
                </a:cubicBezTo>
                <a:lnTo>
                  <a:pt x="47241" y="89805"/>
                </a:lnTo>
                <a:cubicBezTo>
                  <a:pt x="44571" y="89847"/>
                  <a:pt x="42219" y="89885"/>
                  <a:pt x="40130" y="89885"/>
                </a:cubicBezTo>
                <a:cubicBezTo>
                  <a:pt x="33498" y="89885"/>
                  <a:pt x="29519" y="89506"/>
                  <a:pt x="26414" y="87711"/>
                </a:cubicBezTo>
                <a:cubicBezTo>
                  <a:pt x="22327" y="85351"/>
                  <a:pt x="19610" y="80457"/>
                  <a:pt x="14187" y="70715"/>
                </a:cubicBezTo>
                <a:lnTo>
                  <a:pt x="14163" y="70665"/>
                </a:lnTo>
                <a:cubicBezTo>
                  <a:pt x="11560" y="65984"/>
                  <a:pt x="8319" y="60160"/>
                  <a:pt x="4023" y="52985"/>
                </a:cubicBezTo>
                <a:cubicBezTo>
                  <a:pt x="1372" y="48384"/>
                  <a:pt x="1372" y="42668"/>
                  <a:pt x="4028" y="38071"/>
                </a:cubicBezTo>
                <a:lnTo>
                  <a:pt x="20941" y="8774"/>
                </a:lnTo>
                <a:cubicBezTo>
                  <a:pt x="23598" y="4172"/>
                  <a:pt x="28547" y="1316"/>
                  <a:pt x="33861" y="1316"/>
                </a:cubicBezTo>
                <a:close/>
                <a:moveTo>
                  <a:pt x="33861" y="0"/>
                </a:moveTo>
                <a:cubicBezTo>
                  <a:pt x="28081" y="0"/>
                  <a:pt x="22693" y="3108"/>
                  <a:pt x="19804" y="8115"/>
                </a:cubicBezTo>
                <a:lnTo>
                  <a:pt x="2886" y="37413"/>
                </a:lnTo>
                <a:cubicBezTo>
                  <a:pt x="0" y="42421"/>
                  <a:pt x="0" y="48640"/>
                  <a:pt x="2891" y="53648"/>
                </a:cubicBezTo>
                <a:lnTo>
                  <a:pt x="2895" y="53653"/>
                </a:lnTo>
                <a:cubicBezTo>
                  <a:pt x="7200" y="60853"/>
                  <a:pt x="10436" y="66672"/>
                  <a:pt x="13035" y="71348"/>
                </a:cubicBezTo>
                <a:lnTo>
                  <a:pt x="13039" y="71352"/>
                </a:lnTo>
                <a:cubicBezTo>
                  <a:pt x="17973" y="80225"/>
                  <a:pt x="20694" y="85114"/>
                  <a:pt x="24227" y="87880"/>
                </a:cubicBezTo>
                <a:cubicBezTo>
                  <a:pt x="25128" y="88583"/>
                  <a:pt x="26068" y="89136"/>
                  <a:pt x="27101" y="89581"/>
                </a:cubicBezTo>
                <a:cubicBezTo>
                  <a:pt x="28121" y="90017"/>
                  <a:pt x="29239" y="90349"/>
                  <a:pt x="30522" y="90591"/>
                </a:cubicBezTo>
                <a:cubicBezTo>
                  <a:pt x="32792" y="91027"/>
                  <a:pt x="35544" y="91200"/>
                  <a:pt x="40016" y="91200"/>
                </a:cubicBezTo>
                <a:cubicBezTo>
                  <a:pt x="42119" y="91200"/>
                  <a:pt x="44450" y="91166"/>
                  <a:pt x="47152" y="91120"/>
                </a:cubicBezTo>
                <a:lnTo>
                  <a:pt x="47379" y="91120"/>
                </a:lnTo>
                <a:cubicBezTo>
                  <a:pt x="50902" y="91061"/>
                  <a:pt x="54990" y="90997"/>
                  <a:pt x="59759" y="90997"/>
                </a:cubicBezTo>
                <a:cubicBezTo>
                  <a:pt x="62214" y="90997"/>
                  <a:pt x="64856" y="91012"/>
                  <a:pt x="67686" y="91061"/>
                </a:cubicBezTo>
                <a:lnTo>
                  <a:pt x="67692" y="91061"/>
                </a:lnTo>
                <a:cubicBezTo>
                  <a:pt x="73471" y="91061"/>
                  <a:pt x="78860" y="87948"/>
                  <a:pt x="81749" y="82942"/>
                </a:cubicBezTo>
                <a:lnTo>
                  <a:pt x="98663" y="53648"/>
                </a:lnTo>
                <a:cubicBezTo>
                  <a:pt x="101552" y="48640"/>
                  <a:pt x="101552" y="42421"/>
                  <a:pt x="98663" y="37413"/>
                </a:cubicBezTo>
                <a:lnTo>
                  <a:pt x="81749" y="8115"/>
                </a:lnTo>
                <a:cubicBezTo>
                  <a:pt x="78860" y="3108"/>
                  <a:pt x="73471" y="0"/>
                  <a:pt x="67692" y="0"/>
                </a:cubicBezTo>
                <a:close/>
              </a:path>
            </a:pathLst>
          </a:custGeom>
          <a:gradFill>
            <a:gsLst>
              <a:gs pos="0">
                <a:schemeClr val="dk1"/>
              </a:gs>
              <a:gs pos="19000">
                <a:schemeClr val="lt1"/>
              </a:gs>
              <a:gs pos="39000">
                <a:schemeClr val="dk1"/>
              </a:gs>
              <a:gs pos="58000">
                <a:schemeClr val="lt1"/>
              </a:gs>
              <a:gs pos="78000">
                <a:schemeClr val="dk1"/>
              </a:gs>
              <a:gs pos="100000">
                <a:schemeClr val="lt1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9" name="Google Shape;219;p20"/>
          <p:cNvSpPr/>
          <p:nvPr/>
        </p:nvSpPr>
        <p:spPr>
          <a:xfrm>
            <a:off x="791962" y="3512559"/>
            <a:ext cx="811732" cy="728595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00216E"/>
              </a:gs>
              <a:gs pos="100000">
                <a:srgbClr val="E20030"/>
              </a:gs>
            </a:gsLst>
            <a:lin ang="54007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20" name="Google Shape;220;p20"/>
          <p:cNvSpPr/>
          <p:nvPr/>
        </p:nvSpPr>
        <p:spPr>
          <a:xfrm>
            <a:off x="7874850" y="4607076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21" name="Google Shape;221;p20"/>
          <p:cNvSpPr txBox="1"/>
          <p:nvPr>
            <p:ph type="sldNum" idx="12"/>
          </p:nvPr>
        </p:nvSpPr>
        <p:spPr>
          <a:xfrm>
            <a:off x="8472449" y="4607079"/>
            <a:ext cx="6714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 sz="1600" b="1"/>
            </a:lvl1pPr>
            <a:lvl2pPr lvl="1" rtl="0">
              <a:buNone/>
              <a:defRPr sz="1600" b="1"/>
            </a:lvl2pPr>
            <a:lvl3pPr lvl="2" rtl="0">
              <a:buNone/>
              <a:defRPr sz="1600" b="1"/>
            </a:lvl3pPr>
            <a:lvl4pPr lvl="3" rtl="0">
              <a:buNone/>
              <a:defRPr sz="1600" b="1"/>
            </a:lvl4pPr>
            <a:lvl5pPr lvl="4" rtl="0">
              <a:buNone/>
              <a:defRPr sz="1600" b="1"/>
            </a:lvl5pPr>
            <a:lvl6pPr lvl="5" rtl="0">
              <a:buNone/>
              <a:defRPr sz="1600" b="1"/>
            </a:lvl6pPr>
            <a:lvl7pPr lvl="6" rtl="0">
              <a:buNone/>
              <a:defRPr sz="1600" b="1"/>
            </a:lvl7pPr>
            <a:lvl8pPr lvl="7" rtl="0">
              <a:buNone/>
              <a:defRPr sz="1600" b="1"/>
            </a:lvl8pPr>
            <a:lvl9pPr lvl="8" rtl="0">
              <a:buNone/>
              <a:defRPr sz="1600" b="1"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CUSTOM_18">
    <p:bg>
      <p:bgPr>
        <a:gradFill>
          <a:gsLst>
            <a:gs pos="0">
              <a:srgbClr val="E20030"/>
            </a:gs>
            <a:gs pos="100000">
              <a:srgbClr val="00216E"/>
            </a:gs>
          </a:gsLst>
          <a:lin ang="2698631" scaled="0"/>
        </a:gradFill>
        <a:effectLst/>
      </p:bgPr>
    </p:bg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1"/>
          <p:cNvSpPr/>
          <p:nvPr/>
        </p:nvSpPr>
        <p:spPr>
          <a:xfrm flipH="1">
            <a:off x="688178" y="-142025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solidFill>
            <a:srgbClr val="E20030">
              <a:alpha val="407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24" name="Google Shape;224;p21"/>
          <p:cNvSpPr/>
          <p:nvPr/>
        </p:nvSpPr>
        <p:spPr>
          <a:xfrm flipH="1">
            <a:off x="1205982" y="-142025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solidFill>
            <a:srgbClr val="E20030">
              <a:alpha val="407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25" name="Google Shape;225;p21"/>
          <p:cNvSpPr/>
          <p:nvPr/>
        </p:nvSpPr>
        <p:spPr>
          <a:xfrm>
            <a:off x="1723778" y="-142025"/>
            <a:ext cx="9860179" cy="5427467"/>
          </a:xfrm>
          <a:custGeom>
            <a:avLst/>
            <a:gdLst/>
            <a:ahLst/>
            <a:cxnLst/>
            <a:rect l="l" t="t" r="r" b="b"/>
            <a:pathLst>
              <a:path w="164542" h="90571" extrusionOk="0">
                <a:moveTo>
                  <a:pt x="33516" y="0"/>
                </a:moveTo>
                <a:cubicBezTo>
                  <a:pt x="27865" y="0"/>
                  <a:pt x="22595" y="3043"/>
                  <a:pt x="19765" y="7942"/>
                </a:cubicBezTo>
                <a:lnTo>
                  <a:pt x="2830" y="37270"/>
                </a:lnTo>
                <a:cubicBezTo>
                  <a:pt x="1" y="42170"/>
                  <a:pt x="1" y="48258"/>
                  <a:pt x="2835" y="53162"/>
                </a:cubicBezTo>
                <a:cubicBezTo>
                  <a:pt x="7140" y="60354"/>
                  <a:pt x="10384" y="66189"/>
                  <a:pt x="12995" y="70880"/>
                </a:cubicBezTo>
                <a:cubicBezTo>
                  <a:pt x="22773" y="88470"/>
                  <a:pt x="23941" y="90571"/>
                  <a:pt x="39678" y="90571"/>
                </a:cubicBezTo>
                <a:cubicBezTo>
                  <a:pt x="41818" y="90571"/>
                  <a:pt x="107858" y="90530"/>
                  <a:pt x="110587" y="90486"/>
                </a:cubicBezTo>
                <a:cubicBezTo>
                  <a:pt x="114137" y="90430"/>
                  <a:pt x="118258" y="90364"/>
                  <a:pt x="123067" y="90364"/>
                </a:cubicBezTo>
                <a:cubicBezTo>
                  <a:pt x="125532" y="90364"/>
                  <a:pt x="128179" y="90381"/>
                  <a:pt x="131021" y="90427"/>
                </a:cubicBezTo>
                <a:cubicBezTo>
                  <a:pt x="136682" y="90427"/>
                  <a:pt x="141947" y="87380"/>
                  <a:pt x="144777" y="82487"/>
                </a:cubicBezTo>
                <a:lnTo>
                  <a:pt x="161712" y="53157"/>
                </a:lnTo>
                <a:cubicBezTo>
                  <a:pt x="164541" y="48258"/>
                  <a:pt x="164541" y="42170"/>
                  <a:pt x="161712" y="37270"/>
                </a:cubicBezTo>
                <a:lnTo>
                  <a:pt x="144777" y="7942"/>
                </a:lnTo>
                <a:cubicBezTo>
                  <a:pt x="141947" y="3043"/>
                  <a:pt x="136677" y="0"/>
                  <a:pt x="131021" y="0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chemeClr val="dk2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26" name="Google Shape;226;p21"/>
          <p:cNvSpPr/>
          <p:nvPr/>
        </p:nvSpPr>
        <p:spPr>
          <a:xfrm>
            <a:off x="7874850" y="4607076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27" name="Google Shape;227;p21"/>
          <p:cNvSpPr txBox="1"/>
          <p:nvPr>
            <p:ph type="sldNum" idx="12"/>
          </p:nvPr>
        </p:nvSpPr>
        <p:spPr>
          <a:xfrm>
            <a:off x="8472449" y="4607079"/>
            <a:ext cx="6714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sz="1600"/>
          </a:p>
        </p:txBody>
      </p:sp>
      <p:sp>
        <p:nvSpPr>
          <p:cNvPr id="228" name="Google Shape;228;p21"/>
          <p:cNvSpPr txBox="1"/>
          <p:nvPr>
            <p:ph type="subTitle" idx="1"/>
          </p:nvPr>
        </p:nvSpPr>
        <p:spPr>
          <a:xfrm flipH="1">
            <a:off x="3706075" y="3736775"/>
            <a:ext cx="4724700" cy="79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14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229" name="Google Shape;229;p21"/>
          <p:cNvSpPr txBox="1"/>
          <p:nvPr>
            <p:ph type="title"/>
          </p:nvPr>
        </p:nvSpPr>
        <p:spPr>
          <a:xfrm flipH="1">
            <a:off x="2749075" y="2647775"/>
            <a:ext cx="5681700" cy="1089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None/>
              <a:defRPr sz="3200">
                <a:solidFill>
                  <a:schemeClr val="accent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None/>
              <a:defRPr sz="3200">
                <a:solidFill>
                  <a:schemeClr val="accent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None/>
              <a:defRPr sz="3200">
                <a:solidFill>
                  <a:schemeClr val="accent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None/>
              <a:defRPr sz="3200">
                <a:solidFill>
                  <a:schemeClr val="accent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None/>
              <a:defRPr sz="3200">
                <a:solidFill>
                  <a:schemeClr val="accent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None/>
              <a:defRPr sz="3200">
                <a:solidFill>
                  <a:schemeClr val="accent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None/>
              <a:defRPr sz="3200">
                <a:solidFill>
                  <a:schemeClr val="accent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None/>
              <a:defRPr sz="32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230" name="Google Shape;230;p21"/>
          <p:cNvSpPr/>
          <p:nvPr/>
        </p:nvSpPr>
        <p:spPr>
          <a:xfrm flipH="1">
            <a:off x="200906" y="38446"/>
            <a:ext cx="1024629" cy="919688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0784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31" name="Google Shape;231;p21"/>
          <p:cNvSpPr/>
          <p:nvPr/>
        </p:nvSpPr>
        <p:spPr>
          <a:xfrm flipH="1">
            <a:off x="-633353" y="3748900"/>
            <a:ext cx="1714779" cy="1538926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3137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32" name="Google Shape;232;p21"/>
          <p:cNvSpPr/>
          <p:nvPr/>
        </p:nvSpPr>
        <p:spPr>
          <a:xfrm flipH="1">
            <a:off x="298869" y="539500"/>
            <a:ext cx="1872181" cy="1680207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00216E">
                  <a:alpha val="21568"/>
                </a:srgbClr>
              </a:gs>
              <a:gs pos="100000">
                <a:srgbClr val="E20030">
                  <a:alpha val="23137"/>
                </a:srgbClr>
              </a:gs>
            </a:gsLst>
            <a:lin ang="54007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CUSTOM_18_1">
    <p:bg>
      <p:bgPr>
        <a:gradFill>
          <a:gsLst>
            <a:gs pos="0">
              <a:srgbClr val="E20030"/>
            </a:gs>
            <a:gs pos="100000">
              <a:srgbClr val="00216E"/>
            </a:gs>
          </a:gsLst>
          <a:lin ang="13500032" scaled="0"/>
        </a:gradFill>
        <a:effectLst/>
      </p:bgPr>
    </p:bg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22"/>
          <p:cNvSpPr/>
          <p:nvPr/>
        </p:nvSpPr>
        <p:spPr>
          <a:xfrm>
            <a:off x="7874850" y="4607076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35" name="Google Shape;235;p22"/>
          <p:cNvSpPr txBox="1"/>
          <p:nvPr>
            <p:ph type="sldNum" idx="12"/>
          </p:nvPr>
        </p:nvSpPr>
        <p:spPr>
          <a:xfrm>
            <a:off x="8472449" y="4607079"/>
            <a:ext cx="6714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 sz="1600" b="1"/>
            </a:lvl1pPr>
            <a:lvl2pPr lvl="1" rtl="0">
              <a:buNone/>
              <a:defRPr sz="1600" b="1"/>
            </a:lvl2pPr>
            <a:lvl3pPr lvl="2" rtl="0">
              <a:buNone/>
              <a:defRPr sz="1600" b="1"/>
            </a:lvl3pPr>
            <a:lvl4pPr lvl="3" rtl="0">
              <a:buNone/>
              <a:defRPr sz="1600" b="1"/>
            </a:lvl4pPr>
            <a:lvl5pPr lvl="4" rtl="0">
              <a:buNone/>
              <a:defRPr sz="1600" b="1"/>
            </a:lvl5pPr>
            <a:lvl6pPr lvl="5" rtl="0">
              <a:buNone/>
              <a:defRPr sz="1600" b="1"/>
            </a:lvl6pPr>
            <a:lvl7pPr lvl="6" rtl="0">
              <a:buNone/>
              <a:defRPr sz="1600" b="1"/>
            </a:lvl7pPr>
            <a:lvl8pPr lvl="7" rtl="0">
              <a:buNone/>
              <a:defRPr sz="1600" b="1"/>
            </a:lvl8pPr>
            <a:lvl9pPr lvl="8" rtl="0">
              <a:buNone/>
              <a:defRPr sz="1600" b="1"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  <p:sp>
        <p:nvSpPr>
          <p:cNvPr id="236" name="Google Shape;236;p22"/>
          <p:cNvSpPr/>
          <p:nvPr/>
        </p:nvSpPr>
        <p:spPr>
          <a:xfrm rot="10800000">
            <a:off x="3097133" y="-142063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00216E">
                  <a:alpha val="34509"/>
                  <a:alpha val="40780"/>
                </a:srgbClr>
              </a:gs>
              <a:gs pos="48000">
                <a:srgbClr val="00216E">
                  <a:alpha val="34509"/>
                  <a:alpha val="40780"/>
                </a:srgbClr>
              </a:gs>
              <a:gs pos="100000">
                <a:srgbClr val="00216E">
                  <a:alpha val="34509"/>
                  <a:alpha val="40780"/>
                </a:srgbClr>
              </a:gs>
            </a:gsLst>
            <a:lin ang="54007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37" name="Google Shape;237;p22"/>
          <p:cNvSpPr/>
          <p:nvPr/>
        </p:nvSpPr>
        <p:spPr>
          <a:xfrm rot="10800000">
            <a:off x="2579329" y="-142063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00216E">
                  <a:alpha val="34509"/>
                  <a:alpha val="17320"/>
                </a:srgbClr>
              </a:gs>
              <a:gs pos="48000">
                <a:srgbClr val="00216E">
                  <a:alpha val="34509"/>
                  <a:alpha val="17320"/>
                </a:srgbClr>
              </a:gs>
              <a:gs pos="100000">
                <a:srgbClr val="00216E">
                  <a:alpha val="34509"/>
                  <a:alpha val="17320"/>
                </a:srgbClr>
              </a:gs>
            </a:gsLst>
            <a:lin ang="54007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38" name="Google Shape;238;p22"/>
          <p:cNvSpPr/>
          <p:nvPr/>
        </p:nvSpPr>
        <p:spPr>
          <a:xfrm>
            <a:off x="-1751772" y="-142025"/>
            <a:ext cx="9860179" cy="5427467"/>
          </a:xfrm>
          <a:custGeom>
            <a:avLst/>
            <a:gdLst/>
            <a:ahLst/>
            <a:cxnLst/>
            <a:rect l="l" t="t" r="r" b="b"/>
            <a:pathLst>
              <a:path w="164542" h="90571" extrusionOk="0">
                <a:moveTo>
                  <a:pt x="33516" y="0"/>
                </a:moveTo>
                <a:cubicBezTo>
                  <a:pt x="27865" y="0"/>
                  <a:pt x="22595" y="3043"/>
                  <a:pt x="19765" y="7942"/>
                </a:cubicBezTo>
                <a:lnTo>
                  <a:pt x="2830" y="37270"/>
                </a:lnTo>
                <a:cubicBezTo>
                  <a:pt x="1" y="42170"/>
                  <a:pt x="1" y="48258"/>
                  <a:pt x="2835" y="53162"/>
                </a:cubicBezTo>
                <a:cubicBezTo>
                  <a:pt x="7140" y="60354"/>
                  <a:pt x="10384" y="66189"/>
                  <a:pt x="12995" y="70880"/>
                </a:cubicBezTo>
                <a:cubicBezTo>
                  <a:pt x="22773" y="88470"/>
                  <a:pt x="23941" y="90571"/>
                  <a:pt x="39678" y="90571"/>
                </a:cubicBezTo>
                <a:cubicBezTo>
                  <a:pt x="41818" y="90571"/>
                  <a:pt x="107858" y="90530"/>
                  <a:pt x="110587" y="90486"/>
                </a:cubicBezTo>
                <a:cubicBezTo>
                  <a:pt x="114137" y="90430"/>
                  <a:pt x="118258" y="90364"/>
                  <a:pt x="123067" y="90364"/>
                </a:cubicBezTo>
                <a:cubicBezTo>
                  <a:pt x="125532" y="90364"/>
                  <a:pt x="128179" y="90381"/>
                  <a:pt x="131021" y="90427"/>
                </a:cubicBezTo>
                <a:cubicBezTo>
                  <a:pt x="136682" y="90427"/>
                  <a:pt x="141947" y="87380"/>
                  <a:pt x="144777" y="82487"/>
                </a:cubicBezTo>
                <a:lnTo>
                  <a:pt x="161712" y="53157"/>
                </a:lnTo>
                <a:cubicBezTo>
                  <a:pt x="164541" y="48258"/>
                  <a:pt x="164541" y="42170"/>
                  <a:pt x="161712" y="37270"/>
                </a:cubicBezTo>
                <a:lnTo>
                  <a:pt x="144777" y="7942"/>
                </a:lnTo>
                <a:cubicBezTo>
                  <a:pt x="141947" y="3043"/>
                  <a:pt x="136677" y="0"/>
                  <a:pt x="131021" y="0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chemeClr val="dk2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39" name="Google Shape;239;p22"/>
          <p:cNvSpPr txBox="1"/>
          <p:nvPr>
            <p:ph type="subTitle" idx="1"/>
          </p:nvPr>
        </p:nvSpPr>
        <p:spPr>
          <a:xfrm flipH="1">
            <a:off x="713186" y="3899750"/>
            <a:ext cx="6294600" cy="56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240" name="Google Shape;240;p22"/>
          <p:cNvSpPr txBox="1"/>
          <p:nvPr>
            <p:ph type="title"/>
          </p:nvPr>
        </p:nvSpPr>
        <p:spPr>
          <a:xfrm flipH="1">
            <a:off x="713225" y="3247475"/>
            <a:ext cx="62946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None/>
              <a:defRPr sz="3200">
                <a:solidFill>
                  <a:schemeClr val="accen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None/>
              <a:defRPr sz="3200">
                <a:solidFill>
                  <a:schemeClr val="accen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None/>
              <a:defRPr sz="3200">
                <a:solidFill>
                  <a:schemeClr val="accen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None/>
              <a:defRPr sz="3200">
                <a:solidFill>
                  <a:schemeClr val="accen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None/>
              <a:defRPr sz="3200">
                <a:solidFill>
                  <a:schemeClr val="accen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None/>
              <a:defRPr sz="3200">
                <a:solidFill>
                  <a:schemeClr val="accen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None/>
              <a:defRPr sz="3200">
                <a:solidFill>
                  <a:schemeClr val="accen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None/>
              <a:defRPr sz="32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241" name="Google Shape;241;p22"/>
          <p:cNvSpPr/>
          <p:nvPr/>
        </p:nvSpPr>
        <p:spPr>
          <a:xfrm>
            <a:off x="8626203" y="383647"/>
            <a:ext cx="1323290" cy="11877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0784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42" name="Google Shape;242;p22"/>
          <p:cNvSpPr/>
          <p:nvPr/>
        </p:nvSpPr>
        <p:spPr>
          <a:xfrm rot="10800000" flipH="1">
            <a:off x="7660709" y="60370"/>
            <a:ext cx="811732" cy="728369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3137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43" name="Google Shape;243;p22"/>
          <p:cNvSpPr/>
          <p:nvPr/>
        </p:nvSpPr>
        <p:spPr>
          <a:xfrm>
            <a:off x="8726174" y="3631713"/>
            <a:ext cx="671483" cy="60271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3137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44" name="Google Shape;244;p22"/>
          <p:cNvSpPr/>
          <p:nvPr/>
        </p:nvSpPr>
        <p:spPr>
          <a:xfrm flipH="1">
            <a:off x="-554810" y="-524849"/>
            <a:ext cx="1389485" cy="1247616"/>
          </a:xfrm>
          <a:custGeom>
            <a:avLst/>
            <a:gdLst/>
            <a:ahLst/>
            <a:cxnLst/>
            <a:rect l="l" t="t" r="r" b="b"/>
            <a:pathLst>
              <a:path w="101552" h="91200" extrusionOk="0">
                <a:moveTo>
                  <a:pt x="67692" y="1316"/>
                </a:moveTo>
                <a:cubicBezTo>
                  <a:pt x="73007" y="1316"/>
                  <a:pt x="77954" y="4172"/>
                  <a:pt x="80612" y="8774"/>
                </a:cubicBezTo>
                <a:lnTo>
                  <a:pt x="97524" y="38071"/>
                </a:lnTo>
                <a:cubicBezTo>
                  <a:pt x="100182" y="42673"/>
                  <a:pt x="100182" y="48388"/>
                  <a:pt x="97524" y="52990"/>
                </a:cubicBezTo>
                <a:lnTo>
                  <a:pt x="80612" y="82284"/>
                </a:lnTo>
                <a:cubicBezTo>
                  <a:pt x="77954" y="86886"/>
                  <a:pt x="73007" y="89745"/>
                  <a:pt x="67697" y="89745"/>
                </a:cubicBezTo>
                <a:cubicBezTo>
                  <a:pt x="64882" y="89699"/>
                  <a:pt x="62259" y="89681"/>
                  <a:pt x="59813" y="89681"/>
                </a:cubicBezTo>
                <a:cubicBezTo>
                  <a:pt x="55192" y="89681"/>
                  <a:pt x="51207" y="89745"/>
                  <a:pt x="47771" y="89800"/>
                </a:cubicBezTo>
                <a:lnTo>
                  <a:pt x="47241" y="89805"/>
                </a:lnTo>
                <a:cubicBezTo>
                  <a:pt x="44571" y="89847"/>
                  <a:pt x="42219" y="89885"/>
                  <a:pt x="40130" y="89885"/>
                </a:cubicBezTo>
                <a:cubicBezTo>
                  <a:pt x="33498" y="89885"/>
                  <a:pt x="29519" y="89506"/>
                  <a:pt x="26414" y="87711"/>
                </a:cubicBezTo>
                <a:cubicBezTo>
                  <a:pt x="22327" y="85351"/>
                  <a:pt x="19610" y="80457"/>
                  <a:pt x="14187" y="70715"/>
                </a:cubicBezTo>
                <a:lnTo>
                  <a:pt x="14163" y="70665"/>
                </a:lnTo>
                <a:cubicBezTo>
                  <a:pt x="11560" y="65984"/>
                  <a:pt x="8319" y="60160"/>
                  <a:pt x="4023" y="52985"/>
                </a:cubicBezTo>
                <a:cubicBezTo>
                  <a:pt x="1372" y="48384"/>
                  <a:pt x="1372" y="42668"/>
                  <a:pt x="4028" y="38071"/>
                </a:cubicBezTo>
                <a:lnTo>
                  <a:pt x="20941" y="8774"/>
                </a:lnTo>
                <a:cubicBezTo>
                  <a:pt x="23598" y="4172"/>
                  <a:pt x="28547" y="1316"/>
                  <a:pt x="33861" y="1316"/>
                </a:cubicBezTo>
                <a:close/>
                <a:moveTo>
                  <a:pt x="33861" y="0"/>
                </a:moveTo>
                <a:cubicBezTo>
                  <a:pt x="28081" y="0"/>
                  <a:pt x="22693" y="3108"/>
                  <a:pt x="19804" y="8115"/>
                </a:cubicBezTo>
                <a:lnTo>
                  <a:pt x="2886" y="37413"/>
                </a:lnTo>
                <a:cubicBezTo>
                  <a:pt x="0" y="42421"/>
                  <a:pt x="0" y="48640"/>
                  <a:pt x="2891" y="53648"/>
                </a:cubicBezTo>
                <a:lnTo>
                  <a:pt x="2895" y="53653"/>
                </a:lnTo>
                <a:cubicBezTo>
                  <a:pt x="7200" y="60853"/>
                  <a:pt x="10436" y="66672"/>
                  <a:pt x="13035" y="71348"/>
                </a:cubicBezTo>
                <a:lnTo>
                  <a:pt x="13039" y="71352"/>
                </a:lnTo>
                <a:cubicBezTo>
                  <a:pt x="17973" y="80225"/>
                  <a:pt x="20694" y="85114"/>
                  <a:pt x="24227" y="87880"/>
                </a:cubicBezTo>
                <a:cubicBezTo>
                  <a:pt x="25128" y="88583"/>
                  <a:pt x="26068" y="89136"/>
                  <a:pt x="27101" y="89581"/>
                </a:cubicBezTo>
                <a:cubicBezTo>
                  <a:pt x="28121" y="90017"/>
                  <a:pt x="29239" y="90349"/>
                  <a:pt x="30522" y="90591"/>
                </a:cubicBezTo>
                <a:cubicBezTo>
                  <a:pt x="32792" y="91027"/>
                  <a:pt x="35544" y="91200"/>
                  <a:pt x="40016" y="91200"/>
                </a:cubicBezTo>
                <a:cubicBezTo>
                  <a:pt x="42119" y="91200"/>
                  <a:pt x="44450" y="91166"/>
                  <a:pt x="47152" y="91120"/>
                </a:cubicBezTo>
                <a:lnTo>
                  <a:pt x="47379" y="91120"/>
                </a:lnTo>
                <a:cubicBezTo>
                  <a:pt x="50902" y="91061"/>
                  <a:pt x="54990" y="90997"/>
                  <a:pt x="59759" y="90997"/>
                </a:cubicBezTo>
                <a:cubicBezTo>
                  <a:pt x="62214" y="90997"/>
                  <a:pt x="64856" y="91012"/>
                  <a:pt x="67686" y="91061"/>
                </a:cubicBezTo>
                <a:lnTo>
                  <a:pt x="67692" y="91061"/>
                </a:lnTo>
                <a:cubicBezTo>
                  <a:pt x="73471" y="91061"/>
                  <a:pt x="78860" y="87948"/>
                  <a:pt x="81749" y="82942"/>
                </a:cubicBezTo>
                <a:lnTo>
                  <a:pt x="98663" y="53648"/>
                </a:lnTo>
                <a:cubicBezTo>
                  <a:pt x="101552" y="48640"/>
                  <a:pt x="101552" y="42421"/>
                  <a:pt x="98663" y="37413"/>
                </a:cubicBezTo>
                <a:lnTo>
                  <a:pt x="81749" y="8115"/>
                </a:lnTo>
                <a:cubicBezTo>
                  <a:pt x="78860" y="3108"/>
                  <a:pt x="73471" y="0"/>
                  <a:pt x="67692" y="0"/>
                </a:cubicBezTo>
                <a:close/>
              </a:path>
            </a:pathLst>
          </a:custGeom>
          <a:gradFill>
            <a:gsLst>
              <a:gs pos="0">
                <a:schemeClr val="dk1"/>
              </a:gs>
              <a:gs pos="19000">
                <a:schemeClr val="lt1"/>
              </a:gs>
              <a:gs pos="39000">
                <a:schemeClr val="dk1"/>
              </a:gs>
              <a:gs pos="58000">
                <a:schemeClr val="lt1"/>
              </a:gs>
              <a:gs pos="78000">
                <a:schemeClr val="dk1"/>
              </a:gs>
              <a:gs pos="100000">
                <a:schemeClr val="lt1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3">
  <p:cSld name="CUSTOM_18_1_1">
    <p:bg>
      <p:bgPr>
        <a:gradFill>
          <a:gsLst>
            <a:gs pos="0">
              <a:srgbClr val="E20030"/>
            </a:gs>
            <a:gs pos="100000">
              <a:srgbClr val="00216E"/>
            </a:gs>
          </a:gsLst>
          <a:lin ang="13500032" scaled="0"/>
        </a:gradFill>
        <a:effectLst/>
      </p:bgPr>
    </p:bg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23"/>
          <p:cNvSpPr/>
          <p:nvPr/>
        </p:nvSpPr>
        <p:spPr>
          <a:xfrm flipH="1">
            <a:off x="0" y="-142050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solidFill>
            <a:srgbClr val="E20030">
              <a:alpha val="407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47" name="Google Shape;247;p23"/>
          <p:cNvSpPr/>
          <p:nvPr/>
        </p:nvSpPr>
        <p:spPr>
          <a:xfrm flipH="1">
            <a:off x="517804" y="-142050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solidFill>
            <a:srgbClr val="E20030">
              <a:alpha val="407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48" name="Google Shape;248;p23"/>
          <p:cNvSpPr/>
          <p:nvPr/>
        </p:nvSpPr>
        <p:spPr>
          <a:xfrm>
            <a:off x="1035600" y="-142050"/>
            <a:ext cx="9860179" cy="5427467"/>
          </a:xfrm>
          <a:custGeom>
            <a:avLst/>
            <a:gdLst/>
            <a:ahLst/>
            <a:cxnLst/>
            <a:rect l="l" t="t" r="r" b="b"/>
            <a:pathLst>
              <a:path w="164542" h="90571" extrusionOk="0">
                <a:moveTo>
                  <a:pt x="33516" y="0"/>
                </a:moveTo>
                <a:cubicBezTo>
                  <a:pt x="27865" y="0"/>
                  <a:pt x="22595" y="3043"/>
                  <a:pt x="19765" y="7942"/>
                </a:cubicBezTo>
                <a:lnTo>
                  <a:pt x="2830" y="37270"/>
                </a:lnTo>
                <a:cubicBezTo>
                  <a:pt x="1" y="42170"/>
                  <a:pt x="1" y="48258"/>
                  <a:pt x="2835" y="53162"/>
                </a:cubicBezTo>
                <a:cubicBezTo>
                  <a:pt x="7140" y="60354"/>
                  <a:pt x="10384" y="66189"/>
                  <a:pt x="12995" y="70880"/>
                </a:cubicBezTo>
                <a:cubicBezTo>
                  <a:pt x="22773" y="88470"/>
                  <a:pt x="23941" y="90571"/>
                  <a:pt x="39678" y="90571"/>
                </a:cubicBezTo>
                <a:cubicBezTo>
                  <a:pt x="41818" y="90571"/>
                  <a:pt x="107858" y="90530"/>
                  <a:pt x="110587" y="90486"/>
                </a:cubicBezTo>
                <a:cubicBezTo>
                  <a:pt x="114137" y="90430"/>
                  <a:pt x="118258" y="90364"/>
                  <a:pt x="123067" y="90364"/>
                </a:cubicBezTo>
                <a:cubicBezTo>
                  <a:pt x="125532" y="90364"/>
                  <a:pt x="128179" y="90381"/>
                  <a:pt x="131021" y="90427"/>
                </a:cubicBezTo>
                <a:cubicBezTo>
                  <a:pt x="136682" y="90427"/>
                  <a:pt x="141947" y="87380"/>
                  <a:pt x="144777" y="82487"/>
                </a:cubicBezTo>
                <a:lnTo>
                  <a:pt x="161712" y="53157"/>
                </a:lnTo>
                <a:cubicBezTo>
                  <a:pt x="164541" y="48258"/>
                  <a:pt x="164541" y="42170"/>
                  <a:pt x="161712" y="37270"/>
                </a:cubicBezTo>
                <a:lnTo>
                  <a:pt x="144777" y="7942"/>
                </a:lnTo>
                <a:cubicBezTo>
                  <a:pt x="141947" y="3043"/>
                  <a:pt x="136677" y="0"/>
                  <a:pt x="131021" y="0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chemeClr val="dk2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49" name="Google Shape;249;p23"/>
          <p:cNvSpPr/>
          <p:nvPr/>
        </p:nvSpPr>
        <p:spPr>
          <a:xfrm>
            <a:off x="7874850" y="4607076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50" name="Google Shape;250;p23"/>
          <p:cNvSpPr txBox="1"/>
          <p:nvPr>
            <p:ph type="sldNum" idx="12"/>
          </p:nvPr>
        </p:nvSpPr>
        <p:spPr>
          <a:xfrm>
            <a:off x="8472449" y="4607079"/>
            <a:ext cx="6714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 sz="1600" b="1"/>
            </a:lvl1pPr>
            <a:lvl2pPr lvl="1" rtl="0">
              <a:buNone/>
              <a:defRPr sz="1600" b="1"/>
            </a:lvl2pPr>
            <a:lvl3pPr lvl="2" rtl="0">
              <a:buNone/>
              <a:defRPr sz="1600" b="1"/>
            </a:lvl3pPr>
            <a:lvl4pPr lvl="3" rtl="0">
              <a:buNone/>
              <a:defRPr sz="1600" b="1"/>
            </a:lvl4pPr>
            <a:lvl5pPr lvl="4" rtl="0">
              <a:buNone/>
              <a:defRPr sz="1600" b="1"/>
            </a:lvl5pPr>
            <a:lvl6pPr lvl="5" rtl="0">
              <a:buNone/>
              <a:defRPr sz="1600" b="1"/>
            </a:lvl6pPr>
            <a:lvl7pPr lvl="6" rtl="0">
              <a:buNone/>
              <a:defRPr sz="1600" b="1"/>
            </a:lvl7pPr>
            <a:lvl8pPr lvl="7" rtl="0">
              <a:buNone/>
              <a:defRPr sz="1600" b="1"/>
            </a:lvl8pPr>
            <a:lvl9pPr lvl="8" rtl="0">
              <a:buNone/>
              <a:defRPr sz="1600" b="1"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  <p:sp>
        <p:nvSpPr>
          <p:cNvPr id="251" name="Google Shape;251;p23"/>
          <p:cNvSpPr txBox="1"/>
          <p:nvPr>
            <p:ph type="subTitle" idx="1"/>
          </p:nvPr>
        </p:nvSpPr>
        <p:spPr>
          <a:xfrm flipH="1">
            <a:off x="2177811" y="3899750"/>
            <a:ext cx="6294600" cy="56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14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252" name="Google Shape;252;p23"/>
          <p:cNvSpPr txBox="1"/>
          <p:nvPr>
            <p:ph type="title"/>
          </p:nvPr>
        </p:nvSpPr>
        <p:spPr>
          <a:xfrm flipH="1">
            <a:off x="2177850" y="3247475"/>
            <a:ext cx="62946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None/>
              <a:defRPr sz="3200">
                <a:solidFill>
                  <a:schemeClr val="accent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None/>
              <a:defRPr sz="3200">
                <a:solidFill>
                  <a:schemeClr val="accent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None/>
              <a:defRPr sz="3200">
                <a:solidFill>
                  <a:schemeClr val="accent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None/>
              <a:defRPr sz="3200">
                <a:solidFill>
                  <a:schemeClr val="accent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None/>
              <a:defRPr sz="3200">
                <a:solidFill>
                  <a:schemeClr val="accent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None/>
              <a:defRPr sz="3200">
                <a:solidFill>
                  <a:schemeClr val="accent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None/>
              <a:defRPr sz="3200">
                <a:solidFill>
                  <a:schemeClr val="accent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None/>
              <a:defRPr sz="32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253" name="Google Shape;253;p23"/>
          <p:cNvSpPr/>
          <p:nvPr/>
        </p:nvSpPr>
        <p:spPr>
          <a:xfrm flipH="1">
            <a:off x="8036840" y="-253649"/>
            <a:ext cx="1389485" cy="1247616"/>
          </a:xfrm>
          <a:custGeom>
            <a:avLst/>
            <a:gdLst/>
            <a:ahLst/>
            <a:cxnLst/>
            <a:rect l="l" t="t" r="r" b="b"/>
            <a:pathLst>
              <a:path w="101552" h="91200" extrusionOk="0">
                <a:moveTo>
                  <a:pt x="67692" y="1316"/>
                </a:moveTo>
                <a:cubicBezTo>
                  <a:pt x="73007" y="1316"/>
                  <a:pt x="77954" y="4172"/>
                  <a:pt x="80612" y="8774"/>
                </a:cubicBezTo>
                <a:lnTo>
                  <a:pt x="97524" y="38071"/>
                </a:lnTo>
                <a:cubicBezTo>
                  <a:pt x="100182" y="42673"/>
                  <a:pt x="100182" y="48388"/>
                  <a:pt x="97524" y="52990"/>
                </a:cubicBezTo>
                <a:lnTo>
                  <a:pt x="80612" y="82284"/>
                </a:lnTo>
                <a:cubicBezTo>
                  <a:pt x="77954" y="86886"/>
                  <a:pt x="73007" y="89745"/>
                  <a:pt x="67697" y="89745"/>
                </a:cubicBezTo>
                <a:cubicBezTo>
                  <a:pt x="64882" y="89699"/>
                  <a:pt x="62259" y="89681"/>
                  <a:pt x="59813" y="89681"/>
                </a:cubicBezTo>
                <a:cubicBezTo>
                  <a:pt x="55192" y="89681"/>
                  <a:pt x="51207" y="89745"/>
                  <a:pt x="47771" y="89800"/>
                </a:cubicBezTo>
                <a:lnTo>
                  <a:pt x="47241" y="89805"/>
                </a:lnTo>
                <a:cubicBezTo>
                  <a:pt x="44571" y="89847"/>
                  <a:pt x="42219" y="89885"/>
                  <a:pt x="40130" y="89885"/>
                </a:cubicBezTo>
                <a:cubicBezTo>
                  <a:pt x="33498" y="89885"/>
                  <a:pt x="29519" y="89506"/>
                  <a:pt x="26414" y="87711"/>
                </a:cubicBezTo>
                <a:cubicBezTo>
                  <a:pt x="22327" y="85351"/>
                  <a:pt x="19610" y="80457"/>
                  <a:pt x="14187" y="70715"/>
                </a:cubicBezTo>
                <a:lnTo>
                  <a:pt x="14163" y="70665"/>
                </a:lnTo>
                <a:cubicBezTo>
                  <a:pt x="11560" y="65984"/>
                  <a:pt x="8319" y="60160"/>
                  <a:pt x="4023" y="52985"/>
                </a:cubicBezTo>
                <a:cubicBezTo>
                  <a:pt x="1372" y="48384"/>
                  <a:pt x="1372" y="42668"/>
                  <a:pt x="4028" y="38071"/>
                </a:cubicBezTo>
                <a:lnTo>
                  <a:pt x="20941" y="8774"/>
                </a:lnTo>
                <a:cubicBezTo>
                  <a:pt x="23598" y="4172"/>
                  <a:pt x="28547" y="1316"/>
                  <a:pt x="33861" y="1316"/>
                </a:cubicBezTo>
                <a:close/>
                <a:moveTo>
                  <a:pt x="33861" y="0"/>
                </a:moveTo>
                <a:cubicBezTo>
                  <a:pt x="28081" y="0"/>
                  <a:pt x="22693" y="3108"/>
                  <a:pt x="19804" y="8115"/>
                </a:cubicBezTo>
                <a:lnTo>
                  <a:pt x="2886" y="37413"/>
                </a:lnTo>
                <a:cubicBezTo>
                  <a:pt x="0" y="42421"/>
                  <a:pt x="0" y="48640"/>
                  <a:pt x="2891" y="53648"/>
                </a:cubicBezTo>
                <a:lnTo>
                  <a:pt x="2895" y="53653"/>
                </a:lnTo>
                <a:cubicBezTo>
                  <a:pt x="7200" y="60853"/>
                  <a:pt x="10436" y="66672"/>
                  <a:pt x="13035" y="71348"/>
                </a:cubicBezTo>
                <a:lnTo>
                  <a:pt x="13039" y="71352"/>
                </a:lnTo>
                <a:cubicBezTo>
                  <a:pt x="17973" y="80225"/>
                  <a:pt x="20694" y="85114"/>
                  <a:pt x="24227" y="87880"/>
                </a:cubicBezTo>
                <a:cubicBezTo>
                  <a:pt x="25128" y="88583"/>
                  <a:pt x="26068" y="89136"/>
                  <a:pt x="27101" y="89581"/>
                </a:cubicBezTo>
                <a:cubicBezTo>
                  <a:pt x="28121" y="90017"/>
                  <a:pt x="29239" y="90349"/>
                  <a:pt x="30522" y="90591"/>
                </a:cubicBezTo>
                <a:cubicBezTo>
                  <a:pt x="32792" y="91027"/>
                  <a:pt x="35544" y="91200"/>
                  <a:pt x="40016" y="91200"/>
                </a:cubicBezTo>
                <a:cubicBezTo>
                  <a:pt x="42119" y="91200"/>
                  <a:pt x="44450" y="91166"/>
                  <a:pt x="47152" y="91120"/>
                </a:cubicBezTo>
                <a:lnTo>
                  <a:pt x="47379" y="91120"/>
                </a:lnTo>
                <a:cubicBezTo>
                  <a:pt x="50902" y="91061"/>
                  <a:pt x="54990" y="90997"/>
                  <a:pt x="59759" y="90997"/>
                </a:cubicBezTo>
                <a:cubicBezTo>
                  <a:pt x="62214" y="90997"/>
                  <a:pt x="64856" y="91012"/>
                  <a:pt x="67686" y="91061"/>
                </a:cubicBezTo>
                <a:lnTo>
                  <a:pt x="67692" y="91061"/>
                </a:lnTo>
                <a:cubicBezTo>
                  <a:pt x="73471" y="91061"/>
                  <a:pt x="78860" y="87948"/>
                  <a:pt x="81749" y="82942"/>
                </a:cubicBezTo>
                <a:lnTo>
                  <a:pt x="98663" y="53648"/>
                </a:lnTo>
                <a:cubicBezTo>
                  <a:pt x="101552" y="48640"/>
                  <a:pt x="101552" y="42421"/>
                  <a:pt x="98663" y="37413"/>
                </a:cubicBezTo>
                <a:lnTo>
                  <a:pt x="81749" y="8115"/>
                </a:lnTo>
                <a:cubicBezTo>
                  <a:pt x="78860" y="3108"/>
                  <a:pt x="73471" y="0"/>
                  <a:pt x="67692" y="0"/>
                </a:cubicBezTo>
                <a:close/>
              </a:path>
            </a:pathLst>
          </a:custGeom>
          <a:gradFill>
            <a:gsLst>
              <a:gs pos="0">
                <a:schemeClr val="dk1"/>
              </a:gs>
              <a:gs pos="19000">
                <a:schemeClr val="lt1"/>
              </a:gs>
              <a:gs pos="39000">
                <a:schemeClr val="dk1"/>
              </a:gs>
              <a:gs pos="58000">
                <a:schemeClr val="lt1"/>
              </a:gs>
              <a:gs pos="78000">
                <a:schemeClr val="dk1"/>
              </a:gs>
              <a:gs pos="100000">
                <a:schemeClr val="lt1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54" name="Google Shape;254;p23"/>
          <p:cNvSpPr/>
          <p:nvPr/>
        </p:nvSpPr>
        <p:spPr>
          <a:xfrm>
            <a:off x="161078" y="3491722"/>
            <a:ext cx="1323290" cy="11877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0784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55" name="Google Shape;255;p23"/>
          <p:cNvSpPr/>
          <p:nvPr/>
        </p:nvSpPr>
        <p:spPr>
          <a:xfrm rot="10800000" flipH="1">
            <a:off x="-488605" y="-508814"/>
            <a:ext cx="1551574" cy="1392437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3137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1">
  <p:cSld name="CUSTOM_5">
    <p:bg>
      <p:bgPr>
        <a:gradFill>
          <a:gsLst>
            <a:gs pos="0">
              <a:srgbClr val="E20030"/>
            </a:gs>
            <a:gs pos="100000">
              <a:srgbClr val="00216E"/>
            </a:gs>
          </a:gsLst>
          <a:lin ang="5400700" scaled="0"/>
        </a:gradFill>
        <a:effectLst/>
      </p:bgPr>
    </p:bg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4"/>
          <p:cNvSpPr/>
          <p:nvPr/>
        </p:nvSpPr>
        <p:spPr>
          <a:xfrm>
            <a:off x="335243" y="674700"/>
            <a:ext cx="2053042" cy="1842545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0784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58" name="Google Shape;258;p24"/>
          <p:cNvSpPr/>
          <p:nvPr/>
        </p:nvSpPr>
        <p:spPr>
          <a:xfrm flipH="1">
            <a:off x="1645745" y="-142018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solidFill>
            <a:srgbClr val="E20030">
              <a:alpha val="407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59" name="Google Shape;259;p24"/>
          <p:cNvSpPr/>
          <p:nvPr/>
        </p:nvSpPr>
        <p:spPr>
          <a:xfrm flipH="1">
            <a:off x="2163549" y="-142018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solidFill>
            <a:srgbClr val="E20030">
              <a:alpha val="407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60" name="Google Shape;260;p24"/>
          <p:cNvSpPr/>
          <p:nvPr/>
        </p:nvSpPr>
        <p:spPr>
          <a:xfrm>
            <a:off x="2681350" y="-142037"/>
            <a:ext cx="9860179" cy="5427467"/>
          </a:xfrm>
          <a:custGeom>
            <a:avLst/>
            <a:gdLst/>
            <a:ahLst/>
            <a:cxnLst/>
            <a:rect l="l" t="t" r="r" b="b"/>
            <a:pathLst>
              <a:path w="164542" h="90571" extrusionOk="0">
                <a:moveTo>
                  <a:pt x="33516" y="0"/>
                </a:moveTo>
                <a:cubicBezTo>
                  <a:pt x="27865" y="0"/>
                  <a:pt x="22595" y="3043"/>
                  <a:pt x="19765" y="7942"/>
                </a:cubicBezTo>
                <a:lnTo>
                  <a:pt x="2830" y="37270"/>
                </a:lnTo>
                <a:cubicBezTo>
                  <a:pt x="1" y="42170"/>
                  <a:pt x="1" y="48258"/>
                  <a:pt x="2835" y="53162"/>
                </a:cubicBezTo>
                <a:cubicBezTo>
                  <a:pt x="7140" y="60354"/>
                  <a:pt x="10384" y="66189"/>
                  <a:pt x="12995" y="70880"/>
                </a:cubicBezTo>
                <a:cubicBezTo>
                  <a:pt x="22773" y="88470"/>
                  <a:pt x="23941" y="90571"/>
                  <a:pt x="39678" y="90571"/>
                </a:cubicBezTo>
                <a:cubicBezTo>
                  <a:pt x="41818" y="90571"/>
                  <a:pt x="107858" y="90530"/>
                  <a:pt x="110587" y="90486"/>
                </a:cubicBezTo>
                <a:cubicBezTo>
                  <a:pt x="114137" y="90430"/>
                  <a:pt x="118258" y="90364"/>
                  <a:pt x="123067" y="90364"/>
                </a:cubicBezTo>
                <a:cubicBezTo>
                  <a:pt x="125532" y="90364"/>
                  <a:pt x="128179" y="90381"/>
                  <a:pt x="131021" y="90427"/>
                </a:cubicBezTo>
                <a:cubicBezTo>
                  <a:pt x="136682" y="90427"/>
                  <a:pt x="141947" y="87380"/>
                  <a:pt x="144777" y="82487"/>
                </a:cubicBezTo>
                <a:lnTo>
                  <a:pt x="161712" y="53157"/>
                </a:lnTo>
                <a:cubicBezTo>
                  <a:pt x="164541" y="48258"/>
                  <a:pt x="164541" y="42170"/>
                  <a:pt x="161712" y="37270"/>
                </a:cubicBezTo>
                <a:lnTo>
                  <a:pt x="144777" y="7942"/>
                </a:lnTo>
                <a:cubicBezTo>
                  <a:pt x="141947" y="3043"/>
                  <a:pt x="136677" y="0"/>
                  <a:pt x="131021" y="0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chemeClr val="dk2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61" name="Google Shape;261;p24"/>
          <p:cNvSpPr/>
          <p:nvPr/>
        </p:nvSpPr>
        <p:spPr>
          <a:xfrm>
            <a:off x="7874850" y="4607076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62" name="Google Shape;262;p24"/>
          <p:cNvSpPr txBox="1"/>
          <p:nvPr>
            <p:ph type="sldNum" idx="12"/>
          </p:nvPr>
        </p:nvSpPr>
        <p:spPr>
          <a:xfrm>
            <a:off x="8472449" y="4607079"/>
            <a:ext cx="6714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 sz="1600" b="1"/>
            </a:lvl1pPr>
            <a:lvl2pPr lvl="1">
              <a:buNone/>
              <a:defRPr sz="1600" b="1"/>
            </a:lvl2pPr>
            <a:lvl3pPr lvl="2">
              <a:buNone/>
              <a:defRPr sz="1600" b="1"/>
            </a:lvl3pPr>
            <a:lvl4pPr lvl="3">
              <a:buNone/>
              <a:defRPr sz="1600" b="1"/>
            </a:lvl4pPr>
            <a:lvl5pPr lvl="4">
              <a:buNone/>
              <a:defRPr sz="1600" b="1"/>
            </a:lvl5pPr>
            <a:lvl6pPr lvl="5">
              <a:buNone/>
              <a:defRPr sz="1600" b="1"/>
            </a:lvl6pPr>
            <a:lvl7pPr lvl="6">
              <a:buNone/>
              <a:defRPr sz="1600" b="1"/>
            </a:lvl7pPr>
            <a:lvl8pPr lvl="7">
              <a:buNone/>
              <a:defRPr sz="1600" b="1"/>
            </a:lvl8pPr>
            <a:lvl9pPr lvl="8">
              <a:buNone/>
              <a:defRPr sz="1600" b="1"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  <p:sp>
        <p:nvSpPr>
          <p:cNvPr id="263" name="Google Shape;263;p24"/>
          <p:cNvSpPr txBox="1"/>
          <p:nvPr>
            <p:ph type="title"/>
          </p:nvPr>
        </p:nvSpPr>
        <p:spPr>
          <a:xfrm>
            <a:off x="713225" y="539500"/>
            <a:ext cx="7717500" cy="53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64" name="Google Shape;264;p24"/>
          <p:cNvSpPr txBox="1"/>
          <p:nvPr>
            <p:ph type="subTitle" idx="1"/>
          </p:nvPr>
        </p:nvSpPr>
        <p:spPr>
          <a:xfrm>
            <a:off x="3437850" y="3481325"/>
            <a:ext cx="2439300" cy="72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5" name="Google Shape;265;p24"/>
          <p:cNvSpPr txBox="1"/>
          <p:nvPr>
            <p:ph type="subTitle" idx="2"/>
          </p:nvPr>
        </p:nvSpPr>
        <p:spPr>
          <a:xfrm>
            <a:off x="5991425" y="3481325"/>
            <a:ext cx="2439300" cy="72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6" name="Google Shape;266;p24"/>
          <p:cNvSpPr txBox="1"/>
          <p:nvPr>
            <p:ph type="subTitle" idx="3"/>
          </p:nvPr>
        </p:nvSpPr>
        <p:spPr>
          <a:xfrm>
            <a:off x="3437850" y="3089575"/>
            <a:ext cx="2439300" cy="3918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/>
        </p:txBody>
      </p:sp>
      <p:sp>
        <p:nvSpPr>
          <p:cNvPr id="267" name="Google Shape;267;p24"/>
          <p:cNvSpPr txBox="1"/>
          <p:nvPr>
            <p:ph type="subTitle" idx="4"/>
          </p:nvPr>
        </p:nvSpPr>
        <p:spPr>
          <a:xfrm>
            <a:off x="5991350" y="3089575"/>
            <a:ext cx="2439300" cy="3918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/>
        </p:txBody>
      </p:sp>
      <p:grpSp>
        <p:nvGrpSpPr>
          <p:cNvPr id="268" name="Google Shape;268;p24"/>
          <p:cNvGrpSpPr/>
          <p:nvPr/>
        </p:nvGrpSpPr>
        <p:grpSpPr>
          <a:xfrm>
            <a:off x="292881" y="158021"/>
            <a:ext cx="1714779" cy="4808830"/>
            <a:chOff x="5882006" y="160346"/>
            <a:chExt cx="1714779" cy="4808830"/>
          </a:xfrm>
        </p:grpSpPr>
        <p:sp>
          <p:nvSpPr>
            <p:cNvPr id="269" name="Google Shape;269;p24"/>
            <p:cNvSpPr/>
            <p:nvPr/>
          </p:nvSpPr>
          <p:spPr>
            <a:xfrm>
              <a:off x="5882008" y="160346"/>
              <a:ext cx="1024629" cy="919688"/>
            </a:xfrm>
            <a:custGeom>
              <a:avLst/>
              <a:gdLst/>
              <a:ahLst/>
              <a:cxnLst/>
              <a:rect l="l" t="t" r="r" b="b"/>
              <a:pathLst>
                <a:path w="100899" h="90565" extrusionOk="0">
                  <a:moveTo>
                    <a:pt x="33510" y="0"/>
                  </a:moveTo>
                  <a:cubicBezTo>
                    <a:pt x="27859" y="0"/>
                    <a:pt x="22589" y="3041"/>
                    <a:pt x="19760" y="7940"/>
                  </a:cubicBezTo>
                  <a:lnTo>
                    <a:pt x="2824" y="37270"/>
                  </a:lnTo>
                  <a:cubicBezTo>
                    <a:pt x="1" y="42169"/>
                    <a:pt x="1" y="48257"/>
                    <a:pt x="2829" y="53155"/>
                  </a:cubicBezTo>
                  <a:cubicBezTo>
                    <a:pt x="7134" y="60354"/>
                    <a:pt x="10378" y="66189"/>
                    <a:pt x="12989" y="70880"/>
                  </a:cubicBezTo>
                  <a:cubicBezTo>
                    <a:pt x="22767" y="88470"/>
                    <a:pt x="23935" y="90565"/>
                    <a:pt x="39673" y="90565"/>
                  </a:cubicBezTo>
                  <a:cubicBezTo>
                    <a:pt x="41813" y="90565"/>
                    <a:pt x="44215" y="90530"/>
                    <a:pt x="46944" y="90485"/>
                  </a:cubicBezTo>
                  <a:cubicBezTo>
                    <a:pt x="50467" y="90426"/>
                    <a:pt x="54554" y="90360"/>
                    <a:pt x="59316" y="90360"/>
                  </a:cubicBezTo>
                  <a:cubicBezTo>
                    <a:pt x="61812" y="90360"/>
                    <a:pt x="64494" y="90378"/>
                    <a:pt x="67378" y="90425"/>
                  </a:cubicBezTo>
                  <a:cubicBezTo>
                    <a:pt x="73039" y="90425"/>
                    <a:pt x="78304" y="87380"/>
                    <a:pt x="81134" y="82480"/>
                  </a:cubicBezTo>
                  <a:lnTo>
                    <a:pt x="98069" y="53155"/>
                  </a:lnTo>
                  <a:cubicBezTo>
                    <a:pt x="100898" y="48257"/>
                    <a:pt x="100898" y="42169"/>
                    <a:pt x="98069" y="37270"/>
                  </a:cubicBezTo>
                  <a:lnTo>
                    <a:pt x="81134" y="7940"/>
                  </a:lnTo>
                  <a:cubicBezTo>
                    <a:pt x="78304" y="3041"/>
                    <a:pt x="73034" y="0"/>
                    <a:pt x="67378" y="0"/>
                  </a:cubicBezTo>
                  <a:close/>
                </a:path>
              </a:pathLst>
            </a:custGeom>
            <a:gradFill>
              <a:gsLst>
                <a:gs pos="0">
                  <a:srgbClr val="E20030">
                    <a:alpha val="40784"/>
                  </a:srgbClr>
                </a:gs>
                <a:gs pos="100000">
                  <a:srgbClr val="00216E">
                    <a:alpha val="39607"/>
                  </a:srgbClr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70" name="Google Shape;270;p24"/>
            <p:cNvSpPr/>
            <p:nvPr/>
          </p:nvSpPr>
          <p:spPr>
            <a:xfrm>
              <a:off x="5882006" y="3430250"/>
              <a:ext cx="1714779" cy="1538926"/>
            </a:xfrm>
            <a:custGeom>
              <a:avLst/>
              <a:gdLst/>
              <a:ahLst/>
              <a:cxnLst/>
              <a:rect l="l" t="t" r="r" b="b"/>
              <a:pathLst>
                <a:path w="100899" h="90565" extrusionOk="0">
                  <a:moveTo>
                    <a:pt x="33510" y="0"/>
                  </a:moveTo>
                  <a:cubicBezTo>
                    <a:pt x="27859" y="0"/>
                    <a:pt x="22589" y="3041"/>
                    <a:pt x="19760" y="7940"/>
                  </a:cubicBezTo>
                  <a:lnTo>
                    <a:pt x="2824" y="37270"/>
                  </a:lnTo>
                  <a:cubicBezTo>
                    <a:pt x="1" y="42169"/>
                    <a:pt x="1" y="48257"/>
                    <a:pt x="2829" y="53155"/>
                  </a:cubicBezTo>
                  <a:cubicBezTo>
                    <a:pt x="7134" y="60354"/>
                    <a:pt x="10378" y="66189"/>
                    <a:pt x="12989" y="70880"/>
                  </a:cubicBezTo>
                  <a:cubicBezTo>
                    <a:pt x="22767" y="88470"/>
                    <a:pt x="23935" y="90565"/>
                    <a:pt x="39673" y="90565"/>
                  </a:cubicBezTo>
                  <a:cubicBezTo>
                    <a:pt x="41813" y="90565"/>
                    <a:pt x="44215" y="90530"/>
                    <a:pt x="46944" y="90485"/>
                  </a:cubicBezTo>
                  <a:cubicBezTo>
                    <a:pt x="50467" y="90426"/>
                    <a:pt x="54554" y="90360"/>
                    <a:pt x="59316" y="90360"/>
                  </a:cubicBezTo>
                  <a:cubicBezTo>
                    <a:pt x="61812" y="90360"/>
                    <a:pt x="64494" y="90378"/>
                    <a:pt x="67378" y="90425"/>
                  </a:cubicBezTo>
                  <a:cubicBezTo>
                    <a:pt x="73039" y="90425"/>
                    <a:pt x="78304" y="87380"/>
                    <a:pt x="81134" y="82480"/>
                  </a:cubicBezTo>
                  <a:lnTo>
                    <a:pt x="98069" y="53155"/>
                  </a:lnTo>
                  <a:cubicBezTo>
                    <a:pt x="100898" y="48257"/>
                    <a:pt x="100898" y="42169"/>
                    <a:pt x="98069" y="37270"/>
                  </a:cubicBezTo>
                  <a:lnTo>
                    <a:pt x="81134" y="7940"/>
                  </a:lnTo>
                  <a:cubicBezTo>
                    <a:pt x="78304" y="3041"/>
                    <a:pt x="73034" y="0"/>
                    <a:pt x="67378" y="0"/>
                  </a:cubicBezTo>
                  <a:close/>
                </a:path>
              </a:pathLst>
            </a:custGeom>
            <a:gradFill>
              <a:gsLst>
                <a:gs pos="0">
                  <a:srgbClr val="E20030">
                    <a:alpha val="40784"/>
                  </a:srgbClr>
                </a:gs>
                <a:gs pos="100000">
                  <a:srgbClr val="00216E">
                    <a:alpha val="39607"/>
                  </a:srgbClr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3">
    <p:bg>
      <p:bgPr>
        <a:gradFill>
          <a:gsLst>
            <a:gs pos="0">
              <a:srgbClr val="E20030"/>
            </a:gs>
            <a:gs pos="100000">
              <a:srgbClr val="00216E"/>
            </a:gs>
          </a:gsLst>
          <a:lin ang="2698631" scaled="0"/>
        </a:gradFill>
        <a:effectLst/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2" name="Google Shape;272;p25"/>
          <p:cNvGrpSpPr/>
          <p:nvPr/>
        </p:nvGrpSpPr>
        <p:grpSpPr>
          <a:xfrm flipH="1">
            <a:off x="1917968" y="-142050"/>
            <a:ext cx="6564681" cy="5427560"/>
            <a:chOff x="557725" y="-142050"/>
            <a:chExt cx="6564681" cy="5427560"/>
          </a:xfrm>
        </p:grpSpPr>
        <p:sp>
          <p:nvSpPr>
            <p:cNvPr id="273" name="Google Shape;273;p25"/>
            <p:cNvSpPr/>
            <p:nvPr/>
          </p:nvSpPr>
          <p:spPr>
            <a:xfrm flipH="1">
              <a:off x="557725" y="-142050"/>
              <a:ext cx="6046877" cy="5427560"/>
            </a:xfrm>
            <a:custGeom>
              <a:avLst/>
              <a:gdLst/>
              <a:ahLst/>
              <a:cxnLst/>
              <a:rect l="l" t="t" r="r" b="b"/>
              <a:pathLst>
                <a:path w="100899" h="90565" extrusionOk="0">
                  <a:moveTo>
                    <a:pt x="33510" y="0"/>
                  </a:moveTo>
                  <a:cubicBezTo>
                    <a:pt x="27859" y="0"/>
                    <a:pt x="22589" y="3041"/>
                    <a:pt x="19760" y="7940"/>
                  </a:cubicBezTo>
                  <a:lnTo>
                    <a:pt x="2824" y="37270"/>
                  </a:lnTo>
                  <a:cubicBezTo>
                    <a:pt x="1" y="42169"/>
                    <a:pt x="1" y="48257"/>
                    <a:pt x="2829" y="53155"/>
                  </a:cubicBezTo>
                  <a:cubicBezTo>
                    <a:pt x="7134" y="60354"/>
                    <a:pt x="10378" y="66189"/>
                    <a:pt x="12989" y="70880"/>
                  </a:cubicBezTo>
                  <a:cubicBezTo>
                    <a:pt x="22767" y="88470"/>
                    <a:pt x="23935" y="90565"/>
                    <a:pt x="39673" y="90565"/>
                  </a:cubicBezTo>
                  <a:cubicBezTo>
                    <a:pt x="41813" y="90565"/>
                    <a:pt x="44215" y="90530"/>
                    <a:pt x="46944" y="90485"/>
                  </a:cubicBezTo>
                  <a:cubicBezTo>
                    <a:pt x="50467" y="90426"/>
                    <a:pt x="54554" y="90360"/>
                    <a:pt x="59316" y="90360"/>
                  </a:cubicBezTo>
                  <a:cubicBezTo>
                    <a:pt x="61812" y="90360"/>
                    <a:pt x="64494" y="90378"/>
                    <a:pt x="67378" y="90425"/>
                  </a:cubicBezTo>
                  <a:cubicBezTo>
                    <a:pt x="73039" y="90425"/>
                    <a:pt x="78304" y="87380"/>
                    <a:pt x="81134" y="82480"/>
                  </a:cubicBezTo>
                  <a:lnTo>
                    <a:pt x="98069" y="53155"/>
                  </a:lnTo>
                  <a:cubicBezTo>
                    <a:pt x="100898" y="48257"/>
                    <a:pt x="100898" y="42169"/>
                    <a:pt x="98069" y="37270"/>
                  </a:cubicBezTo>
                  <a:lnTo>
                    <a:pt x="81134" y="7940"/>
                  </a:lnTo>
                  <a:cubicBezTo>
                    <a:pt x="78304" y="3041"/>
                    <a:pt x="73034" y="0"/>
                    <a:pt x="67378" y="0"/>
                  </a:cubicBezTo>
                  <a:close/>
                </a:path>
              </a:pathLst>
            </a:custGeom>
            <a:solidFill>
              <a:srgbClr val="E20030">
                <a:alpha val="4078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74" name="Google Shape;274;p25"/>
            <p:cNvSpPr/>
            <p:nvPr/>
          </p:nvSpPr>
          <p:spPr>
            <a:xfrm flipH="1">
              <a:off x="1075529" y="-142050"/>
              <a:ext cx="6046877" cy="5427560"/>
            </a:xfrm>
            <a:custGeom>
              <a:avLst/>
              <a:gdLst/>
              <a:ahLst/>
              <a:cxnLst/>
              <a:rect l="l" t="t" r="r" b="b"/>
              <a:pathLst>
                <a:path w="100899" h="90565" extrusionOk="0">
                  <a:moveTo>
                    <a:pt x="33510" y="0"/>
                  </a:moveTo>
                  <a:cubicBezTo>
                    <a:pt x="27859" y="0"/>
                    <a:pt x="22589" y="3041"/>
                    <a:pt x="19760" y="7940"/>
                  </a:cubicBezTo>
                  <a:lnTo>
                    <a:pt x="2824" y="37270"/>
                  </a:lnTo>
                  <a:cubicBezTo>
                    <a:pt x="1" y="42169"/>
                    <a:pt x="1" y="48257"/>
                    <a:pt x="2829" y="53155"/>
                  </a:cubicBezTo>
                  <a:cubicBezTo>
                    <a:pt x="7134" y="60354"/>
                    <a:pt x="10378" y="66189"/>
                    <a:pt x="12989" y="70880"/>
                  </a:cubicBezTo>
                  <a:cubicBezTo>
                    <a:pt x="22767" y="88470"/>
                    <a:pt x="23935" y="90565"/>
                    <a:pt x="39673" y="90565"/>
                  </a:cubicBezTo>
                  <a:cubicBezTo>
                    <a:pt x="41813" y="90565"/>
                    <a:pt x="44215" y="90530"/>
                    <a:pt x="46944" y="90485"/>
                  </a:cubicBezTo>
                  <a:cubicBezTo>
                    <a:pt x="50467" y="90426"/>
                    <a:pt x="54554" y="90360"/>
                    <a:pt x="59316" y="90360"/>
                  </a:cubicBezTo>
                  <a:cubicBezTo>
                    <a:pt x="61812" y="90360"/>
                    <a:pt x="64494" y="90378"/>
                    <a:pt x="67378" y="90425"/>
                  </a:cubicBezTo>
                  <a:cubicBezTo>
                    <a:pt x="73039" y="90425"/>
                    <a:pt x="78304" y="87380"/>
                    <a:pt x="81134" y="82480"/>
                  </a:cubicBezTo>
                  <a:lnTo>
                    <a:pt x="98069" y="53155"/>
                  </a:lnTo>
                  <a:cubicBezTo>
                    <a:pt x="100898" y="48257"/>
                    <a:pt x="100898" y="42169"/>
                    <a:pt x="98069" y="37270"/>
                  </a:cubicBezTo>
                  <a:lnTo>
                    <a:pt x="81134" y="7940"/>
                  </a:lnTo>
                  <a:cubicBezTo>
                    <a:pt x="78304" y="3041"/>
                    <a:pt x="73034" y="0"/>
                    <a:pt x="67378" y="0"/>
                  </a:cubicBezTo>
                  <a:close/>
                </a:path>
              </a:pathLst>
            </a:custGeom>
            <a:solidFill>
              <a:srgbClr val="E20030">
                <a:alpha val="4078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275" name="Google Shape;275;p25"/>
          <p:cNvSpPr/>
          <p:nvPr/>
        </p:nvSpPr>
        <p:spPr>
          <a:xfrm flipH="1">
            <a:off x="-2413125" y="-141987"/>
            <a:ext cx="9860179" cy="5427467"/>
          </a:xfrm>
          <a:custGeom>
            <a:avLst/>
            <a:gdLst/>
            <a:ahLst/>
            <a:cxnLst/>
            <a:rect l="l" t="t" r="r" b="b"/>
            <a:pathLst>
              <a:path w="164542" h="90571" extrusionOk="0">
                <a:moveTo>
                  <a:pt x="33516" y="0"/>
                </a:moveTo>
                <a:cubicBezTo>
                  <a:pt x="27865" y="0"/>
                  <a:pt x="22595" y="3043"/>
                  <a:pt x="19765" y="7942"/>
                </a:cubicBezTo>
                <a:lnTo>
                  <a:pt x="2830" y="37270"/>
                </a:lnTo>
                <a:cubicBezTo>
                  <a:pt x="1" y="42170"/>
                  <a:pt x="1" y="48258"/>
                  <a:pt x="2835" y="53162"/>
                </a:cubicBezTo>
                <a:cubicBezTo>
                  <a:pt x="7140" y="60354"/>
                  <a:pt x="10384" y="66189"/>
                  <a:pt x="12995" y="70880"/>
                </a:cubicBezTo>
                <a:cubicBezTo>
                  <a:pt x="22773" y="88470"/>
                  <a:pt x="23941" y="90571"/>
                  <a:pt x="39678" y="90571"/>
                </a:cubicBezTo>
                <a:cubicBezTo>
                  <a:pt x="41818" y="90571"/>
                  <a:pt x="107858" y="90530"/>
                  <a:pt x="110587" y="90486"/>
                </a:cubicBezTo>
                <a:cubicBezTo>
                  <a:pt x="114137" y="90430"/>
                  <a:pt x="118258" y="90364"/>
                  <a:pt x="123067" y="90364"/>
                </a:cubicBezTo>
                <a:cubicBezTo>
                  <a:pt x="125532" y="90364"/>
                  <a:pt x="128179" y="90381"/>
                  <a:pt x="131021" y="90427"/>
                </a:cubicBezTo>
                <a:cubicBezTo>
                  <a:pt x="136682" y="90427"/>
                  <a:pt x="141947" y="87380"/>
                  <a:pt x="144777" y="82487"/>
                </a:cubicBezTo>
                <a:lnTo>
                  <a:pt x="161712" y="53157"/>
                </a:lnTo>
                <a:cubicBezTo>
                  <a:pt x="164541" y="48258"/>
                  <a:pt x="164541" y="42170"/>
                  <a:pt x="161712" y="37270"/>
                </a:cubicBezTo>
                <a:lnTo>
                  <a:pt x="144777" y="7942"/>
                </a:lnTo>
                <a:cubicBezTo>
                  <a:pt x="141947" y="3043"/>
                  <a:pt x="136677" y="0"/>
                  <a:pt x="131021" y="0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chemeClr val="dk2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76" name="Google Shape;276;p25"/>
          <p:cNvSpPr txBox="1"/>
          <p:nvPr>
            <p:ph type="title"/>
          </p:nvPr>
        </p:nvSpPr>
        <p:spPr>
          <a:xfrm>
            <a:off x="713225" y="539500"/>
            <a:ext cx="7717500" cy="53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7" name="Google Shape;277;p25"/>
          <p:cNvSpPr txBox="1"/>
          <p:nvPr>
            <p:ph type="subTitle" idx="1"/>
          </p:nvPr>
        </p:nvSpPr>
        <p:spPr>
          <a:xfrm>
            <a:off x="1947100" y="1689573"/>
            <a:ext cx="3875700" cy="53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278" name="Google Shape;278;p25"/>
          <p:cNvSpPr txBox="1"/>
          <p:nvPr>
            <p:ph type="subTitle" idx="2"/>
          </p:nvPr>
        </p:nvSpPr>
        <p:spPr>
          <a:xfrm>
            <a:off x="1947100" y="2788995"/>
            <a:ext cx="3875700" cy="53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279" name="Google Shape;279;p25"/>
          <p:cNvSpPr txBox="1"/>
          <p:nvPr>
            <p:ph type="subTitle" idx="3"/>
          </p:nvPr>
        </p:nvSpPr>
        <p:spPr>
          <a:xfrm>
            <a:off x="1947100" y="1310141"/>
            <a:ext cx="3512700" cy="3708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9pPr>
          </a:lstStyle>
          <a:p/>
        </p:txBody>
      </p:sp>
      <p:sp>
        <p:nvSpPr>
          <p:cNvPr id="280" name="Google Shape;280;p25"/>
          <p:cNvSpPr txBox="1"/>
          <p:nvPr>
            <p:ph type="subTitle" idx="4"/>
          </p:nvPr>
        </p:nvSpPr>
        <p:spPr>
          <a:xfrm>
            <a:off x="1947100" y="2409591"/>
            <a:ext cx="3512700" cy="3708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9pPr>
          </a:lstStyle>
          <a:p/>
        </p:txBody>
      </p:sp>
      <p:sp>
        <p:nvSpPr>
          <p:cNvPr id="281" name="Google Shape;281;p25"/>
          <p:cNvSpPr txBox="1"/>
          <p:nvPr>
            <p:ph type="subTitle" idx="5"/>
          </p:nvPr>
        </p:nvSpPr>
        <p:spPr>
          <a:xfrm>
            <a:off x="1947100" y="3888432"/>
            <a:ext cx="3875700" cy="53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282" name="Google Shape;282;p25"/>
          <p:cNvSpPr txBox="1"/>
          <p:nvPr>
            <p:ph type="subTitle" idx="6"/>
          </p:nvPr>
        </p:nvSpPr>
        <p:spPr>
          <a:xfrm flipH="1">
            <a:off x="1947100" y="3509054"/>
            <a:ext cx="3512700" cy="3708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9pPr>
          </a:lstStyle>
          <a:p/>
        </p:txBody>
      </p:sp>
      <p:sp>
        <p:nvSpPr>
          <p:cNvPr id="283" name="Google Shape;283;p25"/>
          <p:cNvSpPr/>
          <p:nvPr/>
        </p:nvSpPr>
        <p:spPr>
          <a:xfrm>
            <a:off x="7874855" y="-508827"/>
            <a:ext cx="1714779" cy="1538926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0784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84" name="Google Shape;284;p25"/>
          <p:cNvSpPr/>
          <p:nvPr/>
        </p:nvSpPr>
        <p:spPr>
          <a:xfrm flipH="1">
            <a:off x="7215855" y="3578014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3137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85" name="Google Shape;285;p25"/>
          <p:cNvSpPr/>
          <p:nvPr/>
        </p:nvSpPr>
        <p:spPr>
          <a:xfrm>
            <a:off x="8085968" y="1792776"/>
            <a:ext cx="1444369" cy="1296438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0784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86" name="Google Shape;286;p25"/>
          <p:cNvSpPr/>
          <p:nvPr/>
        </p:nvSpPr>
        <p:spPr>
          <a:xfrm flipH="1">
            <a:off x="-311404" y="-388361"/>
            <a:ext cx="1024629" cy="919688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54007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87" name="Google Shape;287;p25"/>
          <p:cNvSpPr/>
          <p:nvPr/>
        </p:nvSpPr>
        <p:spPr>
          <a:xfrm>
            <a:off x="7874850" y="4607076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88" name="Google Shape;288;p25"/>
          <p:cNvSpPr txBox="1"/>
          <p:nvPr>
            <p:ph type="sldNum" idx="12"/>
          </p:nvPr>
        </p:nvSpPr>
        <p:spPr>
          <a:xfrm>
            <a:off x="8472449" y="4607079"/>
            <a:ext cx="6714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 sz="1600" b="1"/>
            </a:lvl1pPr>
            <a:lvl2pPr lvl="1">
              <a:buNone/>
              <a:defRPr sz="1600" b="1"/>
            </a:lvl2pPr>
            <a:lvl3pPr lvl="2">
              <a:buNone/>
              <a:defRPr sz="1600" b="1"/>
            </a:lvl3pPr>
            <a:lvl4pPr lvl="3">
              <a:buNone/>
              <a:defRPr sz="1600" b="1"/>
            </a:lvl4pPr>
            <a:lvl5pPr lvl="4">
              <a:buNone/>
              <a:defRPr sz="1600" b="1"/>
            </a:lvl5pPr>
            <a:lvl6pPr lvl="5">
              <a:buNone/>
              <a:defRPr sz="1600" b="1"/>
            </a:lvl6pPr>
            <a:lvl7pPr lvl="6">
              <a:buNone/>
              <a:defRPr sz="1600" b="1"/>
            </a:lvl7pPr>
            <a:lvl8pPr lvl="7">
              <a:buNone/>
              <a:defRPr sz="1600" b="1"/>
            </a:lvl8pPr>
            <a:lvl9pPr lvl="8">
              <a:buNone/>
              <a:defRPr sz="1600" b="1"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1">
  <p:cSld name="CUSTOM_3_1_1">
    <p:bg>
      <p:bgPr>
        <a:gradFill>
          <a:gsLst>
            <a:gs pos="0">
              <a:srgbClr val="E20030"/>
            </a:gs>
            <a:gs pos="100000">
              <a:srgbClr val="00216E"/>
            </a:gs>
          </a:gsLst>
          <a:lin ang="13500032" scaled="0"/>
        </a:gradFill>
        <a:effectLst/>
      </p:bgPr>
    </p:bg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0" name="Google Shape;290;p26"/>
          <p:cNvGrpSpPr/>
          <p:nvPr/>
        </p:nvGrpSpPr>
        <p:grpSpPr>
          <a:xfrm>
            <a:off x="661350" y="-142030"/>
            <a:ext cx="6564681" cy="5427560"/>
            <a:chOff x="557725" y="-142050"/>
            <a:chExt cx="6564681" cy="5427560"/>
          </a:xfrm>
        </p:grpSpPr>
        <p:sp>
          <p:nvSpPr>
            <p:cNvPr id="291" name="Google Shape;291;p26"/>
            <p:cNvSpPr/>
            <p:nvPr/>
          </p:nvSpPr>
          <p:spPr>
            <a:xfrm flipH="1">
              <a:off x="557725" y="-142050"/>
              <a:ext cx="6046877" cy="5427560"/>
            </a:xfrm>
            <a:custGeom>
              <a:avLst/>
              <a:gdLst/>
              <a:ahLst/>
              <a:cxnLst/>
              <a:rect l="l" t="t" r="r" b="b"/>
              <a:pathLst>
                <a:path w="100899" h="90565" extrusionOk="0">
                  <a:moveTo>
                    <a:pt x="33510" y="0"/>
                  </a:moveTo>
                  <a:cubicBezTo>
                    <a:pt x="27859" y="0"/>
                    <a:pt x="22589" y="3041"/>
                    <a:pt x="19760" y="7940"/>
                  </a:cubicBezTo>
                  <a:lnTo>
                    <a:pt x="2824" y="37270"/>
                  </a:lnTo>
                  <a:cubicBezTo>
                    <a:pt x="1" y="42169"/>
                    <a:pt x="1" y="48257"/>
                    <a:pt x="2829" y="53155"/>
                  </a:cubicBezTo>
                  <a:cubicBezTo>
                    <a:pt x="7134" y="60354"/>
                    <a:pt x="10378" y="66189"/>
                    <a:pt x="12989" y="70880"/>
                  </a:cubicBezTo>
                  <a:cubicBezTo>
                    <a:pt x="22767" y="88470"/>
                    <a:pt x="23935" y="90565"/>
                    <a:pt x="39673" y="90565"/>
                  </a:cubicBezTo>
                  <a:cubicBezTo>
                    <a:pt x="41813" y="90565"/>
                    <a:pt x="44215" y="90530"/>
                    <a:pt x="46944" y="90485"/>
                  </a:cubicBezTo>
                  <a:cubicBezTo>
                    <a:pt x="50467" y="90426"/>
                    <a:pt x="54554" y="90360"/>
                    <a:pt x="59316" y="90360"/>
                  </a:cubicBezTo>
                  <a:cubicBezTo>
                    <a:pt x="61812" y="90360"/>
                    <a:pt x="64494" y="90378"/>
                    <a:pt x="67378" y="90425"/>
                  </a:cubicBezTo>
                  <a:cubicBezTo>
                    <a:pt x="73039" y="90425"/>
                    <a:pt x="78304" y="87380"/>
                    <a:pt x="81134" y="82480"/>
                  </a:cubicBezTo>
                  <a:lnTo>
                    <a:pt x="98069" y="53155"/>
                  </a:lnTo>
                  <a:cubicBezTo>
                    <a:pt x="100898" y="48257"/>
                    <a:pt x="100898" y="42169"/>
                    <a:pt x="98069" y="37270"/>
                  </a:cubicBezTo>
                  <a:lnTo>
                    <a:pt x="81134" y="7940"/>
                  </a:lnTo>
                  <a:cubicBezTo>
                    <a:pt x="78304" y="3041"/>
                    <a:pt x="73034" y="0"/>
                    <a:pt x="67378" y="0"/>
                  </a:cubicBezTo>
                  <a:close/>
                </a:path>
              </a:pathLst>
            </a:custGeom>
            <a:solidFill>
              <a:srgbClr val="E20030">
                <a:alpha val="4078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92" name="Google Shape;292;p26"/>
            <p:cNvSpPr/>
            <p:nvPr/>
          </p:nvSpPr>
          <p:spPr>
            <a:xfrm flipH="1">
              <a:off x="1075529" y="-142050"/>
              <a:ext cx="6046877" cy="5427560"/>
            </a:xfrm>
            <a:custGeom>
              <a:avLst/>
              <a:gdLst/>
              <a:ahLst/>
              <a:cxnLst/>
              <a:rect l="l" t="t" r="r" b="b"/>
              <a:pathLst>
                <a:path w="100899" h="90565" extrusionOk="0">
                  <a:moveTo>
                    <a:pt x="33510" y="0"/>
                  </a:moveTo>
                  <a:cubicBezTo>
                    <a:pt x="27859" y="0"/>
                    <a:pt x="22589" y="3041"/>
                    <a:pt x="19760" y="7940"/>
                  </a:cubicBezTo>
                  <a:lnTo>
                    <a:pt x="2824" y="37270"/>
                  </a:lnTo>
                  <a:cubicBezTo>
                    <a:pt x="1" y="42169"/>
                    <a:pt x="1" y="48257"/>
                    <a:pt x="2829" y="53155"/>
                  </a:cubicBezTo>
                  <a:cubicBezTo>
                    <a:pt x="7134" y="60354"/>
                    <a:pt x="10378" y="66189"/>
                    <a:pt x="12989" y="70880"/>
                  </a:cubicBezTo>
                  <a:cubicBezTo>
                    <a:pt x="22767" y="88470"/>
                    <a:pt x="23935" y="90565"/>
                    <a:pt x="39673" y="90565"/>
                  </a:cubicBezTo>
                  <a:cubicBezTo>
                    <a:pt x="41813" y="90565"/>
                    <a:pt x="44215" y="90530"/>
                    <a:pt x="46944" y="90485"/>
                  </a:cubicBezTo>
                  <a:cubicBezTo>
                    <a:pt x="50467" y="90426"/>
                    <a:pt x="54554" y="90360"/>
                    <a:pt x="59316" y="90360"/>
                  </a:cubicBezTo>
                  <a:cubicBezTo>
                    <a:pt x="61812" y="90360"/>
                    <a:pt x="64494" y="90378"/>
                    <a:pt x="67378" y="90425"/>
                  </a:cubicBezTo>
                  <a:cubicBezTo>
                    <a:pt x="73039" y="90425"/>
                    <a:pt x="78304" y="87380"/>
                    <a:pt x="81134" y="82480"/>
                  </a:cubicBezTo>
                  <a:lnTo>
                    <a:pt x="98069" y="53155"/>
                  </a:lnTo>
                  <a:cubicBezTo>
                    <a:pt x="100898" y="48257"/>
                    <a:pt x="100898" y="42169"/>
                    <a:pt x="98069" y="37270"/>
                  </a:cubicBezTo>
                  <a:lnTo>
                    <a:pt x="81134" y="7940"/>
                  </a:lnTo>
                  <a:cubicBezTo>
                    <a:pt x="78304" y="3041"/>
                    <a:pt x="73034" y="0"/>
                    <a:pt x="67378" y="0"/>
                  </a:cubicBezTo>
                  <a:close/>
                </a:path>
              </a:pathLst>
            </a:custGeom>
            <a:solidFill>
              <a:srgbClr val="E20030">
                <a:alpha val="4078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293" name="Google Shape;293;p26"/>
          <p:cNvSpPr/>
          <p:nvPr/>
        </p:nvSpPr>
        <p:spPr>
          <a:xfrm>
            <a:off x="1696945" y="-141968"/>
            <a:ext cx="9860179" cy="5427467"/>
          </a:xfrm>
          <a:custGeom>
            <a:avLst/>
            <a:gdLst/>
            <a:ahLst/>
            <a:cxnLst/>
            <a:rect l="l" t="t" r="r" b="b"/>
            <a:pathLst>
              <a:path w="164542" h="90571" extrusionOk="0">
                <a:moveTo>
                  <a:pt x="33516" y="0"/>
                </a:moveTo>
                <a:cubicBezTo>
                  <a:pt x="27865" y="0"/>
                  <a:pt x="22595" y="3043"/>
                  <a:pt x="19765" y="7942"/>
                </a:cubicBezTo>
                <a:lnTo>
                  <a:pt x="2830" y="37270"/>
                </a:lnTo>
                <a:cubicBezTo>
                  <a:pt x="1" y="42170"/>
                  <a:pt x="1" y="48258"/>
                  <a:pt x="2835" y="53162"/>
                </a:cubicBezTo>
                <a:cubicBezTo>
                  <a:pt x="7140" y="60354"/>
                  <a:pt x="10384" y="66189"/>
                  <a:pt x="12995" y="70880"/>
                </a:cubicBezTo>
                <a:cubicBezTo>
                  <a:pt x="22773" y="88470"/>
                  <a:pt x="23941" y="90571"/>
                  <a:pt x="39678" y="90571"/>
                </a:cubicBezTo>
                <a:cubicBezTo>
                  <a:pt x="41818" y="90571"/>
                  <a:pt x="107858" y="90530"/>
                  <a:pt x="110587" y="90486"/>
                </a:cubicBezTo>
                <a:cubicBezTo>
                  <a:pt x="114137" y="90430"/>
                  <a:pt x="118258" y="90364"/>
                  <a:pt x="123067" y="90364"/>
                </a:cubicBezTo>
                <a:cubicBezTo>
                  <a:pt x="125532" y="90364"/>
                  <a:pt x="128179" y="90381"/>
                  <a:pt x="131021" y="90427"/>
                </a:cubicBezTo>
                <a:cubicBezTo>
                  <a:pt x="136682" y="90427"/>
                  <a:pt x="141947" y="87380"/>
                  <a:pt x="144777" y="82487"/>
                </a:cubicBezTo>
                <a:lnTo>
                  <a:pt x="161712" y="53157"/>
                </a:lnTo>
                <a:cubicBezTo>
                  <a:pt x="164541" y="48258"/>
                  <a:pt x="164541" y="42170"/>
                  <a:pt x="161712" y="37270"/>
                </a:cubicBezTo>
                <a:lnTo>
                  <a:pt x="144777" y="7942"/>
                </a:lnTo>
                <a:cubicBezTo>
                  <a:pt x="141947" y="3043"/>
                  <a:pt x="136677" y="0"/>
                  <a:pt x="131021" y="0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chemeClr val="dk2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94" name="Google Shape;294;p26"/>
          <p:cNvSpPr/>
          <p:nvPr/>
        </p:nvSpPr>
        <p:spPr>
          <a:xfrm>
            <a:off x="7874850" y="4607076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95" name="Google Shape;295;p26"/>
          <p:cNvSpPr txBox="1"/>
          <p:nvPr>
            <p:ph type="sldNum" idx="12"/>
          </p:nvPr>
        </p:nvSpPr>
        <p:spPr>
          <a:xfrm>
            <a:off x="8472449" y="4607079"/>
            <a:ext cx="6714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 sz="1600" b="1"/>
            </a:lvl1pPr>
            <a:lvl2pPr lvl="1" rtl="0">
              <a:buNone/>
              <a:defRPr sz="1600" b="1"/>
            </a:lvl2pPr>
            <a:lvl3pPr lvl="2" rtl="0">
              <a:buNone/>
              <a:defRPr sz="1600" b="1"/>
            </a:lvl3pPr>
            <a:lvl4pPr lvl="3" rtl="0">
              <a:buNone/>
              <a:defRPr sz="1600" b="1"/>
            </a:lvl4pPr>
            <a:lvl5pPr lvl="4" rtl="0">
              <a:buNone/>
              <a:defRPr sz="1600" b="1"/>
            </a:lvl5pPr>
            <a:lvl6pPr lvl="5" rtl="0">
              <a:buNone/>
              <a:defRPr sz="1600" b="1"/>
            </a:lvl6pPr>
            <a:lvl7pPr lvl="6" rtl="0">
              <a:buNone/>
              <a:defRPr sz="1600" b="1"/>
            </a:lvl7pPr>
            <a:lvl8pPr lvl="7" rtl="0">
              <a:buNone/>
              <a:defRPr sz="1600" b="1"/>
            </a:lvl8pPr>
            <a:lvl9pPr lvl="8" rtl="0">
              <a:buNone/>
              <a:defRPr sz="1600" b="1"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  <p:sp>
        <p:nvSpPr>
          <p:cNvPr id="296" name="Google Shape;296;p26"/>
          <p:cNvSpPr txBox="1"/>
          <p:nvPr>
            <p:ph type="title"/>
          </p:nvPr>
        </p:nvSpPr>
        <p:spPr>
          <a:xfrm>
            <a:off x="3199125" y="539500"/>
            <a:ext cx="5231400" cy="53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97" name="Google Shape;297;p26"/>
          <p:cNvSpPr txBox="1"/>
          <p:nvPr>
            <p:ph type="body" idx="1"/>
          </p:nvPr>
        </p:nvSpPr>
        <p:spPr>
          <a:xfrm>
            <a:off x="3199113" y="3410375"/>
            <a:ext cx="5231400" cy="119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0000"/>
              </a:buClr>
              <a:buSzPts val="1400"/>
              <a:buFont typeface="Roboto Condensed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Clr>
                <a:srgbClr val="0B0000"/>
              </a:buClr>
              <a:buSzPts val="1400"/>
              <a:buFont typeface="Roboto Condensed"/>
              <a:buChar char="○"/>
              <a:defRPr sz="1200"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Clr>
                <a:srgbClr val="0B0000"/>
              </a:buClr>
              <a:buSzPts val="1400"/>
              <a:buFont typeface="Roboto Condensed"/>
              <a:buChar char="■"/>
              <a:defRPr sz="1200"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Clr>
                <a:srgbClr val="0B0000"/>
              </a:buClr>
              <a:buSzPts val="1400"/>
              <a:buFont typeface="Roboto Condensed"/>
              <a:buChar char="●"/>
              <a:defRPr sz="1200"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Clr>
                <a:srgbClr val="0B0000"/>
              </a:buClr>
              <a:buSzPts val="1400"/>
              <a:buFont typeface="Roboto Condensed"/>
              <a:buChar char="○"/>
              <a:defRPr sz="1200"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Clr>
                <a:srgbClr val="0B0000"/>
              </a:buClr>
              <a:buSzPts val="1400"/>
              <a:buFont typeface="Roboto Condensed"/>
              <a:buChar char="■"/>
              <a:defRPr sz="1200"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Clr>
                <a:srgbClr val="0B0000"/>
              </a:buClr>
              <a:buSzPts val="1400"/>
              <a:buFont typeface="Roboto Condensed"/>
              <a:buChar char="●"/>
              <a:defRPr sz="1200"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Clr>
                <a:srgbClr val="0B0000"/>
              </a:buClr>
              <a:buSzPts val="1400"/>
              <a:buFont typeface="Roboto Condensed"/>
              <a:buChar char="○"/>
              <a:defRPr sz="1200"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Clr>
                <a:srgbClr val="0B0000"/>
              </a:buClr>
              <a:buSzPts val="1400"/>
              <a:buFont typeface="Roboto Condensed"/>
              <a:buChar char="■"/>
              <a:defRPr sz="1200"/>
            </a:lvl9pPr>
          </a:lstStyle>
          <a:p/>
        </p:txBody>
      </p:sp>
      <p:sp>
        <p:nvSpPr>
          <p:cNvPr id="298" name="Google Shape;298;p26"/>
          <p:cNvSpPr txBox="1"/>
          <p:nvPr>
            <p:ph type="body" idx="2"/>
          </p:nvPr>
        </p:nvSpPr>
        <p:spPr>
          <a:xfrm>
            <a:off x="3199278" y="2609675"/>
            <a:ext cx="5231400" cy="3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0000"/>
              </a:buClr>
              <a:buSzPts val="1400"/>
              <a:buFont typeface="Roboto Condensed"/>
              <a:buChar char="●"/>
              <a:defRPr>
                <a:solidFill>
                  <a:schemeClr val="hlink"/>
                </a:solidFill>
              </a:defRPr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Clr>
                <a:srgbClr val="0B0000"/>
              </a:buClr>
              <a:buSzPts val="1400"/>
              <a:buFont typeface="Roboto Condensed"/>
              <a:buChar char="○"/>
              <a:defRPr sz="1200"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Clr>
                <a:srgbClr val="0B0000"/>
              </a:buClr>
              <a:buSzPts val="1400"/>
              <a:buFont typeface="Roboto Condensed"/>
              <a:buChar char="■"/>
              <a:defRPr sz="1200"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Clr>
                <a:srgbClr val="0B0000"/>
              </a:buClr>
              <a:buSzPts val="1400"/>
              <a:buFont typeface="Roboto Condensed"/>
              <a:buChar char="●"/>
              <a:defRPr sz="1200"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Clr>
                <a:srgbClr val="0B0000"/>
              </a:buClr>
              <a:buSzPts val="1400"/>
              <a:buFont typeface="Roboto Condensed"/>
              <a:buChar char="○"/>
              <a:defRPr sz="1200"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Clr>
                <a:srgbClr val="0B0000"/>
              </a:buClr>
              <a:buSzPts val="1400"/>
              <a:buFont typeface="Roboto Condensed"/>
              <a:buChar char="■"/>
              <a:defRPr sz="1200"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Clr>
                <a:srgbClr val="0B0000"/>
              </a:buClr>
              <a:buSzPts val="1400"/>
              <a:buFont typeface="Roboto Condensed"/>
              <a:buChar char="●"/>
              <a:defRPr sz="1200"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Clr>
                <a:srgbClr val="0B0000"/>
              </a:buClr>
              <a:buSzPts val="1400"/>
              <a:buFont typeface="Roboto Condensed"/>
              <a:buChar char="○"/>
              <a:defRPr sz="1200"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Clr>
                <a:srgbClr val="0B0000"/>
              </a:buClr>
              <a:buSzPts val="1400"/>
              <a:buFont typeface="Roboto Condensed"/>
              <a:buChar char="■"/>
              <a:defRPr sz="1200"/>
            </a:lvl9pPr>
          </a:lstStyle>
          <a:p/>
        </p:txBody>
      </p:sp>
      <p:sp>
        <p:nvSpPr>
          <p:cNvPr id="299" name="Google Shape;299;p26"/>
          <p:cNvSpPr txBox="1"/>
          <p:nvPr>
            <p:ph type="body" idx="3"/>
          </p:nvPr>
        </p:nvSpPr>
        <p:spPr>
          <a:xfrm>
            <a:off x="3199243" y="1835133"/>
            <a:ext cx="5231400" cy="3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22347"/>
              </a:buClr>
              <a:buSzPts val="1400"/>
              <a:buFont typeface="Roboto Mono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Roboto Mono"/>
              <a:buChar char="○"/>
              <a:defRPr sz="1200"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Roboto Mono"/>
              <a:buChar char="■"/>
              <a:defRPr sz="1200"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Roboto Mono"/>
              <a:buChar char="●"/>
              <a:defRPr sz="1200"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Roboto Mono"/>
              <a:buChar char="○"/>
              <a:defRPr sz="1200"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Roboto Mono"/>
              <a:buChar char="■"/>
              <a:defRPr sz="1200"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Roboto Mono"/>
              <a:buChar char="●"/>
              <a:defRPr sz="1200"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Roboto Mono"/>
              <a:buChar char="○"/>
              <a:defRPr sz="1200"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Roboto Mono"/>
              <a:buChar char="■"/>
              <a:defRPr sz="1200"/>
            </a:lvl9pPr>
          </a:lstStyle>
          <a:p/>
        </p:txBody>
      </p:sp>
      <p:sp>
        <p:nvSpPr>
          <p:cNvPr id="300" name="Google Shape;300;p26"/>
          <p:cNvSpPr/>
          <p:nvPr/>
        </p:nvSpPr>
        <p:spPr>
          <a:xfrm>
            <a:off x="-221032" y="-190050"/>
            <a:ext cx="2053042" cy="1842545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00216E">
                  <a:alpha val="21568"/>
                </a:srgbClr>
              </a:gs>
              <a:gs pos="100000">
                <a:srgbClr val="E20030">
                  <a:alpha val="23137"/>
                </a:srgbClr>
              </a:gs>
            </a:gsLst>
            <a:lin ang="54007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01" name="Google Shape;301;p26"/>
          <p:cNvSpPr/>
          <p:nvPr/>
        </p:nvSpPr>
        <p:spPr>
          <a:xfrm>
            <a:off x="-260674" y="4065149"/>
            <a:ext cx="1443865" cy="1295759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17254"/>
                </a:srgbClr>
              </a:gs>
              <a:gs pos="100000">
                <a:srgbClr val="E20030">
                  <a:alpha val="40784"/>
                </a:srgbClr>
              </a:gs>
            </a:gsLst>
            <a:lin ang="54007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02" name="Google Shape;302;p26"/>
          <p:cNvSpPr/>
          <p:nvPr/>
        </p:nvSpPr>
        <p:spPr>
          <a:xfrm>
            <a:off x="807374" y="1162576"/>
            <a:ext cx="1024629" cy="919461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0784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03" name="Google Shape;303;p26"/>
          <p:cNvSpPr txBox="1"/>
          <p:nvPr>
            <p:ph type="subTitle" idx="4"/>
          </p:nvPr>
        </p:nvSpPr>
        <p:spPr>
          <a:xfrm>
            <a:off x="3199265" y="1464325"/>
            <a:ext cx="4610400" cy="3708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9pPr>
          </a:lstStyle>
          <a:p/>
        </p:txBody>
      </p:sp>
      <p:sp>
        <p:nvSpPr>
          <p:cNvPr id="304" name="Google Shape;304;p26"/>
          <p:cNvSpPr txBox="1"/>
          <p:nvPr>
            <p:ph type="subTitle" idx="5"/>
          </p:nvPr>
        </p:nvSpPr>
        <p:spPr>
          <a:xfrm>
            <a:off x="3199265" y="2238873"/>
            <a:ext cx="4610400" cy="3708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9pPr>
          </a:lstStyle>
          <a:p/>
        </p:txBody>
      </p:sp>
      <p:sp>
        <p:nvSpPr>
          <p:cNvPr id="305" name="Google Shape;305;p26"/>
          <p:cNvSpPr txBox="1"/>
          <p:nvPr>
            <p:ph type="subTitle" idx="6"/>
          </p:nvPr>
        </p:nvSpPr>
        <p:spPr>
          <a:xfrm>
            <a:off x="3199265" y="3039571"/>
            <a:ext cx="4610400" cy="3708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9pPr>
          </a:lstStyle>
          <a:p/>
        </p:txBody>
      </p:sp>
      <p:sp>
        <p:nvSpPr>
          <p:cNvPr id="306" name="Google Shape;306;p26"/>
          <p:cNvSpPr/>
          <p:nvPr/>
        </p:nvSpPr>
        <p:spPr>
          <a:xfrm>
            <a:off x="1971049" y="2313751"/>
            <a:ext cx="1024629" cy="919461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CUSTOM_4">
    <p:bg>
      <p:bgPr>
        <a:gradFill>
          <a:gsLst>
            <a:gs pos="0">
              <a:schemeClr val="dk1"/>
            </a:gs>
            <a:gs pos="100000">
              <a:srgbClr val="E20030"/>
            </a:gs>
          </a:gsLst>
          <a:lin ang="5400700" scaled="0"/>
        </a:gradFill>
        <a:effectLst/>
      </p:bgPr>
    </p:bg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8" name="Google Shape;308;p27"/>
          <p:cNvGrpSpPr/>
          <p:nvPr/>
        </p:nvGrpSpPr>
        <p:grpSpPr>
          <a:xfrm flipH="1">
            <a:off x="2579168" y="-142025"/>
            <a:ext cx="6564831" cy="5427560"/>
            <a:chOff x="641875" y="-142050"/>
            <a:chExt cx="6564831" cy="5427560"/>
          </a:xfrm>
        </p:grpSpPr>
        <p:sp>
          <p:nvSpPr>
            <p:cNvPr id="309" name="Google Shape;309;p27"/>
            <p:cNvSpPr/>
            <p:nvPr/>
          </p:nvSpPr>
          <p:spPr>
            <a:xfrm flipH="1">
              <a:off x="641875" y="-142050"/>
              <a:ext cx="6046877" cy="5427560"/>
            </a:xfrm>
            <a:custGeom>
              <a:avLst/>
              <a:gdLst/>
              <a:ahLst/>
              <a:cxnLst/>
              <a:rect l="l" t="t" r="r" b="b"/>
              <a:pathLst>
                <a:path w="100899" h="90565" extrusionOk="0">
                  <a:moveTo>
                    <a:pt x="33510" y="0"/>
                  </a:moveTo>
                  <a:cubicBezTo>
                    <a:pt x="27859" y="0"/>
                    <a:pt x="22589" y="3041"/>
                    <a:pt x="19760" y="7940"/>
                  </a:cubicBezTo>
                  <a:lnTo>
                    <a:pt x="2824" y="37270"/>
                  </a:lnTo>
                  <a:cubicBezTo>
                    <a:pt x="1" y="42169"/>
                    <a:pt x="1" y="48257"/>
                    <a:pt x="2829" y="53155"/>
                  </a:cubicBezTo>
                  <a:cubicBezTo>
                    <a:pt x="7134" y="60354"/>
                    <a:pt x="10378" y="66189"/>
                    <a:pt x="12989" y="70880"/>
                  </a:cubicBezTo>
                  <a:cubicBezTo>
                    <a:pt x="22767" y="88470"/>
                    <a:pt x="23935" y="90565"/>
                    <a:pt x="39673" y="90565"/>
                  </a:cubicBezTo>
                  <a:cubicBezTo>
                    <a:pt x="41813" y="90565"/>
                    <a:pt x="44215" y="90530"/>
                    <a:pt x="46944" y="90485"/>
                  </a:cubicBezTo>
                  <a:cubicBezTo>
                    <a:pt x="50467" y="90426"/>
                    <a:pt x="54554" y="90360"/>
                    <a:pt x="59316" y="90360"/>
                  </a:cubicBezTo>
                  <a:cubicBezTo>
                    <a:pt x="61812" y="90360"/>
                    <a:pt x="64494" y="90378"/>
                    <a:pt x="67378" y="90425"/>
                  </a:cubicBezTo>
                  <a:cubicBezTo>
                    <a:pt x="73039" y="90425"/>
                    <a:pt x="78304" y="87380"/>
                    <a:pt x="81134" y="82480"/>
                  </a:cubicBezTo>
                  <a:lnTo>
                    <a:pt x="98069" y="53155"/>
                  </a:lnTo>
                  <a:cubicBezTo>
                    <a:pt x="100898" y="48257"/>
                    <a:pt x="100898" y="42169"/>
                    <a:pt x="98069" y="37270"/>
                  </a:cubicBezTo>
                  <a:lnTo>
                    <a:pt x="81134" y="7940"/>
                  </a:lnTo>
                  <a:cubicBezTo>
                    <a:pt x="78304" y="3041"/>
                    <a:pt x="73034" y="0"/>
                    <a:pt x="67378" y="0"/>
                  </a:cubicBezTo>
                  <a:close/>
                </a:path>
              </a:pathLst>
            </a:custGeom>
            <a:solidFill>
              <a:srgbClr val="E20030">
                <a:alpha val="4078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10" name="Google Shape;310;p27"/>
            <p:cNvSpPr/>
            <p:nvPr/>
          </p:nvSpPr>
          <p:spPr>
            <a:xfrm flipH="1">
              <a:off x="1159829" y="-142050"/>
              <a:ext cx="6046877" cy="5427560"/>
            </a:xfrm>
            <a:custGeom>
              <a:avLst/>
              <a:gdLst/>
              <a:ahLst/>
              <a:cxnLst/>
              <a:rect l="l" t="t" r="r" b="b"/>
              <a:pathLst>
                <a:path w="100899" h="90565" extrusionOk="0">
                  <a:moveTo>
                    <a:pt x="33510" y="0"/>
                  </a:moveTo>
                  <a:cubicBezTo>
                    <a:pt x="27859" y="0"/>
                    <a:pt x="22589" y="3041"/>
                    <a:pt x="19760" y="7940"/>
                  </a:cubicBezTo>
                  <a:lnTo>
                    <a:pt x="2824" y="37270"/>
                  </a:lnTo>
                  <a:cubicBezTo>
                    <a:pt x="1" y="42169"/>
                    <a:pt x="1" y="48257"/>
                    <a:pt x="2829" y="53155"/>
                  </a:cubicBezTo>
                  <a:cubicBezTo>
                    <a:pt x="7134" y="60354"/>
                    <a:pt x="10378" y="66189"/>
                    <a:pt x="12989" y="70880"/>
                  </a:cubicBezTo>
                  <a:cubicBezTo>
                    <a:pt x="22767" y="88470"/>
                    <a:pt x="23935" y="90565"/>
                    <a:pt x="39673" y="90565"/>
                  </a:cubicBezTo>
                  <a:cubicBezTo>
                    <a:pt x="41813" y="90565"/>
                    <a:pt x="44215" y="90530"/>
                    <a:pt x="46944" y="90485"/>
                  </a:cubicBezTo>
                  <a:cubicBezTo>
                    <a:pt x="50467" y="90426"/>
                    <a:pt x="54554" y="90360"/>
                    <a:pt x="59316" y="90360"/>
                  </a:cubicBezTo>
                  <a:cubicBezTo>
                    <a:pt x="61812" y="90360"/>
                    <a:pt x="64494" y="90378"/>
                    <a:pt x="67378" y="90425"/>
                  </a:cubicBezTo>
                  <a:cubicBezTo>
                    <a:pt x="73039" y="90425"/>
                    <a:pt x="78304" y="87380"/>
                    <a:pt x="81134" y="82480"/>
                  </a:cubicBezTo>
                  <a:lnTo>
                    <a:pt x="98069" y="53155"/>
                  </a:lnTo>
                  <a:cubicBezTo>
                    <a:pt x="100898" y="48257"/>
                    <a:pt x="100898" y="42169"/>
                    <a:pt x="98069" y="37270"/>
                  </a:cubicBezTo>
                  <a:lnTo>
                    <a:pt x="81134" y="7940"/>
                  </a:lnTo>
                  <a:cubicBezTo>
                    <a:pt x="78304" y="3041"/>
                    <a:pt x="73034" y="0"/>
                    <a:pt x="67378" y="0"/>
                  </a:cubicBezTo>
                  <a:close/>
                </a:path>
              </a:pathLst>
            </a:custGeom>
            <a:solidFill>
              <a:srgbClr val="E20030">
                <a:alpha val="4078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311" name="Google Shape;311;p27"/>
          <p:cNvSpPr/>
          <p:nvPr/>
        </p:nvSpPr>
        <p:spPr>
          <a:xfrm flipH="1">
            <a:off x="-1751775" y="-141987"/>
            <a:ext cx="9860179" cy="5427467"/>
          </a:xfrm>
          <a:custGeom>
            <a:avLst/>
            <a:gdLst/>
            <a:ahLst/>
            <a:cxnLst/>
            <a:rect l="l" t="t" r="r" b="b"/>
            <a:pathLst>
              <a:path w="164542" h="90571" extrusionOk="0">
                <a:moveTo>
                  <a:pt x="33516" y="0"/>
                </a:moveTo>
                <a:cubicBezTo>
                  <a:pt x="27865" y="0"/>
                  <a:pt x="22595" y="3043"/>
                  <a:pt x="19765" y="7942"/>
                </a:cubicBezTo>
                <a:lnTo>
                  <a:pt x="2830" y="37270"/>
                </a:lnTo>
                <a:cubicBezTo>
                  <a:pt x="1" y="42170"/>
                  <a:pt x="1" y="48258"/>
                  <a:pt x="2835" y="53162"/>
                </a:cubicBezTo>
                <a:cubicBezTo>
                  <a:pt x="7140" y="60354"/>
                  <a:pt x="10384" y="66189"/>
                  <a:pt x="12995" y="70880"/>
                </a:cubicBezTo>
                <a:cubicBezTo>
                  <a:pt x="22773" y="88470"/>
                  <a:pt x="23941" y="90571"/>
                  <a:pt x="39678" y="90571"/>
                </a:cubicBezTo>
                <a:cubicBezTo>
                  <a:pt x="41818" y="90571"/>
                  <a:pt x="107858" y="90530"/>
                  <a:pt x="110587" y="90486"/>
                </a:cubicBezTo>
                <a:cubicBezTo>
                  <a:pt x="114137" y="90430"/>
                  <a:pt x="118258" y="90364"/>
                  <a:pt x="123067" y="90364"/>
                </a:cubicBezTo>
                <a:cubicBezTo>
                  <a:pt x="125532" y="90364"/>
                  <a:pt x="128179" y="90381"/>
                  <a:pt x="131021" y="90427"/>
                </a:cubicBezTo>
                <a:cubicBezTo>
                  <a:pt x="136682" y="90427"/>
                  <a:pt x="141947" y="87380"/>
                  <a:pt x="144777" y="82487"/>
                </a:cubicBezTo>
                <a:lnTo>
                  <a:pt x="161712" y="53157"/>
                </a:lnTo>
                <a:cubicBezTo>
                  <a:pt x="164541" y="48258"/>
                  <a:pt x="164541" y="42170"/>
                  <a:pt x="161712" y="37270"/>
                </a:cubicBezTo>
                <a:lnTo>
                  <a:pt x="144777" y="7942"/>
                </a:lnTo>
                <a:cubicBezTo>
                  <a:pt x="141947" y="3043"/>
                  <a:pt x="136677" y="0"/>
                  <a:pt x="131021" y="0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chemeClr val="dk2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2" name="Google Shape;312;p27"/>
          <p:cNvSpPr/>
          <p:nvPr/>
        </p:nvSpPr>
        <p:spPr>
          <a:xfrm>
            <a:off x="7874850" y="4607076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3" name="Google Shape;313;p27"/>
          <p:cNvSpPr/>
          <p:nvPr/>
        </p:nvSpPr>
        <p:spPr>
          <a:xfrm>
            <a:off x="7769128" y="895172"/>
            <a:ext cx="1323290" cy="11877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00216E">
                  <a:alpha val="21568"/>
                </a:srgbClr>
              </a:gs>
              <a:gs pos="100000">
                <a:srgbClr val="E20030">
                  <a:alpha val="23137"/>
                </a:srgbClr>
              </a:gs>
            </a:gsLst>
            <a:lin ang="54007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4" name="Google Shape;314;p27"/>
          <p:cNvSpPr/>
          <p:nvPr/>
        </p:nvSpPr>
        <p:spPr>
          <a:xfrm rot="10800000" flipH="1">
            <a:off x="8108409" y="3762470"/>
            <a:ext cx="811732" cy="728369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3137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5" name="Google Shape;315;p27"/>
          <p:cNvSpPr/>
          <p:nvPr/>
        </p:nvSpPr>
        <p:spPr>
          <a:xfrm>
            <a:off x="8228562" y="2156088"/>
            <a:ext cx="671483" cy="60271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3137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6" name="Google Shape;316;p27"/>
          <p:cNvSpPr txBox="1"/>
          <p:nvPr>
            <p:ph type="title"/>
          </p:nvPr>
        </p:nvSpPr>
        <p:spPr>
          <a:xfrm>
            <a:off x="713225" y="539500"/>
            <a:ext cx="7717500" cy="53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-412372" y="4447997"/>
            <a:ext cx="1323290" cy="11877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chemeClr val="dk1"/>
              </a:gs>
              <a:gs pos="100000">
                <a:srgbClr val="E20030"/>
              </a:gs>
            </a:gsLst>
            <a:lin ang="54007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8" name="Google Shape;318;p27"/>
          <p:cNvSpPr/>
          <p:nvPr/>
        </p:nvSpPr>
        <p:spPr>
          <a:xfrm rot="10800000" flipH="1">
            <a:off x="-362966" y="3645032"/>
            <a:ext cx="811732" cy="728369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00216E"/>
              </a:gs>
              <a:gs pos="100000">
                <a:srgbClr val="E20030"/>
              </a:gs>
            </a:gsLst>
            <a:lin ang="54007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9" name="Google Shape;319;p27"/>
          <p:cNvSpPr/>
          <p:nvPr/>
        </p:nvSpPr>
        <p:spPr>
          <a:xfrm>
            <a:off x="7874850" y="4607076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20" name="Google Shape;320;p27"/>
          <p:cNvSpPr txBox="1"/>
          <p:nvPr>
            <p:ph type="sldNum" idx="12"/>
          </p:nvPr>
        </p:nvSpPr>
        <p:spPr>
          <a:xfrm>
            <a:off x="8472449" y="4607079"/>
            <a:ext cx="6714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 sz="1600" b="1"/>
            </a:lvl1pPr>
            <a:lvl2pPr lvl="1">
              <a:buNone/>
              <a:defRPr sz="1600" b="1"/>
            </a:lvl2pPr>
            <a:lvl3pPr lvl="2">
              <a:buNone/>
              <a:defRPr sz="1600" b="1"/>
            </a:lvl3pPr>
            <a:lvl4pPr lvl="3">
              <a:buNone/>
              <a:defRPr sz="1600" b="1"/>
            </a:lvl4pPr>
            <a:lvl5pPr lvl="4">
              <a:buNone/>
              <a:defRPr sz="1600" b="1"/>
            </a:lvl5pPr>
            <a:lvl6pPr lvl="5">
              <a:buNone/>
              <a:defRPr sz="1600" b="1"/>
            </a:lvl6pPr>
            <a:lvl7pPr lvl="6">
              <a:buNone/>
              <a:defRPr sz="1600" b="1"/>
            </a:lvl7pPr>
            <a:lvl8pPr lvl="7">
              <a:buNone/>
              <a:defRPr sz="1600" b="1"/>
            </a:lvl8pPr>
            <a:lvl9pPr lvl="8">
              <a:buNone/>
              <a:defRPr sz="1600" b="1"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  <p:sp>
        <p:nvSpPr>
          <p:cNvPr id="321" name="Google Shape;321;p27"/>
          <p:cNvSpPr txBox="1"/>
          <p:nvPr>
            <p:ph type="subTitle" idx="1"/>
          </p:nvPr>
        </p:nvSpPr>
        <p:spPr>
          <a:xfrm flipH="1">
            <a:off x="4854099" y="1976038"/>
            <a:ext cx="2049300" cy="51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27"/>
          <p:cNvSpPr txBox="1"/>
          <p:nvPr>
            <p:ph type="subTitle" idx="2"/>
          </p:nvPr>
        </p:nvSpPr>
        <p:spPr>
          <a:xfrm flipH="1">
            <a:off x="1721900" y="1976039"/>
            <a:ext cx="2049300" cy="51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3" name="Google Shape;323;p27"/>
          <p:cNvSpPr txBox="1"/>
          <p:nvPr>
            <p:ph type="subTitle" idx="3"/>
          </p:nvPr>
        </p:nvSpPr>
        <p:spPr>
          <a:xfrm flipH="1">
            <a:off x="4854099" y="1590925"/>
            <a:ext cx="2049300" cy="330900"/>
          </a:xfrm>
          <a:prstGeom prst="rect">
            <a:avLst/>
          </a:prstGeom>
        </p:spPr>
        <p:txBody>
          <a:bodyPr spcFirstLastPara="1" wrap="square" lIns="91425" tIns="0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/>
        </p:txBody>
      </p:sp>
      <p:sp>
        <p:nvSpPr>
          <p:cNvPr id="324" name="Google Shape;324;p27"/>
          <p:cNvSpPr txBox="1"/>
          <p:nvPr>
            <p:ph type="subTitle" idx="4"/>
          </p:nvPr>
        </p:nvSpPr>
        <p:spPr>
          <a:xfrm flipH="1">
            <a:off x="1721900" y="1590925"/>
            <a:ext cx="2049300" cy="330900"/>
          </a:xfrm>
          <a:prstGeom prst="rect">
            <a:avLst/>
          </a:prstGeom>
        </p:spPr>
        <p:txBody>
          <a:bodyPr spcFirstLastPara="1" wrap="square" lIns="91425" tIns="0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/>
        </p:txBody>
      </p:sp>
      <p:sp>
        <p:nvSpPr>
          <p:cNvPr id="325" name="Google Shape;325;p27"/>
          <p:cNvSpPr txBox="1"/>
          <p:nvPr>
            <p:ph type="subTitle" idx="5"/>
          </p:nvPr>
        </p:nvSpPr>
        <p:spPr>
          <a:xfrm flipH="1">
            <a:off x="4854099" y="3424720"/>
            <a:ext cx="2049300" cy="51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6" name="Google Shape;326;p27"/>
          <p:cNvSpPr txBox="1"/>
          <p:nvPr>
            <p:ph type="subTitle" idx="6"/>
          </p:nvPr>
        </p:nvSpPr>
        <p:spPr>
          <a:xfrm>
            <a:off x="4854099" y="3039605"/>
            <a:ext cx="2049300" cy="330900"/>
          </a:xfrm>
          <a:prstGeom prst="rect">
            <a:avLst/>
          </a:prstGeom>
        </p:spPr>
        <p:txBody>
          <a:bodyPr spcFirstLastPara="1" wrap="square" lIns="91425" tIns="0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/>
        </p:txBody>
      </p:sp>
      <p:sp>
        <p:nvSpPr>
          <p:cNvPr id="327" name="Google Shape;327;p27"/>
          <p:cNvSpPr txBox="1"/>
          <p:nvPr>
            <p:ph type="subTitle" idx="7"/>
          </p:nvPr>
        </p:nvSpPr>
        <p:spPr>
          <a:xfrm flipH="1">
            <a:off x="1721900" y="3424722"/>
            <a:ext cx="2049300" cy="51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8" name="Google Shape;328;p27"/>
          <p:cNvSpPr txBox="1"/>
          <p:nvPr>
            <p:ph type="subTitle" idx="8"/>
          </p:nvPr>
        </p:nvSpPr>
        <p:spPr>
          <a:xfrm flipH="1">
            <a:off x="1721900" y="3039607"/>
            <a:ext cx="2049300" cy="330900"/>
          </a:xfrm>
          <a:prstGeom prst="rect">
            <a:avLst/>
          </a:prstGeom>
        </p:spPr>
        <p:txBody>
          <a:bodyPr spcFirstLastPara="1" wrap="square" lIns="91425" tIns="0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/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ive columns">
  <p:cSld name="CUSTOM_7">
    <p:bg>
      <p:bgPr>
        <a:gradFill>
          <a:gsLst>
            <a:gs pos="0">
              <a:schemeClr val="dk2"/>
            </a:gs>
            <a:gs pos="100000">
              <a:schemeClr val="accent2"/>
            </a:gs>
          </a:gsLst>
          <a:lin ang="10801400" scaled="0"/>
        </a:gradFill>
        <a:effectLst/>
      </p:bgPr>
    </p:bg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28"/>
          <p:cNvSpPr/>
          <p:nvPr/>
        </p:nvSpPr>
        <p:spPr>
          <a:xfrm>
            <a:off x="7874850" y="4607076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31" name="Google Shape;331;p28"/>
          <p:cNvSpPr txBox="1"/>
          <p:nvPr>
            <p:ph type="sldNum" idx="12"/>
          </p:nvPr>
        </p:nvSpPr>
        <p:spPr>
          <a:xfrm>
            <a:off x="8472449" y="4607079"/>
            <a:ext cx="6714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sz="1600"/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713225" y="539500"/>
            <a:ext cx="7717500" cy="53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subTitle" idx="1"/>
          </p:nvPr>
        </p:nvSpPr>
        <p:spPr>
          <a:xfrm>
            <a:off x="5642148" y="2295529"/>
            <a:ext cx="2361300" cy="42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type="subTitle" idx="2"/>
          </p:nvPr>
        </p:nvSpPr>
        <p:spPr>
          <a:xfrm>
            <a:off x="5642138" y="1868029"/>
            <a:ext cx="1822200" cy="42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/>
        </p:txBody>
      </p:sp>
      <p:sp>
        <p:nvSpPr>
          <p:cNvPr id="335" name="Google Shape;335;p28"/>
          <p:cNvSpPr txBox="1"/>
          <p:nvPr>
            <p:ph type="subTitle" idx="3"/>
          </p:nvPr>
        </p:nvSpPr>
        <p:spPr>
          <a:xfrm>
            <a:off x="5642148" y="3459044"/>
            <a:ext cx="2361300" cy="42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6" name="Google Shape;336;p28"/>
          <p:cNvSpPr txBox="1"/>
          <p:nvPr>
            <p:ph type="subTitle" idx="4"/>
          </p:nvPr>
        </p:nvSpPr>
        <p:spPr>
          <a:xfrm>
            <a:off x="5642138" y="3030042"/>
            <a:ext cx="1822200" cy="42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/>
        </p:txBody>
      </p:sp>
      <p:sp>
        <p:nvSpPr>
          <p:cNvPr id="337" name="Google Shape;337;p28"/>
          <p:cNvSpPr txBox="1"/>
          <p:nvPr>
            <p:ph type="subTitle" idx="5"/>
          </p:nvPr>
        </p:nvSpPr>
        <p:spPr>
          <a:xfrm>
            <a:off x="1882723" y="1791083"/>
            <a:ext cx="2361300" cy="42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type="subTitle" idx="6"/>
          </p:nvPr>
        </p:nvSpPr>
        <p:spPr>
          <a:xfrm>
            <a:off x="1882713" y="1362076"/>
            <a:ext cx="1822200" cy="42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/>
        </p:txBody>
      </p:sp>
      <p:sp>
        <p:nvSpPr>
          <p:cNvPr id="339" name="Google Shape;339;p28"/>
          <p:cNvSpPr txBox="1"/>
          <p:nvPr>
            <p:ph type="subTitle" idx="7"/>
          </p:nvPr>
        </p:nvSpPr>
        <p:spPr>
          <a:xfrm>
            <a:off x="1882723" y="2876933"/>
            <a:ext cx="2361300" cy="42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0" name="Google Shape;340;p28"/>
          <p:cNvSpPr txBox="1"/>
          <p:nvPr>
            <p:ph type="subTitle" idx="8"/>
          </p:nvPr>
        </p:nvSpPr>
        <p:spPr>
          <a:xfrm>
            <a:off x="1882713" y="2449433"/>
            <a:ext cx="1822200" cy="42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/>
        </p:txBody>
      </p:sp>
      <p:sp>
        <p:nvSpPr>
          <p:cNvPr id="341" name="Google Shape;341;p28"/>
          <p:cNvSpPr txBox="1"/>
          <p:nvPr>
            <p:ph type="subTitle" idx="9"/>
          </p:nvPr>
        </p:nvSpPr>
        <p:spPr>
          <a:xfrm>
            <a:off x="1882723" y="3964270"/>
            <a:ext cx="2361300" cy="42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2" name="Google Shape;342;p28"/>
          <p:cNvSpPr txBox="1"/>
          <p:nvPr>
            <p:ph type="subTitle" idx="13"/>
          </p:nvPr>
        </p:nvSpPr>
        <p:spPr>
          <a:xfrm>
            <a:off x="1882713" y="3536770"/>
            <a:ext cx="1822200" cy="42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/>
        </p:txBody>
      </p:sp>
      <p:sp>
        <p:nvSpPr>
          <p:cNvPr id="343" name="Google Shape;343;p28"/>
          <p:cNvSpPr/>
          <p:nvPr/>
        </p:nvSpPr>
        <p:spPr>
          <a:xfrm rot="10800000">
            <a:off x="7335644" y="-1025561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44" name="Google Shape;344;p28"/>
          <p:cNvSpPr/>
          <p:nvPr/>
        </p:nvSpPr>
        <p:spPr>
          <a:xfrm rot="10800000">
            <a:off x="8671106" y="989157"/>
            <a:ext cx="1024629" cy="919688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45" name="Google Shape;345;p28"/>
          <p:cNvSpPr/>
          <p:nvPr/>
        </p:nvSpPr>
        <p:spPr>
          <a:xfrm rot="10800000" flipH="1">
            <a:off x="-706715" y="4399486"/>
            <a:ext cx="1419951" cy="1275204"/>
          </a:xfrm>
          <a:custGeom>
            <a:avLst/>
            <a:gdLst/>
            <a:ahLst/>
            <a:cxnLst/>
            <a:rect l="l" t="t" r="r" b="b"/>
            <a:pathLst>
              <a:path w="101552" h="91200" extrusionOk="0">
                <a:moveTo>
                  <a:pt x="67692" y="1316"/>
                </a:moveTo>
                <a:cubicBezTo>
                  <a:pt x="73007" y="1316"/>
                  <a:pt x="77954" y="4172"/>
                  <a:pt x="80612" y="8774"/>
                </a:cubicBezTo>
                <a:lnTo>
                  <a:pt x="97524" y="38071"/>
                </a:lnTo>
                <a:cubicBezTo>
                  <a:pt x="100182" y="42673"/>
                  <a:pt x="100182" y="48388"/>
                  <a:pt x="97524" y="52990"/>
                </a:cubicBezTo>
                <a:lnTo>
                  <a:pt x="80612" y="82284"/>
                </a:lnTo>
                <a:cubicBezTo>
                  <a:pt x="77954" y="86886"/>
                  <a:pt x="73007" y="89745"/>
                  <a:pt x="67697" y="89745"/>
                </a:cubicBezTo>
                <a:cubicBezTo>
                  <a:pt x="64882" y="89699"/>
                  <a:pt x="62259" y="89681"/>
                  <a:pt x="59813" y="89681"/>
                </a:cubicBezTo>
                <a:cubicBezTo>
                  <a:pt x="55192" y="89681"/>
                  <a:pt x="51207" y="89745"/>
                  <a:pt x="47771" y="89800"/>
                </a:cubicBezTo>
                <a:lnTo>
                  <a:pt x="47241" y="89805"/>
                </a:lnTo>
                <a:cubicBezTo>
                  <a:pt x="44571" y="89847"/>
                  <a:pt x="42219" y="89885"/>
                  <a:pt x="40130" y="89885"/>
                </a:cubicBezTo>
                <a:cubicBezTo>
                  <a:pt x="33498" y="89885"/>
                  <a:pt x="29519" y="89506"/>
                  <a:pt x="26414" y="87711"/>
                </a:cubicBezTo>
                <a:cubicBezTo>
                  <a:pt x="22327" y="85351"/>
                  <a:pt x="19610" y="80457"/>
                  <a:pt x="14187" y="70715"/>
                </a:cubicBezTo>
                <a:lnTo>
                  <a:pt x="14163" y="70665"/>
                </a:lnTo>
                <a:cubicBezTo>
                  <a:pt x="11560" y="65984"/>
                  <a:pt x="8319" y="60160"/>
                  <a:pt x="4023" y="52985"/>
                </a:cubicBezTo>
                <a:cubicBezTo>
                  <a:pt x="1372" y="48384"/>
                  <a:pt x="1372" y="42668"/>
                  <a:pt x="4028" y="38071"/>
                </a:cubicBezTo>
                <a:lnTo>
                  <a:pt x="20941" y="8774"/>
                </a:lnTo>
                <a:cubicBezTo>
                  <a:pt x="23598" y="4172"/>
                  <a:pt x="28547" y="1316"/>
                  <a:pt x="33861" y="1316"/>
                </a:cubicBezTo>
                <a:close/>
                <a:moveTo>
                  <a:pt x="33861" y="0"/>
                </a:moveTo>
                <a:cubicBezTo>
                  <a:pt x="28081" y="0"/>
                  <a:pt x="22693" y="3108"/>
                  <a:pt x="19804" y="8115"/>
                </a:cubicBezTo>
                <a:lnTo>
                  <a:pt x="2886" y="37413"/>
                </a:lnTo>
                <a:cubicBezTo>
                  <a:pt x="0" y="42421"/>
                  <a:pt x="0" y="48640"/>
                  <a:pt x="2891" y="53648"/>
                </a:cubicBezTo>
                <a:lnTo>
                  <a:pt x="2895" y="53653"/>
                </a:lnTo>
                <a:cubicBezTo>
                  <a:pt x="7200" y="60853"/>
                  <a:pt x="10436" y="66672"/>
                  <a:pt x="13035" y="71348"/>
                </a:cubicBezTo>
                <a:lnTo>
                  <a:pt x="13039" y="71352"/>
                </a:lnTo>
                <a:cubicBezTo>
                  <a:pt x="17973" y="80225"/>
                  <a:pt x="20694" y="85114"/>
                  <a:pt x="24227" y="87880"/>
                </a:cubicBezTo>
                <a:cubicBezTo>
                  <a:pt x="25128" y="88583"/>
                  <a:pt x="26068" y="89136"/>
                  <a:pt x="27101" y="89581"/>
                </a:cubicBezTo>
                <a:cubicBezTo>
                  <a:pt x="28121" y="90017"/>
                  <a:pt x="29239" y="90349"/>
                  <a:pt x="30522" y="90591"/>
                </a:cubicBezTo>
                <a:cubicBezTo>
                  <a:pt x="32792" y="91027"/>
                  <a:pt x="35544" y="91200"/>
                  <a:pt x="40016" y="91200"/>
                </a:cubicBezTo>
                <a:cubicBezTo>
                  <a:pt x="42119" y="91200"/>
                  <a:pt x="44450" y="91166"/>
                  <a:pt x="47152" y="91120"/>
                </a:cubicBezTo>
                <a:lnTo>
                  <a:pt x="47379" y="91120"/>
                </a:lnTo>
                <a:cubicBezTo>
                  <a:pt x="50902" y="91061"/>
                  <a:pt x="54990" y="90997"/>
                  <a:pt x="59759" y="90997"/>
                </a:cubicBezTo>
                <a:cubicBezTo>
                  <a:pt x="62214" y="90997"/>
                  <a:pt x="64856" y="91012"/>
                  <a:pt x="67686" y="91061"/>
                </a:cubicBezTo>
                <a:lnTo>
                  <a:pt x="67692" y="91061"/>
                </a:lnTo>
                <a:cubicBezTo>
                  <a:pt x="73471" y="91061"/>
                  <a:pt x="78860" y="87948"/>
                  <a:pt x="81749" y="82942"/>
                </a:cubicBezTo>
                <a:lnTo>
                  <a:pt x="98663" y="53648"/>
                </a:lnTo>
                <a:cubicBezTo>
                  <a:pt x="101552" y="48640"/>
                  <a:pt x="101552" y="42421"/>
                  <a:pt x="98663" y="37413"/>
                </a:cubicBezTo>
                <a:lnTo>
                  <a:pt x="81749" y="8115"/>
                </a:lnTo>
                <a:cubicBezTo>
                  <a:pt x="78860" y="3108"/>
                  <a:pt x="73471" y="0"/>
                  <a:pt x="67692" y="0"/>
                </a:cubicBezTo>
                <a:close/>
              </a:path>
            </a:pathLst>
          </a:custGeom>
          <a:gradFill>
            <a:gsLst>
              <a:gs pos="0">
                <a:schemeClr val="dk1"/>
              </a:gs>
              <a:gs pos="19000">
                <a:schemeClr val="lt1"/>
              </a:gs>
              <a:gs pos="39000">
                <a:schemeClr val="dk1"/>
              </a:gs>
              <a:gs pos="58000">
                <a:schemeClr val="lt1"/>
              </a:gs>
              <a:gs pos="78000">
                <a:schemeClr val="dk1"/>
              </a:gs>
              <a:gs pos="100000">
                <a:schemeClr val="lt1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6">
    <p:bg>
      <p:bgPr>
        <a:gradFill>
          <a:gsLst>
            <a:gs pos="0">
              <a:schemeClr val="accent2"/>
            </a:gs>
            <a:gs pos="100000">
              <a:schemeClr val="dk2"/>
            </a:gs>
          </a:gsLst>
          <a:lin ang="10801400" scaled="0"/>
        </a:gradFill>
        <a:effectLst/>
      </p:bgPr>
    </p:bg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p29"/>
          <p:cNvSpPr/>
          <p:nvPr/>
        </p:nvSpPr>
        <p:spPr>
          <a:xfrm>
            <a:off x="7874850" y="4607076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48" name="Google Shape;348;p29"/>
          <p:cNvSpPr txBox="1"/>
          <p:nvPr>
            <p:ph type="sldNum" idx="12"/>
          </p:nvPr>
        </p:nvSpPr>
        <p:spPr>
          <a:xfrm>
            <a:off x="8472449" y="4607079"/>
            <a:ext cx="6714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 sz="1600" b="1"/>
            </a:lvl1pPr>
            <a:lvl2pPr lvl="1">
              <a:buNone/>
              <a:defRPr sz="1600" b="1"/>
            </a:lvl2pPr>
            <a:lvl3pPr lvl="2">
              <a:buNone/>
              <a:defRPr sz="1600" b="1"/>
            </a:lvl3pPr>
            <a:lvl4pPr lvl="3">
              <a:buNone/>
              <a:defRPr sz="1600" b="1"/>
            </a:lvl4pPr>
            <a:lvl5pPr lvl="4">
              <a:buNone/>
              <a:defRPr sz="1600" b="1"/>
            </a:lvl5pPr>
            <a:lvl6pPr lvl="5">
              <a:buNone/>
              <a:defRPr sz="1600" b="1"/>
            </a:lvl6pPr>
            <a:lvl7pPr lvl="6">
              <a:buNone/>
              <a:defRPr sz="1600" b="1"/>
            </a:lvl7pPr>
            <a:lvl8pPr lvl="7">
              <a:buNone/>
              <a:defRPr sz="1600" b="1"/>
            </a:lvl8pPr>
            <a:lvl9pPr lvl="8">
              <a:buNone/>
              <a:defRPr sz="1600" b="1"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  <p:sp>
        <p:nvSpPr>
          <p:cNvPr id="349" name="Google Shape;349;p29"/>
          <p:cNvSpPr txBox="1"/>
          <p:nvPr>
            <p:ph type="title"/>
          </p:nvPr>
        </p:nvSpPr>
        <p:spPr>
          <a:xfrm>
            <a:off x="713225" y="539500"/>
            <a:ext cx="7717500" cy="53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50" name="Google Shape;350;p29"/>
          <p:cNvSpPr txBox="1"/>
          <p:nvPr>
            <p:ph type="subTitle" idx="1"/>
          </p:nvPr>
        </p:nvSpPr>
        <p:spPr>
          <a:xfrm>
            <a:off x="935375" y="2312040"/>
            <a:ext cx="2162100" cy="52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1" name="Google Shape;351;p29"/>
          <p:cNvSpPr txBox="1"/>
          <p:nvPr>
            <p:ph type="subTitle" idx="2"/>
          </p:nvPr>
        </p:nvSpPr>
        <p:spPr>
          <a:xfrm>
            <a:off x="3488875" y="2312040"/>
            <a:ext cx="2162100" cy="52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2" name="Google Shape;352;p29"/>
          <p:cNvSpPr txBox="1"/>
          <p:nvPr>
            <p:ph type="subTitle" idx="3"/>
          </p:nvPr>
        </p:nvSpPr>
        <p:spPr>
          <a:xfrm>
            <a:off x="935375" y="1958399"/>
            <a:ext cx="2162100" cy="3378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/>
        </p:txBody>
      </p:sp>
      <p:sp>
        <p:nvSpPr>
          <p:cNvPr id="353" name="Google Shape;353;p29"/>
          <p:cNvSpPr txBox="1"/>
          <p:nvPr>
            <p:ph type="subTitle" idx="4"/>
          </p:nvPr>
        </p:nvSpPr>
        <p:spPr>
          <a:xfrm>
            <a:off x="3488875" y="1958399"/>
            <a:ext cx="2162100" cy="3378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/>
        </p:txBody>
      </p:sp>
      <p:sp>
        <p:nvSpPr>
          <p:cNvPr id="354" name="Google Shape;354;p29"/>
          <p:cNvSpPr txBox="1"/>
          <p:nvPr>
            <p:ph type="subTitle" idx="5"/>
          </p:nvPr>
        </p:nvSpPr>
        <p:spPr>
          <a:xfrm>
            <a:off x="935375" y="4068913"/>
            <a:ext cx="2162100" cy="52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5" name="Google Shape;355;p29"/>
          <p:cNvSpPr txBox="1"/>
          <p:nvPr>
            <p:ph type="subTitle" idx="6"/>
          </p:nvPr>
        </p:nvSpPr>
        <p:spPr>
          <a:xfrm>
            <a:off x="3488875" y="4068913"/>
            <a:ext cx="2162100" cy="52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6" name="Google Shape;356;p29"/>
          <p:cNvSpPr txBox="1"/>
          <p:nvPr>
            <p:ph type="subTitle" idx="7"/>
          </p:nvPr>
        </p:nvSpPr>
        <p:spPr>
          <a:xfrm>
            <a:off x="935375" y="3715274"/>
            <a:ext cx="2162100" cy="3378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/>
        </p:txBody>
      </p:sp>
      <p:sp>
        <p:nvSpPr>
          <p:cNvPr id="357" name="Google Shape;357;p29"/>
          <p:cNvSpPr txBox="1"/>
          <p:nvPr>
            <p:ph type="subTitle" idx="8"/>
          </p:nvPr>
        </p:nvSpPr>
        <p:spPr>
          <a:xfrm>
            <a:off x="3488875" y="3715274"/>
            <a:ext cx="2162100" cy="3378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/>
        </p:txBody>
      </p:sp>
      <p:sp>
        <p:nvSpPr>
          <p:cNvPr id="358" name="Google Shape;358;p29"/>
          <p:cNvSpPr txBox="1"/>
          <p:nvPr>
            <p:ph type="subTitle" idx="9"/>
          </p:nvPr>
        </p:nvSpPr>
        <p:spPr>
          <a:xfrm>
            <a:off x="6046525" y="2312040"/>
            <a:ext cx="2162100" cy="52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9" name="Google Shape;359;p29"/>
          <p:cNvSpPr txBox="1"/>
          <p:nvPr>
            <p:ph type="subTitle" idx="13"/>
          </p:nvPr>
        </p:nvSpPr>
        <p:spPr>
          <a:xfrm>
            <a:off x="6046525" y="1958399"/>
            <a:ext cx="2162100" cy="3378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/>
        </p:txBody>
      </p:sp>
      <p:sp>
        <p:nvSpPr>
          <p:cNvPr id="360" name="Google Shape;360;p29"/>
          <p:cNvSpPr txBox="1"/>
          <p:nvPr>
            <p:ph type="subTitle" idx="14"/>
          </p:nvPr>
        </p:nvSpPr>
        <p:spPr>
          <a:xfrm>
            <a:off x="6046525" y="4068913"/>
            <a:ext cx="2162100" cy="52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61" name="Google Shape;361;p29"/>
          <p:cNvSpPr txBox="1"/>
          <p:nvPr>
            <p:ph type="subTitle" idx="15"/>
          </p:nvPr>
        </p:nvSpPr>
        <p:spPr>
          <a:xfrm>
            <a:off x="6046525" y="3715274"/>
            <a:ext cx="2162100" cy="3378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/>
        </p:txBody>
      </p:sp>
      <p:sp>
        <p:nvSpPr>
          <p:cNvPr id="362" name="Google Shape;362;p29"/>
          <p:cNvSpPr/>
          <p:nvPr/>
        </p:nvSpPr>
        <p:spPr>
          <a:xfrm flipH="1">
            <a:off x="-255755" y="440350"/>
            <a:ext cx="710329" cy="637351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54007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63" name="Google Shape;363;p29"/>
          <p:cNvSpPr/>
          <p:nvPr/>
        </p:nvSpPr>
        <p:spPr>
          <a:xfrm flipH="1">
            <a:off x="-255738" y="-704705"/>
            <a:ext cx="1191113" cy="106889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00216E"/>
              </a:gs>
              <a:gs pos="100000">
                <a:srgbClr val="E20030"/>
              </a:gs>
            </a:gsLst>
            <a:lin ang="54007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CUSTOM_1">
    <p:bg>
      <p:bgPr>
        <a:gradFill>
          <a:gsLst>
            <a:gs pos="0">
              <a:schemeClr val="dk2"/>
            </a:gs>
            <a:gs pos="100000">
              <a:schemeClr val="accent2"/>
            </a:gs>
          </a:gsLst>
          <a:lin ang="0" scaled="0"/>
        </a:gradFill>
        <a:effectLst/>
      </p:bgPr>
    </p:bg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30"/>
          <p:cNvSpPr/>
          <p:nvPr/>
        </p:nvSpPr>
        <p:spPr>
          <a:xfrm>
            <a:off x="7874850" y="4607076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66" name="Google Shape;366;p30"/>
          <p:cNvSpPr txBox="1"/>
          <p:nvPr>
            <p:ph type="title"/>
          </p:nvPr>
        </p:nvSpPr>
        <p:spPr>
          <a:xfrm>
            <a:off x="713225" y="539500"/>
            <a:ext cx="7717500" cy="53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67" name="Google Shape;367;p30"/>
          <p:cNvSpPr txBox="1"/>
          <p:nvPr>
            <p:ph type="sldNum" idx="12"/>
          </p:nvPr>
        </p:nvSpPr>
        <p:spPr>
          <a:xfrm>
            <a:off x="8472449" y="4607079"/>
            <a:ext cx="6714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  <p:sp>
        <p:nvSpPr>
          <p:cNvPr id="368" name="Google Shape;368;p30"/>
          <p:cNvSpPr/>
          <p:nvPr/>
        </p:nvSpPr>
        <p:spPr>
          <a:xfrm>
            <a:off x="-250313" y="-616254"/>
            <a:ext cx="908595" cy="815538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69" name="Google Shape;369;p30"/>
          <p:cNvSpPr/>
          <p:nvPr/>
        </p:nvSpPr>
        <p:spPr>
          <a:xfrm flipH="1">
            <a:off x="105460" y="243841"/>
            <a:ext cx="543089" cy="487466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70" name="Google Shape;370;p30"/>
          <p:cNvSpPr/>
          <p:nvPr/>
        </p:nvSpPr>
        <p:spPr>
          <a:xfrm flipH="1">
            <a:off x="-459659" y="4433376"/>
            <a:ext cx="1327285" cy="1191984"/>
          </a:xfrm>
          <a:custGeom>
            <a:avLst/>
            <a:gdLst/>
            <a:ahLst/>
            <a:cxnLst/>
            <a:rect l="l" t="t" r="r" b="b"/>
            <a:pathLst>
              <a:path w="101552" h="91200" extrusionOk="0">
                <a:moveTo>
                  <a:pt x="67692" y="1316"/>
                </a:moveTo>
                <a:cubicBezTo>
                  <a:pt x="73007" y="1316"/>
                  <a:pt x="77954" y="4172"/>
                  <a:pt x="80612" y="8774"/>
                </a:cubicBezTo>
                <a:lnTo>
                  <a:pt x="97524" y="38071"/>
                </a:lnTo>
                <a:cubicBezTo>
                  <a:pt x="100182" y="42673"/>
                  <a:pt x="100182" y="48388"/>
                  <a:pt x="97524" y="52990"/>
                </a:cubicBezTo>
                <a:lnTo>
                  <a:pt x="80612" y="82284"/>
                </a:lnTo>
                <a:cubicBezTo>
                  <a:pt x="77954" y="86886"/>
                  <a:pt x="73007" y="89745"/>
                  <a:pt x="67697" y="89745"/>
                </a:cubicBezTo>
                <a:cubicBezTo>
                  <a:pt x="64882" y="89699"/>
                  <a:pt x="62259" y="89681"/>
                  <a:pt x="59813" y="89681"/>
                </a:cubicBezTo>
                <a:cubicBezTo>
                  <a:pt x="55192" y="89681"/>
                  <a:pt x="51207" y="89745"/>
                  <a:pt x="47771" y="89800"/>
                </a:cubicBezTo>
                <a:lnTo>
                  <a:pt x="47241" y="89805"/>
                </a:lnTo>
                <a:cubicBezTo>
                  <a:pt x="44571" y="89847"/>
                  <a:pt x="42219" y="89885"/>
                  <a:pt x="40130" y="89885"/>
                </a:cubicBezTo>
                <a:cubicBezTo>
                  <a:pt x="33498" y="89885"/>
                  <a:pt x="29519" y="89506"/>
                  <a:pt x="26414" y="87711"/>
                </a:cubicBezTo>
                <a:cubicBezTo>
                  <a:pt x="22327" y="85351"/>
                  <a:pt x="19610" y="80457"/>
                  <a:pt x="14187" y="70715"/>
                </a:cubicBezTo>
                <a:lnTo>
                  <a:pt x="14163" y="70665"/>
                </a:lnTo>
                <a:cubicBezTo>
                  <a:pt x="11560" y="65984"/>
                  <a:pt x="8319" y="60160"/>
                  <a:pt x="4023" y="52985"/>
                </a:cubicBezTo>
                <a:cubicBezTo>
                  <a:pt x="1372" y="48384"/>
                  <a:pt x="1372" y="42668"/>
                  <a:pt x="4028" y="38071"/>
                </a:cubicBezTo>
                <a:lnTo>
                  <a:pt x="20941" y="8774"/>
                </a:lnTo>
                <a:cubicBezTo>
                  <a:pt x="23598" y="4172"/>
                  <a:pt x="28547" y="1316"/>
                  <a:pt x="33861" y="1316"/>
                </a:cubicBezTo>
                <a:close/>
                <a:moveTo>
                  <a:pt x="33861" y="0"/>
                </a:moveTo>
                <a:cubicBezTo>
                  <a:pt x="28081" y="0"/>
                  <a:pt x="22693" y="3108"/>
                  <a:pt x="19804" y="8115"/>
                </a:cubicBezTo>
                <a:lnTo>
                  <a:pt x="2886" y="37413"/>
                </a:lnTo>
                <a:cubicBezTo>
                  <a:pt x="0" y="42421"/>
                  <a:pt x="0" y="48640"/>
                  <a:pt x="2891" y="53648"/>
                </a:cubicBezTo>
                <a:lnTo>
                  <a:pt x="2895" y="53653"/>
                </a:lnTo>
                <a:cubicBezTo>
                  <a:pt x="7200" y="60853"/>
                  <a:pt x="10436" y="66672"/>
                  <a:pt x="13035" y="71348"/>
                </a:cubicBezTo>
                <a:lnTo>
                  <a:pt x="13039" y="71352"/>
                </a:lnTo>
                <a:cubicBezTo>
                  <a:pt x="17973" y="80225"/>
                  <a:pt x="20694" y="85114"/>
                  <a:pt x="24227" y="87880"/>
                </a:cubicBezTo>
                <a:cubicBezTo>
                  <a:pt x="25128" y="88583"/>
                  <a:pt x="26068" y="89136"/>
                  <a:pt x="27101" y="89581"/>
                </a:cubicBezTo>
                <a:cubicBezTo>
                  <a:pt x="28121" y="90017"/>
                  <a:pt x="29239" y="90349"/>
                  <a:pt x="30522" y="90591"/>
                </a:cubicBezTo>
                <a:cubicBezTo>
                  <a:pt x="32792" y="91027"/>
                  <a:pt x="35544" y="91200"/>
                  <a:pt x="40016" y="91200"/>
                </a:cubicBezTo>
                <a:cubicBezTo>
                  <a:pt x="42119" y="91200"/>
                  <a:pt x="44450" y="91166"/>
                  <a:pt x="47152" y="91120"/>
                </a:cubicBezTo>
                <a:lnTo>
                  <a:pt x="47379" y="91120"/>
                </a:lnTo>
                <a:cubicBezTo>
                  <a:pt x="50902" y="91061"/>
                  <a:pt x="54990" y="90997"/>
                  <a:pt x="59759" y="90997"/>
                </a:cubicBezTo>
                <a:cubicBezTo>
                  <a:pt x="62214" y="90997"/>
                  <a:pt x="64856" y="91012"/>
                  <a:pt x="67686" y="91061"/>
                </a:cubicBezTo>
                <a:lnTo>
                  <a:pt x="67692" y="91061"/>
                </a:lnTo>
                <a:cubicBezTo>
                  <a:pt x="73471" y="91061"/>
                  <a:pt x="78860" y="87948"/>
                  <a:pt x="81749" y="82942"/>
                </a:cubicBezTo>
                <a:lnTo>
                  <a:pt x="98663" y="53648"/>
                </a:lnTo>
                <a:cubicBezTo>
                  <a:pt x="101552" y="48640"/>
                  <a:pt x="101552" y="42421"/>
                  <a:pt x="98663" y="37413"/>
                </a:cubicBezTo>
                <a:lnTo>
                  <a:pt x="81749" y="8115"/>
                </a:lnTo>
                <a:cubicBezTo>
                  <a:pt x="78860" y="3108"/>
                  <a:pt x="73471" y="0"/>
                  <a:pt x="67692" y="0"/>
                </a:cubicBezTo>
                <a:close/>
              </a:path>
            </a:pathLst>
          </a:custGeom>
          <a:gradFill>
            <a:gsLst>
              <a:gs pos="0">
                <a:schemeClr val="dk1"/>
              </a:gs>
              <a:gs pos="19000">
                <a:schemeClr val="lt1"/>
              </a:gs>
              <a:gs pos="39000">
                <a:schemeClr val="dk1"/>
              </a:gs>
              <a:gs pos="58000">
                <a:schemeClr val="lt1"/>
              </a:gs>
              <a:gs pos="78000">
                <a:schemeClr val="dk1"/>
              </a:gs>
              <a:gs pos="100000">
                <a:schemeClr val="lt1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CUSTOM_14">
    <p:bg>
      <p:bgPr>
        <a:gradFill>
          <a:gsLst>
            <a:gs pos="0">
              <a:srgbClr val="E20030"/>
            </a:gs>
            <a:gs pos="100000">
              <a:srgbClr val="00216E"/>
            </a:gs>
          </a:gsLst>
          <a:lin ang="5400700" scaled="0"/>
        </a:gradFill>
        <a:effectLst/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31"/>
          <p:cNvSpPr/>
          <p:nvPr/>
        </p:nvSpPr>
        <p:spPr>
          <a:xfrm flipH="1">
            <a:off x="0" y="-142100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solidFill>
            <a:srgbClr val="E20030">
              <a:alpha val="407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73" name="Google Shape;373;p31"/>
          <p:cNvSpPr/>
          <p:nvPr/>
        </p:nvSpPr>
        <p:spPr>
          <a:xfrm flipH="1">
            <a:off x="517804" y="-142025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solidFill>
            <a:srgbClr val="E20030">
              <a:alpha val="407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74" name="Google Shape;374;p31"/>
          <p:cNvSpPr/>
          <p:nvPr/>
        </p:nvSpPr>
        <p:spPr>
          <a:xfrm>
            <a:off x="1035600" y="-142050"/>
            <a:ext cx="9860179" cy="5427467"/>
          </a:xfrm>
          <a:custGeom>
            <a:avLst/>
            <a:gdLst/>
            <a:ahLst/>
            <a:cxnLst/>
            <a:rect l="l" t="t" r="r" b="b"/>
            <a:pathLst>
              <a:path w="164542" h="90571" extrusionOk="0">
                <a:moveTo>
                  <a:pt x="33516" y="0"/>
                </a:moveTo>
                <a:cubicBezTo>
                  <a:pt x="27865" y="0"/>
                  <a:pt x="22595" y="3043"/>
                  <a:pt x="19765" y="7942"/>
                </a:cubicBezTo>
                <a:lnTo>
                  <a:pt x="2830" y="37270"/>
                </a:lnTo>
                <a:cubicBezTo>
                  <a:pt x="1" y="42170"/>
                  <a:pt x="1" y="48258"/>
                  <a:pt x="2835" y="53162"/>
                </a:cubicBezTo>
                <a:cubicBezTo>
                  <a:pt x="7140" y="60354"/>
                  <a:pt x="10384" y="66189"/>
                  <a:pt x="12995" y="70880"/>
                </a:cubicBezTo>
                <a:cubicBezTo>
                  <a:pt x="22773" y="88470"/>
                  <a:pt x="23941" y="90571"/>
                  <a:pt x="39678" y="90571"/>
                </a:cubicBezTo>
                <a:cubicBezTo>
                  <a:pt x="41818" y="90571"/>
                  <a:pt x="107858" y="90530"/>
                  <a:pt x="110587" y="90486"/>
                </a:cubicBezTo>
                <a:cubicBezTo>
                  <a:pt x="114137" y="90430"/>
                  <a:pt x="118258" y="90364"/>
                  <a:pt x="123067" y="90364"/>
                </a:cubicBezTo>
                <a:cubicBezTo>
                  <a:pt x="125532" y="90364"/>
                  <a:pt x="128179" y="90381"/>
                  <a:pt x="131021" y="90427"/>
                </a:cubicBezTo>
                <a:cubicBezTo>
                  <a:pt x="136682" y="90427"/>
                  <a:pt x="141947" y="87380"/>
                  <a:pt x="144777" y="82487"/>
                </a:cubicBezTo>
                <a:lnTo>
                  <a:pt x="161712" y="53157"/>
                </a:lnTo>
                <a:cubicBezTo>
                  <a:pt x="164541" y="48258"/>
                  <a:pt x="164541" y="42170"/>
                  <a:pt x="161712" y="37270"/>
                </a:cubicBezTo>
                <a:lnTo>
                  <a:pt x="144777" y="7942"/>
                </a:lnTo>
                <a:cubicBezTo>
                  <a:pt x="141947" y="3043"/>
                  <a:pt x="136677" y="0"/>
                  <a:pt x="131021" y="0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chemeClr val="dk2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75" name="Google Shape;375;p31"/>
          <p:cNvSpPr/>
          <p:nvPr/>
        </p:nvSpPr>
        <p:spPr>
          <a:xfrm rot="10800000">
            <a:off x="286571" y="-307655"/>
            <a:ext cx="1714779" cy="1538926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00216E">
                  <a:alpha val="21568"/>
                </a:srgbClr>
              </a:gs>
              <a:gs pos="100000">
                <a:srgbClr val="E20030">
                  <a:alpha val="23137"/>
                </a:srgbClr>
              </a:gs>
            </a:gsLst>
            <a:lin ang="54007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76" name="Google Shape;376;p31"/>
          <p:cNvSpPr/>
          <p:nvPr/>
        </p:nvSpPr>
        <p:spPr>
          <a:xfrm>
            <a:off x="-370272" y="4062726"/>
            <a:ext cx="1533413" cy="1376362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0784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77" name="Google Shape;377;p31"/>
          <p:cNvSpPr/>
          <p:nvPr/>
        </p:nvSpPr>
        <p:spPr>
          <a:xfrm rot="10800000" flipH="1">
            <a:off x="-115879" y="-438015"/>
            <a:ext cx="1024629" cy="919688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3137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78" name="Google Shape;378;p31"/>
          <p:cNvSpPr/>
          <p:nvPr/>
        </p:nvSpPr>
        <p:spPr>
          <a:xfrm>
            <a:off x="7874850" y="4607076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79" name="Google Shape;379;p31"/>
          <p:cNvSpPr txBox="1"/>
          <p:nvPr>
            <p:ph type="sldNum" idx="12"/>
          </p:nvPr>
        </p:nvSpPr>
        <p:spPr>
          <a:xfrm>
            <a:off x="8472449" y="4607079"/>
            <a:ext cx="6714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 sz="1600" b="1"/>
            </a:lvl1pPr>
            <a:lvl2pPr lvl="1">
              <a:buNone/>
              <a:defRPr sz="1600" b="1"/>
            </a:lvl2pPr>
            <a:lvl3pPr lvl="2">
              <a:buNone/>
              <a:defRPr sz="1600" b="1"/>
            </a:lvl3pPr>
            <a:lvl4pPr lvl="3">
              <a:buNone/>
              <a:defRPr sz="1600" b="1"/>
            </a:lvl4pPr>
            <a:lvl5pPr lvl="4">
              <a:buNone/>
              <a:defRPr sz="1600" b="1"/>
            </a:lvl5pPr>
            <a:lvl6pPr lvl="5">
              <a:buNone/>
              <a:defRPr sz="1600" b="1"/>
            </a:lvl6pPr>
            <a:lvl7pPr lvl="6">
              <a:buNone/>
              <a:defRPr sz="1600" b="1"/>
            </a:lvl7pPr>
            <a:lvl8pPr lvl="7">
              <a:buNone/>
              <a:defRPr sz="1600" b="1"/>
            </a:lvl8pPr>
            <a:lvl9pPr lvl="8">
              <a:buNone/>
              <a:defRPr sz="1600" b="1"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  <p:sp>
        <p:nvSpPr>
          <p:cNvPr id="380" name="Google Shape;380;p31"/>
          <p:cNvSpPr txBox="1"/>
          <p:nvPr>
            <p:ph type="title"/>
          </p:nvPr>
        </p:nvSpPr>
        <p:spPr>
          <a:xfrm>
            <a:off x="2921750" y="539500"/>
            <a:ext cx="5508900" cy="53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3">
  <p:cSld name="CUSTOM_15">
    <p:bg>
      <p:bgPr>
        <a:gradFill>
          <a:gsLst>
            <a:gs pos="0">
              <a:srgbClr val="E20030"/>
            </a:gs>
            <a:gs pos="100000">
              <a:srgbClr val="00216E"/>
            </a:gs>
          </a:gsLst>
          <a:lin ang="2698631" scaled="0"/>
        </a:gradFill>
        <a:effectLst/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32"/>
          <p:cNvSpPr/>
          <p:nvPr/>
        </p:nvSpPr>
        <p:spPr>
          <a:xfrm>
            <a:off x="3117197" y="-142050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solidFill>
            <a:srgbClr val="E20030">
              <a:alpha val="407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3" name="Google Shape;383;p32"/>
          <p:cNvSpPr/>
          <p:nvPr/>
        </p:nvSpPr>
        <p:spPr>
          <a:xfrm>
            <a:off x="2579168" y="-142050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solidFill>
            <a:srgbClr val="E20030">
              <a:alpha val="407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4" name="Google Shape;384;p32"/>
          <p:cNvSpPr/>
          <p:nvPr/>
        </p:nvSpPr>
        <p:spPr>
          <a:xfrm flipH="1">
            <a:off x="-1751925" y="-141987"/>
            <a:ext cx="9860179" cy="5427467"/>
          </a:xfrm>
          <a:custGeom>
            <a:avLst/>
            <a:gdLst/>
            <a:ahLst/>
            <a:cxnLst/>
            <a:rect l="l" t="t" r="r" b="b"/>
            <a:pathLst>
              <a:path w="164542" h="90571" extrusionOk="0">
                <a:moveTo>
                  <a:pt x="33516" y="0"/>
                </a:moveTo>
                <a:cubicBezTo>
                  <a:pt x="27865" y="0"/>
                  <a:pt x="22595" y="3043"/>
                  <a:pt x="19765" y="7942"/>
                </a:cubicBezTo>
                <a:lnTo>
                  <a:pt x="2830" y="37270"/>
                </a:lnTo>
                <a:cubicBezTo>
                  <a:pt x="1" y="42170"/>
                  <a:pt x="1" y="48258"/>
                  <a:pt x="2835" y="53162"/>
                </a:cubicBezTo>
                <a:cubicBezTo>
                  <a:pt x="7140" y="60354"/>
                  <a:pt x="10384" y="66189"/>
                  <a:pt x="12995" y="70880"/>
                </a:cubicBezTo>
                <a:cubicBezTo>
                  <a:pt x="22773" y="88470"/>
                  <a:pt x="23941" y="90571"/>
                  <a:pt x="39678" y="90571"/>
                </a:cubicBezTo>
                <a:cubicBezTo>
                  <a:pt x="41818" y="90571"/>
                  <a:pt x="107858" y="90530"/>
                  <a:pt x="110587" y="90486"/>
                </a:cubicBezTo>
                <a:cubicBezTo>
                  <a:pt x="114137" y="90430"/>
                  <a:pt x="118258" y="90364"/>
                  <a:pt x="123067" y="90364"/>
                </a:cubicBezTo>
                <a:cubicBezTo>
                  <a:pt x="125532" y="90364"/>
                  <a:pt x="128179" y="90381"/>
                  <a:pt x="131021" y="90427"/>
                </a:cubicBezTo>
                <a:cubicBezTo>
                  <a:pt x="136682" y="90427"/>
                  <a:pt x="141947" y="87380"/>
                  <a:pt x="144777" y="82487"/>
                </a:cubicBezTo>
                <a:lnTo>
                  <a:pt x="161712" y="53157"/>
                </a:lnTo>
                <a:cubicBezTo>
                  <a:pt x="164541" y="48258"/>
                  <a:pt x="164541" y="42170"/>
                  <a:pt x="161712" y="37270"/>
                </a:cubicBezTo>
                <a:lnTo>
                  <a:pt x="144777" y="7942"/>
                </a:lnTo>
                <a:cubicBezTo>
                  <a:pt x="141947" y="3043"/>
                  <a:pt x="136677" y="0"/>
                  <a:pt x="131021" y="0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chemeClr val="dk2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5" name="Google Shape;385;p32"/>
          <p:cNvSpPr txBox="1"/>
          <p:nvPr>
            <p:ph type="sldNum" idx="12"/>
          </p:nvPr>
        </p:nvSpPr>
        <p:spPr>
          <a:xfrm>
            <a:off x="8472449" y="4607079"/>
            <a:ext cx="6714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 sz="1600" b="1"/>
            </a:lvl1pPr>
            <a:lvl2pPr lvl="1" rtl="0">
              <a:buNone/>
              <a:defRPr sz="1600" b="1"/>
            </a:lvl2pPr>
            <a:lvl3pPr lvl="2" rtl="0">
              <a:buNone/>
              <a:defRPr sz="1600" b="1"/>
            </a:lvl3pPr>
            <a:lvl4pPr lvl="3" rtl="0">
              <a:buNone/>
              <a:defRPr sz="1600" b="1"/>
            </a:lvl4pPr>
            <a:lvl5pPr lvl="4" rtl="0">
              <a:buNone/>
              <a:defRPr sz="1600" b="1"/>
            </a:lvl5pPr>
            <a:lvl6pPr lvl="5" rtl="0">
              <a:buNone/>
              <a:defRPr sz="1600" b="1"/>
            </a:lvl6pPr>
            <a:lvl7pPr lvl="6" rtl="0">
              <a:buNone/>
              <a:defRPr sz="1600" b="1"/>
            </a:lvl7pPr>
            <a:lvl8pPr lvl="7" rtl="0">
              <a:buNone/>
              <a:defRPr sz="1600" b="1"/>
            </a:lvl8pPr>
            <a:lvl9pPr lvl="8" rtl="0">
              <a:buNone/>
              <a:defRPr sz="1600" b="1"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  <p:sp>
        <p:nvSpPr>
          <p:cNvPr id="386" name="Google Shape;386;p32"/>
          <p:cNvSpPr/>
          <p:nvPr/>
        </p:nvSpPr>
        <p:spPr>
          <a:xfrm>
            <a:off x="7874850" y="4607076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7" name="Google Shape;387;p32"/>
          <p:cNvSpPr/>
          <p:nvPr/>
        </p:nvSpPr>
        <p:spPr>
          <a:xfrm>
            <a:off x="7719153" y="539497"/>
            <a:ext cx="1323290" cy="11877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0784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8" name="Google Shape;388;p32"/>
          <p:cNvSpPr/>
          <p:nvPr/>
        </p:nvSpPr>
        <p:spPr>
          <a:xfrm rot="10800000" flipH="1">
            <a:off x="7063109" y="175320"/>
            <a:ext cx="811732" cy="728369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3137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9" name="Google Shape;389;p32"/>
          <p:cNvSpPr/>
          <p:nvPr/>
        </p:nvSpPr>
        <p:spPr>
          <a:xfrm>
            <a:off x="7585412" y="3505813"/>
            <a:ext cx="671483" cy="60271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00216E">
                  <a:alpha val="21568"/>
                </a:srgbClr>
              </a:gs>
              <a:gs pos="100000">
                <a:srgbClr val="E20030">
                  <a:alpha val="23137"/>
                </a:srgbClr>
              </a:gs>
            </a:gsLst>
            <a:lin ang="54007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90" name="Google Shape;390;p32"/>
          <p:cNvSpPr txBox="1"/>
          <p:nvPr>
            <p:ph type="sldNum" idx="2"/>
          </p:nvPr>
        </p:nvSpPr>
        <p:spPr>
          <a:xfrm>
            <a:off x="8472449" y="4607079"/>
            <a:ext cx="6714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 sz="1600" b="1"/>
            </a:lvl1pPr>
            <a:lvl2pPr lvl="1">
              <a:buNone/>
              <a:defRPr sz="1600" b="1"/>
            </a:lvl2pPr>
            <a:lvl3pPr lvl="2">
              <a:buNone/>
              <a:defRPr sz="1600" b="1"/>
            </a:lvl3pPr>
            <a:lvl4pPr lvl="3">
              <a:buNone/>
              <a:defRPr sz="1600" b="1"/>
            </a:lvl4pPr>
            <a:lvl5pPr lvl="4">
              <a:buNone/>
              <a:defRPr sz="1600" b="1"/>
            </a:lvl5pPr>
            <a:lvl6pPr lvl="5">
              <a:buNone/>
              <a:defRPr sz="1600" b="1"/>
            </a:lvl6pPr>
            <a:lvl7pPr lvl="6">
              <a:buNone/>
              <a:defRPr sz="1600" b="1"/>
            </a:lvl7pPr>
            <a:lvl8pPr lvl="7">
              <a:buNone/>
              <a:defRPr sz="1600" b="1"/>
            </a:lvl8pPr>
            <a:lvl9pPr lvl="8">
              <a:buNone/>
              <a:defRPr sz="1600" b="1"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  <p:sp>
        <p:nvSpPr>
          <p:cNvPr id="391" name="Google Shape;391;p32"/>
          <p:cNvSpPr txBox="1"/>
          <p:nvPr>
            <p:ph type="title"/>
          </p:nvPr>
        </p:nvSpPr>
        <p:spPr>
          <a:xfrm>
            <a:off x="713225" y="539500"/>
            <a:ext cx="7717500" cy="53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92" name="Google Shape;392;p32"/>
          <p:cNvSpPr/>
          <p:nvPr/>
        </p:nvSpPr>
        <p:spPr>
          <a:xfrm>
            <a:off x="-412372" y="4447997"/>
            <a:ext cx="1323290" cy="11877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54007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93" name="Google Shape;393;p32"/>
          <p:cNvSpPr/>
          <p:nvPr/>
        </p:nvSpPr>
        <p:spPr>
          <a:xfrm rot="10800000" flipH="1">
            <a:off x="864009" y="4907370"/>
            <a:ext cx="811732" cy="728369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4">
  <p:cSld name="CUSTOM_17">
    <p:bg>
      <p:bgPr>
        <a:gradFill>
          <a:gsLst>
            <a:gs pos="0">
              <a:srgbClr val="00216E"/>
            </a:gs>
            <a:gs pos="100000">
              <a:srgbClr val="E20030"/>
            </a:gs>
          </a:gsLst>
          <a:lin ang="5400700" scaled="0"/>
        </a:gradFill>
        <a:effectLst/>
      </p:bgPr>
    </p:bg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33"/>
          <p:cNvSpPr/>
          <p:nvPr/>
        </p:nvSpPr>
        <p:spPr>
          <a:xfrm flipH="1">
            <a:off x="0" y="-142050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solidFill>
            <a:srgbClr val="E20030">
              <a:alpha val="407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96" name="Google Shape;396;p33"/>
          <p:cNvSpPr/>
          <p:nvPr/>
        </p:nvSpPr>
        <p:spPr>
          <a:xfrm flipH="1">
            <a:off x="517804" y="-142050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solidFill>
            <a:srgbClr val="E20030">
              <a:alpha val="407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97" name="Google Shape;397;p33"/>
          <p:cNvSpPr/>
          <p:nvPr/>
        </p:nvSpPr>
        <p:spPr>
          <a:xfrm>
            <a:off x="1035600" y="-142050"/>
            <a:ext cx="9860179" cy="5427467"/>
          </a:xfrm>
          <a:custGeom>
            <a:avLst/>
            <a:gdLst/>
            <a:ahLst/>
            <a:cxnLst/>
            <a:rect l="l" t="t" r="r" b="b"/>
            <a:pathLst>
              <a:path w="164542" h="90571" extrusionOk="0">
                <a:moveTo>
                  <a:pt x="33516" y="0"/>
                </a:moveTo>
                <a:cubicBezTo>
                  <a:pt x="27865" y="0"/>
                  <a:pt x="22595" y="3043"/>
                  <a:pt x="19765" y="7942"/>
                </a:cubicBezTo>
                <a:lnTo>
                  <a:pt x="2830" y="37270"/>
                </a:lnTo>
                <a:cubicBezTo>
                  <a:pt x="1" y="42170"/>
                  <a:pt x="1" y="48258"/>
                  <a:pt x="2835" y="53162"/>
                </a:cubicBezTo>
                <a:cubicBezTo>
                  <a:pt x="7140" y="60354"/>
                  <a:pt x="10384" y="66189"/>
                  <a:pt x="12995" y="70880"/>
                </a:cubicBezTo>
                <a:cubicBezTo>
                  <a:pt x="22773" y="88470"/>
                  <a:pt x="23941" y="90571"/>
                  <a:pt x="39678" y="90571"/>
                </a:cubicBezTo>
                <a:cubicBezTo>
                  <a:pt x="41818" y="90571"/>
                  <a:pt x="107858" y="90530"/>
                  <a:pt x="110587" y="90486"/>
                </a:cubicBezTo>
                <a:cubicBezTo>
                  <a:pt x="114137" y="90430"/>
                  <a:pt x="118258" y="90364"/>
                  <a:pt x="123067" y="90364"/>
                </a:cubicBezTo>
                <a:cubicBezTo>
                  <a:pt x="125532" y="90364"/>
                  <a:pt x="128179" y="90381"/>
                  <a:pt x="131021" y="90427"/>
                </a:cubicBezTo>
                <a:cubicBezTo>
                  <a:pt x="136682" y="90427"/>
                  <a:pt x="141947" y="87380"/>
                  <a:pt x="144777" y="82487"/>
                </a:cubicBezTo>
                <a:lnTo>
                  <a:pt x="161712" y="53157"/>
                </a:lnTo>
                <a:cubicBezTo>
                  <a:pt x="164541" y="48258"/>
                  <a:pt x="164541" y="42170"/>
                  <a:pt x="161712" y="37270"/>
                </a:cubicBezTo>
                <a:lnTo>
                  <a:pt x="144777" y="7942"/>
                </a:lnTo>
                <a:cubicBezTo>
                  <a:pt x="141947" y="3043"/>
                  <a:pt x="136677" y="0"/>
                  <a:pt x="131021" y="0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chemeClr val="dk2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98" name="Google Shape;398;p33"/>
          <p:cNvSpPr/>
          <p:nvPr/>
        </p:nvSpPr>
        <p:spPr>
          <a:xfrm>
            <a:off x="161078" y="3491722"/>
            <a:ext cx="1323290" cy="11877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3137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99" name="Google Shape;399;p33"/>
          <p:cNvSpPr/>
          <p:nvPr/>
        </p:nvSpPr>
        <p:spPr>
          <a:xfrm rot="10800000" flipH="1">
            <a:off x="-488605" y="-508814"/>
            <a:ext cx="1551574" cy="1392437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3137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00" name="Google Shape;400;p33"/>
          <p:cNvSpPr/>
          <p:nvPr/>
        </p:nvSpPr>
        <p:spPr>
          <a:xfrm>
            <a:off x="1484387" y="2889013"/>
            <a:ext cx="671483" cy="60271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54007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01" name="Google Shape;401;p33"/>
          <p:cNvSpPr txBox="1"/>
          <p:nvPr>
            <p:ph type="title"/>
          </p:nvPr>
        </p:nvSpPr>
        <p:spPr>
          <a:xfrm>
            <a:off x="2075350" y="539500"/>
            <a:ext cx="6355500" cy="53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02" name="Google Shape;402;p33"/>
          <p:cNvSpPr txBox="1"/>
          <p:nvPr>
            <p:ph type="sldNum" idx="12"/>
          </p:nvPr>
        </p:nvSpPr>
        <p:spPr>
          <a:xfrm>
            <a:off x="8472449" y="4607079"/>
            <a:ext cx="6714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 sz="1600" b="1"/>
            </a:lvl1pPr>
            <a:lvl2pPr lvl="1" rtl="0">
              <a:buNone/>
              <a:defRPr sz="1600" b="1"/>
            </a:lvl2pPr>
            <a:lvl3pPr lvl="2" rtl="0">
              <a:buNone/>
              <a:defRPr sz="1600" b="1"/>
            </a:lvl3pPr>
            <a:lvl4pPr lvl="3" rtl="0">
              <a:buNone/>
              <a:defRPr sz="1600" b="1"/>
            </a:lvl4pPr>
            <a:lvl5pPr lvl="4" rtl="0">
              <a:buNone/>
              <a:defRPr sz="1600" b="1"/>
            </a:lvl5pPr>
            <a:lvl6pPr lvl="5" rtl="0">
              <a:buNone/>
              <a:defRPr sz="1600" b="1"/>
            </a:lvl6pPr>
            <a:lvl7pPr lvl="6" rtl="0">
              <a:buNone/>
              <a:defRPr sz="1600" b="1"/>
            </a:lvl7pPr>
            <a:lvl8pPr lvl="7" rtl="0">
              <a:buNone/>
              <a:defRPr sz="1600" b="1"/>
            </a:lvl8pPr>
            <a:lvl9pPr lvl="8" rtl="0">
              <a:buNone/>
              <a:defRPr sz="1600" b="1"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  <p:sp>
        <p:nvSpPr>
          <p:cNvPr id="403" name="Google Shape;403;p33"/>
          <p:cNvSpPr/>
          <p:nvPr/>
        </p:nvSpPr>
        <p:spPr>
          <a:xfrm>
            <a:off x="7874850" y="4607076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04" name="Google Shape;404;p33"/>
          <p:cNvSpPr txBox="1"/>
          <p:nvPr>
            <p:ph type="sldNum" idx="2"/>
          </p:nvPr>
        </p:nvSpPr>
        <p:spPr>
          <a:xfrm>
            <a:off x="8472449" y="4607079"/>
            <a:ext cx="6714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 sz="1600" b="1"/>
            </a:lvl1pPr>
            <a:lvl2pPr lvl="1" rtl="0">
              <a:buNone/>
              <a:defRPr sz="1600" b="1"/>
            </a:lvl2pPr>
            <a:lvl3pPr lvl="2" rtl="0">
              <a:buNone/>
              <a:defRPr sz="1600" b="1"/>
            </a:lvl3pPr>
            <a:lvl4pPr lvl="3" rtl="0">
              <a:buNone/>
              <a:defRPr sz="1600" b="1"/>
            </a:lvl4pPr>
            <a:lvl5pPr lvl="4" rtl="0">
              <a:buNone/>
              <a:defRPr sz="1600" b="1"/>
            </a:lvl5pPr>
            <a:lvl6pPr lvl="5" rtl="0">
              <a:buNone/>
              <a:defRPr sz="1600" b="1"/>
            </a:lvl6pPr>
            <a:lvl7pPr lvl="6" rtl="0">
              <a:buNone/>
              <a:defRPr sz="1600" b="1"/>
            </a:lvl7pPr>
            <a:lvl8pPr lvl="7" rtl="0">
              <a:buNone/>
              <a:defRPr sz="1600" b="1"/>
            </a:lvl8pPr>
            <a:lvl9pPr lvl="8" rtl="0">
              <a:buNone/>
              <a:defRPr sz="1600" b="1"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11">
    <p:bg>
      <p:bgPr>
        <a:gradFill>
          <a:gsLst>
            <a:gs pos="0">
              <a:srgbClr val="E20030"/>
            </a:gs>
            <a:gs pos="100000">
              <a:srgbClr val="00216E"/>
            </a:gs>
          </a:gsLst>
          <a:lin ang="2698631" scaled="0"/>
        </a:gradFill>
        <a:effectLst/>
      </p:bgPr>
    </p:bg>
    <p:spTree>
      <p:nvGrpSpPr>
        <p:cNvPr id="405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p34"/>
          <p:cNvSpPr/>
          <p:nvPr/>
        </p:nvSpPr>
        <p:spPr>
          <a:xfrm flipH="1">
            <a:off x="1645745" y="-142018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solidFill>
            <a:srgbClr val="E20030">
              <a:alpha val="407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07" name="Google Shape;407;p34"/>
          <p:cNvSpPr/>
          <p:nvPr/>
        </p:nvSpPr>
        <p:spPr>
          <a:xfrm flipH="1">
            <a:off x="2163549" y="-142018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solidFill>
            <a:srgbClr val="E20030">
              <a:alpha val="407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08" name="Google Shape;408;p34"/>
          <p:cNvSpPr/>
          <p:nvPr/>
        </p:nvSpPr>
        <p:spPr>
          <a:xfrm>
            <a:off x="2681350" y="-142037"/>
            <a:ext cx="9860179" cy="5427467"/>
          </a:xfrm>
          <a:custGeom>
            <a:avLst/>
            <a:gdLst/>
            <a:ahLst/>
            <a:cxnLst/>
            <a:rect l="l" t="t" r="r" b="b"/>
            <a:pathLst>
              <a:path w="164542" h="90571" extrusionOk="0">
                <a:moveTo>
                  <a:pt x="33516" y="0"/>
                </a:moveTo>
                <a:cubicBezTo>
                  <a:pt x="27865" y="0"/>
                  <a:pt x="22595" y="3043"/>
                  <a:pt x="19765" y="7942"/>
                </a:cubicBezTo>
                <a:lnTo>
                  <a:pt x="2830" y="37270"/>
                </a:lnTo>
                <a:cubicBezTo>
                  <a:pt x="1" y="42170"/>
                  <a:pt x="1" y="48258"/>
                  <a:pt x="2835" y="53162"/>
                </a:cubicBezTo>
                <a:cubicBezTo>
                  <a:pt x="7140" y="60354"/>
                  <a:pt x="10384" y="66189"/>
                  <a:pt x="12995" y="70880"/>
                </a:cubicBezTo>
                <a:cubicBezTo>
                  <a:pt x="22773" y="88470"/>
                  <a:pt x="23941" y="90571"/>
                  <a:pt x="39678" y="90571"/>
                </a:cubicBezTo>
                <a:cubicBezTo>
                  <a:pt x="41818" y="90571"/>
                  <a:pt x="107858" y="90530"/>
                  <a:pt x="110587" y="90486"/>
                </a:cubicBezTo>
                <a:cubicBezTo>
                  <a:pt x="114137" y="90430"/>
                  <a:pt x="118258" y="90364"/>
                  <a:pt x="123067" y="90364"/>
                </a:cubicBezTo>
                <a:cubicBezTo>
                  <a:pt x="125532" y="90364"/>
                  <a:pt x="128179" y="90381"/>
                  <a:pt x="131021" y="90427"/>
                </a:cubicBezTo>
                <a:cubicBezTo>
                  <a:pt x="136682" y="90427"/>
                  <a:pt x="141947" y="87380"/>
                  <a:pt x="144777" y="82487"/>
                </a:cubicBezTo>
                <a:lnTo>
                  <a:pt x="161712" y="53157"/>
                </a:lnTo>
                <a:cubicBezTo>
                  <a:pt x="164541" y="48258"/>
                  <a:pt x="164541" y="42170"/>
                  <a:pt x="161712" y="37270"/>
                </a:cubicBezTo>
                <a:lnTo>
                  <a:pt x="144777" y="7942"/>
                </a:lnTo>
                <a:cubicBezTo>
                  <a:pt x="141947" y="3043"/>
                  <a:pt x="136677" y="0"/>
                  <a:pt x="131021" y="0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chemeClr val="dk2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09" name="Google Shape;409;p34"/>
          <p:cNvSpPr txBox="1"/>
          <p:nvPr>
            <p:ph type="title"/>
          </p:nvPr>
        </p:nvSpPr>
        <p:spPr>
          <a:xfrm>
            <a:off x="3142075" y="539500"/>
            <a:ext cx="5288700" cy="1015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5200"/>
              <a:buNone/>
              <a:defRPr sz="70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410" name="Google Shape;410;p34"/>
          <p:cNvSpPr txBox="1"/>
          <p:nvPr/>
        </p:nvSpPr>
        <p:spPr>
          <a:xfrm>
            <a:off x="4388575" y="3600075"/>
            <a:ext cx="3889800" cy="67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0" b="1"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rPr>
              <a:t>CREDITS:</a:t>
            </a:r>
            <a:r>
              <a:rPr lang="en-GB" sz="1150"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rPr>
              <a:t> This presentation template was created by </a:t>
            </a:r>
            <a:r>
              <a:rPr lang="en-GB" sz="1150" b="1">
                <a:solidFill>
                  <a:schemeClr val="lt2"/>
                </a:solidFill>
                <a:uFill>
                  <a:noFill/>
                </a:uFill>
                <a:latin typeface="Poppins"/>
                <a:ea typeface="Poppins"/>
                <a:cs typeface="Poppins"/>
                <a:sym typeface="Poppins"/>
                <a:hlinkClick r:id="rId2"/>
              </a:rPr>
              <a:t>Slidesgo</a:t>
            </a:r>
            <a:r>
              <a:rPr lang="en-GB" sz="1150" b="1"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rPr>
              <a:t>,</a:t>
            </a:r>
            <a:r>
              <a:rPr lang="en-GB" sz="1150"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rPr>
              <a:t> including icons by </a:t>
            </a:r>
            <a:r>
              <a:rPr lang="en-GB" sz="1150" b="1">
                <a:solidFill>
                  <a:schemeClr val="lt2"/>
                </a:solidFill>
                <a:uFill>
                  <a:noFill/>
                </a:uFill>
                <a:latin typeface="Poppins"/>
                <a:ea typeface="Poppins"/>
                <a:cs typeface="Poppins"/>
                <a:sym typeface="Poppins"/>
                <a:hlinkClick r:id="rId3"/>
              </a:rPr>
              <a:t>Flaticon</a:t>
            </a:r>
            <a:r>
              <a:rPr lang="en-GB" sz="1150"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rPr>
              <a:t>, and infographics &amp; images by </a:t>
            </a:r>
            <a:r>
              <a:rPr lang="en-GB" sz="1150" b="1">
                <a:solidFill>
                  <a:schemeClr val="lt2"/>
                </a:solidFill>
                <a:uFill>
                  <a:noFill/>
                </a:uFill>
                <a:latin typeface="Poppins"/>
                <a:ea typeface="Poppins"/>
                <a:cs typeface="Poppins"/>
                <a:sym typeface="Poppins"/>
                <a:hlinkClick r:id="rId4"/>
              </a:rPr>
              <a:t>Freepik</a:t>
            </a:r>
            <a:endParaRPr sz="1150" b="1">
              <a:solidFill>
                <a:schemeClr val="lt2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11" name="Google Shape;411;p34"/>
          <p:cNvSpPr txBox="1"/>
          <p:nvPr>
            <p:ph type="subTitle" idx="1"/>
          </p:nvPr>
        </p:nvSpPr>
        <p:spPr>
          <a:xfrm>
            <a:off x="3142075" y="1675400"/>
            <a:ext cx="5288700" cy="1156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412" name="Google Shape;412;p34"/>
          <p:cNvSpPr/>
          <p:nvPr/>
        </p:nvSpPr>
        <p:spPr>
          <a:xfrm>
            <a:off x="161078" y="3491722"/>
            <a:ext cx="1323290" cy="11877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0784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13" name="Google Shape;413;p34"/>
          <p:cNvSpPr/>
          <p:nvPr/>
        </p:nvSpPr>
        <p:spPr>
          <a:xfrm rot="10800000" flipH="1">
            <a:off x="441645" y="352461"/>
            <a:ext cx="1551574" cy="1392437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3137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14" name="Google Shape;414;p34"/>
          <p:cNvSpPr/>
          <p:nvPr/>
        </p:nvSpPr>
        <p:spPr>
          <a:xfrm>
            <a:off x="1321737" y="3195813"/>
            <a:ext cx="671483" cy="60271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00216E">
                  <a:alpha val="21568"/>
                </a:srgbClr>
              </a:gs>
              <a:gs pos="100000">
                <a:srgbClr val="E20030">
                  <a:alpha val="23137"/>
                </a:srgbClr>
              </a:gs>
            </a:gsLst>
            <a:lin ang="54007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15" name="Google Shape;415;p34"/>
          <p:cNvSpPr/>
          <p:nvPr/>
        </p:nvSpPr>
        <p:spPr>
          <a:xfrm>
            <a:off x="8180464" y="4315000"/>
            <a:ext cx="1323300" cy="1323300"/>
          </a:xfrm>
          <a:prstGeom prst="donut">
            <a:avLst>
              <a:gd name="adj" fmla="val 815"/>
            </a:avLst>
          </a:prstGeom>
          <a:gradFill>
            <a:gsLst>
              <a:gs pos="0">
                <a:schemeClr val="dk1"/>
              </a:gs>
              <a:gs pos="19000">
                <a:schemeClr val="lt1"/>
              </a:gs>
              <a:gs pos="39000">
                <a:schemeClr val="dk1"/>
              </a:gs>
              <a:gs pos="58000">
                <a:schemeClr val="lt1"/>
              </a:gs>
              <a:gs pos="78000">
                <a:schemeClr val="dk1"/>
              </a:gs>
              <a:gs pos="100000">
                <a:schemeClr val="lt1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12">
    <p:bg>
      <p:bgPr>
        <a:gradFill>
          <a:gsLst>
            <a:gs pos="0">
              <a:srgbClr val="E20030"/>
            </a:gs>
            <a:gs pos="100000">
              <a:srgbClr val="00216E"/>
            </a:gs>
          </a:gsLst>
          <a:lin ang="5400700" scaled="0"/>
        </a:gradFill>
        <a:effectLst/>
      </p:bgPr>
    </p:bg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7" name="Google Shape;417;p35"/>
          <p:cNvGrpSpPr/>
          <p:nvPr/>
        </p:nvGrpSpPr>
        <p:grpSpPr>
          <a:xfrm flipH="1">
            <a:off x="2608118" y="-142050"/>
            <a:ext cx="6504081" cy="5427560"/>
            <a:chOff x="609600" y="-142050"/>
            <a:chExt cx="6504081" cy="5427560"/>
          </a:xfrm>
        </p:grpSpPr>
        <p:sp>
          <p:nvSpPr>
            <p:cNvPr id="418" name="Google Shape;418;p35"/>
            <p:cNvSpPr/>
            <p:nvPr/>
          </p:nvSpPr>
          <p:spPr>
            <a:xfrm flipH="1">
              <a:off x="609600" y="-142050"/>
              <a:ext cx="6046877" cy="5427560"/>
            </a:xfrm>
            <a:custGeom>
              <a:avLst/>
              <a:gdLst/>
              <a:ahLst/>
              <a:cxnLst/>
              <a:rect l="l" t="t" r="r" b="b"/>
              <a:pathLst>
                <a:path w="100899" h="90565" extrusionOk="0">
                  <a:moveTo>
                    <a:pt x="33510" y="0"/>
                  </a:moveTo>
                  <a:cubicBezTo>
                    <a:pt x="27859" y="0"/>
                    <a:pt x="22589" y="3041"/>
                    <a:pt x="19760" y="7940"/>
                  </a:cubicBezTo>
                  <a:lnTo>
                    <a:pt x="2824" y="37270"/>
                  </a:lnTo>
                  <a:cubicBezTo>
                    <a:pt x="1" y="42169"/>
                    <a:pt x="1" y="48257"/>
                    <a:pt x="2829" y="53155"/>
                  </a:cubicBezTo>
                  <a:cubicBezTo>
                    <a:pt x="7134" y="60354"/>
                    <a:pt x="10378" y="66189"/>
                    <a:pt x="12989" y="70880"/>
                  </a:cubicBezTo>
                  <a:cubicBezTo>
                    <a:pt x="22767" y="88470"/>
                    <a:pt x="23935" y="90565"/>
                    <a:pt x="39673" y="90565"/>
                  </a:cubicBezTo>
                  <a:cubicBezTo>
                    <a:pt x="41813" y="90565"/>
                    <a:pt x="44215" y="90530"/>
                    <a:pt x="46944" y="90485"/>
                  </a:cubicBezTo>
                  <a:cubicBezTo>
                    <a:pt x="50467" y="90426"/>
                    <a:pt x="54554" y="90360"/>
                    <a:pt x="59316" y="90360"/>
                  </a:cubicBezTo>
                  <a:cubicBezTo>
                    <a:pt x="61812" y="90360"/>
                    <a:pt x="64494" y="90378"/>
                    <a:pt x="67378" y="90425"/>
                  </a:cubicBezTo>
                  <a:cubicBezTo>
                    <a:pt x="73039" y="90425"/>
                    <a:pt x="78304" y="87380"/>
                    <a:pt x="81134" y="82480"/>
                  </a:cubicBezTo>
                  <a:lnTo>
                    <a:pt x="98069" y="53155"/>
                  </a:lnTo>
                  <a:cubicBezTo>
                    <a:pt x="100898" y="48257"/>
                    <a:pt x="100898" y="42169"/>
                    <a:pt x="98069" y="37270"/>
                  </a:cubicBezTo>
                  <a:lnTo>
                    <a:pt x="81134" y="7940"/>
                  </a:lnTo>
                  <a:cubicBezTo>
                    <a:pt x="78304" y="3041"/>
                    <a:pt x="73034" y="0"/>
                    <a:pt x="67378" y="0"/>
                  </a:cubicBezTo>
                  <a:close/>
                </a:path>
              </a:pathLst>
            </a:custGeom>
            <a:solidFill>
              <a:srgbClr val="E20030">
                <a:alpha val="4078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19" name="Google Shape;419;p35"/>
            <p:cNvSpPr/>
            <p:nvPr/>
          </p:nvSpPr>
          <p:spPr>
            <a:xfrm flipH="1">
              <a:off x="1066804" y="-142050"/>
              <a:ext cx="6046877" cy="5427560"/>
            </a:xfrm>
            <a:custGeom>
              <a:avLst/>
              <a:gdLst/>
              <a:ahLst/>
              <a:cxnLst/>
              <a:rect l="l" t="t" r="r" b="b"/>
              <a:pathLst>
                <a:path w="100899" h="90565" extrusionOk="0">
                  <a:moveTo>
                    <a:pt x="33510" y="0"/>
                  </a:moveTo>
                  <a:cubicBezTo>
                    <a:pt x="27859" y="0"/>
                    <a:pt x="22589" y="3041"/>
                    <a:pt x="19760" y="7940"/>
                  </a:cubicBezTo>
                  <a:lnTo>
                    <a:pt x="2824" y="37270"/>
                  </a:lnTo>
                  <a:cubicBezTo>
                    <a:pt x="1" y="42169"/>
                    <a:pt x="1" y="48257"/>
                    <a:pt x="2829" y="53155"/>
                  </a:cubicBezTo>
                  <a:cubicBezTo>
                    <a:pt x="7134" y="60354"/>
                    <a:pt x="10378" y="66189"/>
                    <a:pt x="12989" y="70880"/>
                  </a:cubicBezTo>
                  <a:cubicBezTo>
                    <a:pt x="22767" y="88470"/>
                    <a:pt x="23935" y="90565"/>
                    <a:pt x="39673" y="90565"/>
                  </a:cubicBezTo>
                  <a:cubicBezTo>
                    <a:pt x="41813" y="90565"/>
                    <a:pt x="44215" y="90530"/>
                    <a:pt x="46944" y="90485"/>
                  </a:cubicBezTo>
                  <a:cubicBezTo>
                    <a:pt x="50467" y="90426"/>
                    <a:pt x="54554" y="90360"/>
                    <a:pt x="59316" y="90360"/>
                  </a:cubicBezTo>
                  <a:cubicBezTo>
                    <a:pt x="61812" y="90360"/>
                    <a:pt x="64494" y="90378"/>
                    <a:pt x="67378" y="90425"/>
                  </a:cubicBezTo>
                  <a:cubicBezTo>
                    <a:pt x="73039" y="90425"/>
                    <a:pt x="78304" y="87380"/>
                    <a:pt x="81134" y="82480"/>
                  </a:cubicBezTo>
                  <a:lnTo>
                    <a:pt x="98069" y="53155"/>
                  </a:lnTo>
                  <a:cubicBezTo>
                    <a:pt x="100898" y="48257"/>
                    <a:pt x="100898" y="42169"/>
                    <a:pt x="98069" y="37270"/>
                  </a:cubicBezTo>
                  <a:lnTo>
                    <a:pt x="81134" y="7940"/>
                  </a:lnTo>
                  <a:cubicBezTo>
                    <a:pt x="78304" y="3041"/>
                    <a:pt x="73034" y="0"/>
                    <a:pt x="67378" y="0"/>
                  </a:cubicBezTo>
                  <a:close/>
                </a:path>
              </a:pathLst>
            </a:custGeom>
            <a:solidFill>
              <a:srgbClr val="E20030">
                <a:alpha val="4078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420" name="Google Shape;420;p35"/>
          <p:cNvSpPr/>
          <p:nvPr/>
        </p:nvSpPr>
        <p:spPr>
          <a:xfrm flipH="1">
            <a:off x="-1731700" y="-141987"/>
            <a:ext cx="9860179" cy="5427467"/>
          </a:xfrm>
          <a:custGeom>
            <a:avLst/>
            <a:gdLst/>
            <a:ahLst/>
            <a:cxnLst/>
            <a:rect l="l" t="t" r="r" b="b"/>
            <a:pathLst>
              <a:path w="164542" h="90571" extrusionOk="0">
                <a:moveTo>
                  <a:pt x="33516" y="0"/>
                </a:moveTo>
                <a:cubicBezTo>
                  <a:pt x="27865" y="0"/>
                  <a:pt x="22595" y="3043"/>
                  <a:pt x="19765" y="7942"/>
                </a:cubicBezTo>
                <a:lnTo>
                  <a:pt x="2830" y="37270"/>
                </a:lnTo>
                <a:cubicBezTo>
                  <a:pt x="1" y="42170"/>
                  <a:pt x="1" y="48258"/>
                  <a:pt x="2835" y="53162"/>
                </a:cubicBezTo>
                <a:cubicBezTo>
                  <a:pt x="7140" y="60354"/>
                  <a:pt x="10384" y="66189"/>
                  <a:pt x="12995" y="70880"/>
                </a:cubicBezTo>
                <a:cubicBezTo>
                  <a:pt x="22773" y="88470"/>
                  <a:pt x="23941" y="90571"/>
                  <a:pt x="39678" y="90571"/>
                </a:cubicBezTo>
                <a:cubicBezTo>
                  <a:pt x="41818" y="90571"/>
                  <a:pt x="107858" y="90530"/>
                  <a:pt x="110587" y="90486"/>
                </a:cubicBezTo>
                <a:cubicBezTo>
                  <a:pt x="114137" y="90430"/>
                  <a:pt x="118258" y="90364"/>
                  <a:pt x="123067" y="90364"/>
                </a:cubicBezTo>
                <a:cubicBezTo>
                  <a:pt x="125532" y="90364"/>
                  <a:pt x="128179" y="90381"/>
                  <a:pt x="131021" y="90427"/>
                </a:cubicBezTo>
                <a:cubicBezTo>
                  <a:pt x="136682" y="90427"/>
                  <a:pt x="141947" y="87380"/>
                  <a:pt x="144777" y="82487"/>
                </a:cubicBezTo>
                <a:lnTo>
                  <a:pt x="161712" y="53157"/>
                </a:lnTo>
                <a:cubicBezTo>
                  <a:pt x="164541" y="48258"/>
                  <a:pt x="164541" y="42170"/>
                  <a:pt x="161712" y="37270"/>
                </a:cubicBezTo>
                <a:lnTo>
                  <a:pt x="144777" y="7942"/>
                </a:lnTo>
                <a:cubicBezTo>
                  <a:pt x="141947" y="3043"/>
                  <a:pt x="136677" y="0"/>
                  <a:pt x="131021" y="0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chemeClr val="dk2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21" name="Google Shape;421;p35"/>
          <p:cNvSpPr txBox="1"/>
          <p:nvPr>
            <p:ph type="sldNum" idx="12"/>
          </p:nvPr>
        </p:nvSpPr>
        <p:spPr>
          <a:xfrm>
            <a:off x="8472449" y="4607079"/>
            <a:ext cx="6714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sz="1600"/>
          </a:p>
        </p:txBody>
      </p:sp>
      <p:sp>
        <p:nvSpPr>
          <p:cNvPr id="422" name="Google Shape;422;p35"/>
          <p:cNvSpPr/>
          <p:nvPr/>
        </p:nvSpPr>
        <p:spPr>
          <a:xfrm>
            <a:off x="7874850" y="4607076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23" name="Google Shape;423;p35"/>
          <p:cNvSpPr/>
          <p:nvPr/>
        </p:nvSpPr>
        <p:spPr>
          <a:xfrm>
            <a:off x="7646278" y="423797"/>
            <a:ext cx="1323290" cy="11877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00216E">
                  <a:alpha val="34509"/>
                </a:srgbClr>
              </a:gs>
              <a:gs pos="48000">
                <a:srgbClr val="00216E">
                  <a:alpha val="34509"/>
                </a:srgbClr>
              </a:gs>
              <a:gs pos="100000">
                <a:srgbClr val="00216E">
                  <a:alpha val="34509"/>
                </a:srgbClr>
              </a:gs>
            </a:gsLst>
            <a:lin ang="54007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24" name="Google Shape;424;p35"/>
          <p:cNvSpPr/>
          <p:nvPr/>
        </p:nvSpPr>
        <p:spPr>
          <a:xfrm rot="10800000" flipH="1">
            <a:off x="6907409" y="166807"/>
            <a:ext cx="811732" cy="728369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3137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25" name="Google Shape;425;p35"/>
          <p:cNvSpPr/>
          <p:nvPr/>
        </p:nvSpPr>
        <p:spPr>
          <a:xfrm>
            <a:off x="-439011" y="4429300"/>
            <a:ext cx="1323300" cy="1323300"/>
          </a:xfrm>
          <a:prstGeom prst="donut">
            <a:avLst>
              <a:gd name="adj" fmla="val 815"/>
            </a:avLst>
          </a:prstGeom>
          <a:gradFill>
            <a:gsLst>
              <a:gs pos="0">
                <a:schemeClr val="dk1"/>
              </a:gs>
              <a:gs pos="19000">
                <a:schemeClr val="lt1"/>
              </a:gs>
              <a:gs pos="39000">
                <a:schemeClr val="dk1"/>
              </a:gs>
              <a:gs pos="58000">
                <a:schemeClr val="lt1"/>
              </a:gs>
              <a:gs pos="78000">
                <a:schemeClr val="dk1"/>
              </a:gs>
              <a:gs pos="100000">
                <a:schemeClr val="lt1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26" name="Google Shape;426;p35"/>
          <p:cNvSpPr/>
          <p:nvPr/>
        </p:nvSpPr>
        <p:spPr>
          <a:xfrm>
            <a:off x="7528787" y="1722838"/>
            <a:ext cx="671483" cy="60271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00216E">
                  <a:alpha val="34509"/>
                </a:srgbClr>
              </a:gs>
              <a:gs pos="48000">
                <a:srgbClr val="00216E">
                  <a:alpha val="34509"/>
                </a:srgbClr>
              </a:gs>
              <a:gs pos="100000">
                <a:srgbClr val="00216E">
                  <a:alpha val="34509"/>
                </a:srgbClr>
              </a:gs>
            </a:gsLst>
            <a:lin ang="54007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13">
    <p:bg>
      <p:bgPr>
        <a:gradFill>
          <a:gsLst>
            <a:gs pos="0">
              <a:srgbClr val="E20030"/>
            </a:gs>
            <a:gs pos="100000">
              <a:srgbClr val="00216E"/>
            </a:gs>
          </a:gsLst>
          <a:lin ang="13500032" scaled="0"/>
        </a:gradFill>
        <a:effectLst/>
      </p:bgPr>
    </p:bg>
    <p:spTree>
      <p:nvGrpSpPr>
        <p:cNvPr id="427" name="Shape 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Google Shape;428;p36"/>
          <p:cNvSpPr txBox="1"/>
          <p:nvPr>
            <p:ph type="sldNum" idx="12"/>
          </p:nvPr>
        </p:nvSpPr>
        <p:spPr>
          <a:xfrm>
            <a:off x="8472449" y="4607079"/>
            <a:ext cx="6714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sz="1600"/>
          </a:p>
        </p:txBody>
      </p:sp>
      <p:grpSp>
        <p:nvGrpSpPr>
          <p:cNvPr id="429" name="Google Shape;429;p36"/>
          <p:cNvGrpSpPr/>
          <p:nvPr/>
        </p:nvGrpSpPr>
        <p:grpSpPr>
          <a:xfrm>
            <a:off x="1600195" y="-142018"/>
            <a:ext cx="6580281" cy="5427560"/>
            <a:chOff x="457200" y="-142050"/>
            <a:chExt cx="6580281" cy="5427560"/>
          </a:xfrm>
        </p:grpSpPr>
        <p:sp>
          <p:nvSpPr>
            <p:cNvPr id="430" name="Google Shape;430;p36"/>
            <p:cNvSpPr/>
            <p:nvPr/>
          </p:nvSpPr>
          <p:spPr>
            <a:xfrm flipH="1">
              <a:off x="457200" y="-142050"/>
              <a:ext cx="6046877" cy="5427560"/>
            </a:xfrm>
            <a:custGeom>
              <a:avLst/>
              <a:gdLst/>
              <a:ahLst/>
              <a:cxnLst/>
              <a:rect l="l" t="t" r="r" b="b"/>
              <a:pathLst>
                <a:path w="100899" h="90565" extrusionOk="0">
                  <a:moveTo>
                    <a:pt x="33510" y="0"/>
                  </a:moveTo>
                  <a:cubicBezTo>
                    <a:pt x="27859" y="0"/>
                    <a:pt x="22589" y="3041"/>
                    <a:pt x="19760" y="7940"/>
                  </a:cubicBezTo>
                  <a:lnTo>
                    <a:pt x="2824" y="37270"/>
                  </a:lnTo>
                  <a:cubicBezTo>
                    <a:pt x="1" y="42169"/>
                    <a:pt x="1" y="48257"/>
                    <a:pt x="2829" y="53155"/>
                  </a:cubicBezTo>
                  <a:cubicBezTo>
                    <a:pt x="7134" y="60354"/>
                    <a:pt x="10378" y="66189"/>
                    <a:pt x="12989" y="70880"/>
                  </a:cubicBezTo>
                  <a:cubicBezTo>
                    <a:pt x="22767" y="88470"/>
                    <a:pt x="23935" y="90565"/>
                    <a:pt x="39673" y="90565"/>
                  </a:cubicBezTo>
                  <a:cubicBezTo>
                    <a:pt x="41813" y="90565"/>
                    <a:pt x="44215" y="90530"/>
                    <a:pt x="46944" y="90485"/>
                  </a:cubicBezTo>
                  <a:cubicBezTo>
                    <a:pt x="50467" y="90426"/>
                    <a:pt x="54554" y="90360"/>
                    <a:pt x="59316" y="90360"/>
                  </a:cubicBezTo>
                  <a:cubicBezTo>
                    <a:pt x="61812" y="90360"/>
                    <a:pt x="64494" y="90378"/>
                    <a:pt x="67378" y="90425"/>
                  </a:cubicBezTo>
                  <a:cubicBezTo>
                    <a:pt x="73039" y="90425"/>
                    <a:pt x="78304" y="87380"/>
                    <a:pt x="81134" y="82480"/>
                  </a:cubicBezTo>
                  <a:lnTo>
                    <a:pt x="98069" y="53155"/>
                  </a:lnTo>
                  <a:cubicBezTo>
                    <a:pt x="100898" y="48257"/>
                    <a:pt x="100898" y="42169"/>
                    <a:pt x="98069" y="37270"/>
                  </a:cubicBezTo>
                  <a:lnTo>
                    <a:pt x="81134" y="7940"/>
                  </a:lnTo>
                  <a:cubicBezTo>
                    <a:pt x="78304" y="3041"/>
                    <a:pt x="73034" y="0"/>
                    <a:pt x="67378" y="0"/>
                  </a:cubicBezTo>
                  <a:close/>
                </a:path>
              </a:pathLst>
            </a:custGeom>
            <a:solidFill>
              <a:srgbClr val="E20030">
                <a:alpha val="4078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31" name="Google Shape;431;p36"/>
            <p:cNvSpPr/>
            <p:nvPr/>
          </p:nvSpPr>
          <p:spPr>
            <a:xfrm flipH="1">
              <a:off x="990604" y="-142050"/>
              <a:ext cx="6046877" cy="5427560"/>
            </a:xfrm>
            <a:custGeom>
              <a:avLst/>
              <a:gdLst/>
              <a:ahLst/>
              <a:cxnLst/>
              <a:rect l="l" t="t" r="r" b="b"/>
              <a:pathLst>
                <a:path w="100899" h="90565" extrusionOk="0">
                  <a:moveTo>
                    <a:pt x="33510" y="0"/>
                  </a:moveTo>
                  <a:cubicBezTo>
                    <a:pt x="27859" y="0"/>
                    <a:pt x="22589" y="3041"/>
                    <a:pt x="19760" y="7940"/>
                  </a:cubicBezTo>
                  <a:lnTo>
                    <a:pt x="2824" y="37270"/>
                  </a:lnTo>
                  <a:cubicBezTo>
                    <a:pt x="1" y="42169"/>
                    <a:pt x="1" y="48257"/>
                    <a:pt x="2829" y="53155"/>
                  </a:cubicBezTo>
                  <a:cubicBezTo>
                    <a:pt x="7134" y="60354"/>
                    <a:pt x="10378" y="66189"/>
                    <a:pt x="12989" y="70880"/>
                  </a:cubicBezTo>
                  <a:cubicBezTo>
                    <a:pt x="22767" y="88470"/>
                    <a:pt x="23935" y="90565"/>
                    <a:pt x="39673" y="90565"/>
                  </a:cubicBezTo>
                  <a:cubicBezTo>
                    <a:pt x="41813" y="90565"/>
                    <a:pt x="44215" y="90530"/>
                    <a:pt x="46944" y="90485"/>
                  </a:cubicBezTo>
                  <a:cubicBezTo>
                    <a:pt x="50467" y="90426"/>
                    <a:pt x="54554" y="90360"/>
                    <a:pt x="59316" y="90360"/>
                  </a:cubicBezTo>
                  <a:cubicBezTo>
                    <a:pt x="61812" y="90360"/>
                    <a:pt x="64494" y="90378"/>
                    <a:pt x="67378" y="90425"/>
                  </a:cubicBezTo>
                  <a:cubicBezTo>
                    <a:pt x="73039" y="90425"/>
                    <a:pt x="78304" y="87380"/>
                    <a:pt x="81134" y="82480"/>
                  </a:cubicBezTo>
                  <a:lnTo>
                    <a:pt x="98069" y="53155"/>
                  </a:lnTo>
                  <a:cubicBezTo>
                    <a:pt x="100898" y="48257"/>
                    <a:pt x="100898" y="42169"/>
                    <a:pt x="98069" y="37270"/>
                  </a:cubicBezTo>
                  <a:lnTo>
                    <a:pt x="81134" y="7940"/>
                  </a:lnTo>
                  <a:cubicBezTo>
                    <a:pt x="78304" y="3041"/>
                    <a:pt x="73034" y="0"/>
                    <a:pt x="67378" y="0"/>
                  </a:cubicBezTo>
                  <a:close/>
                </a:path>
              </a:pathLst>
            </a:custGeom>
            <a:solidFill>
              <a:srgbClr val="E20030">
                <a:alpha val="4078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432" name="Google Shape;432;p36"/>
          <p:cNvSpPr/>
          <p:nvPr/>
        </p:nvSpPr>
        <p:spPr>
          <a:xfrm>
            <a:off x="2681350" y="-142037"/>
            <a:ext cx="9860179" cy="5427467"/>
          </a:xfrm>
          <a:custGeom>
            <a:avLst/>
            <a:gdLst/>
            <a:ahLst/>
            <a:cxnLst/>
            <a:rect l="l" t="t" r="r" b="b"/>
            <a:pathLst>
              <a:path w="164542" h="90571" extrusionOk="0">
                <a:moveTo>
                  <a:pt x="33516" y="0"/>
                </a:moveTo>
                <a:cubicBezTo>
                  <a:pt x="27865" y="0"/>
                  <a:pt x="22595" y="3043"/>
                  <a:pt x="19765" y="7942"/>
                </a:cubicBezTo>
                <a:lnTo>
                  <a:pt x="2830" y="37270"/>
                </a:lnTo>
                <a:cubicBezTo>
                  <a:pt x="1" y="42170"/>
                  <a:pt x="1" y="48258"/>
                  <a:pt x="2835" y="53162"/>
                </a:cubicBezTo>
                <a:cubicBezTo>
                  <a:pt x="7140" y="60354"/>
                  <a:pt x="10384" y="66189"/>
                  <a:pt x="12995" y="70880"/>
                </a:cubicBezTo>
                <a:cubicBezTo>
                  <a:pt x="22773" y="88470"/>
                  <a:pt x="23941" y="90571"/>
                  <a:pt x="39678" y="90571"/>
                </a:cubicBezTo>
                <a:cubicBezTo>
                  <a:pt x="41818" y="90571"/>
                  <a:pt x="107858" y="90530"/>
                  <a:pt x="110587" y="90486"/>
                </a:cubicBezTo>
                <a:cubicBezTo>
                  <a:pt x="114137" y="90430"/>
                  <a:pt x="118258" y="90364"/>
                  <a:pt x="123067" y="90364"/>
                </a:cubicBezTo>
                <a:cubicBezTo>
                  <a:pt x="125532" y="90364"/>
                  <a:pt x="128179" y="90381"/>
                  <a:pt x="131021" y="90427"/>
                </a:cubicBezTo>
                <a:cubicBezTo>
                  <a:pt x="136682" y="90427"/>
                  <a:pt x="141947" y="87380"/>
                  <a:pt x="144777" y="82487"/>
                </a:cubicBezTo>
                <a:lnTo>
                  <a:pt x="161712" y="53157"/>
                </a:lnTo>
                <a:cubicBezTo>
                  <a:pt x="164541" y="48258"/>
                  <a:pt x="164541" y="42170"/>
                  <a:pt x="161712" y="37270"/>
                </a:cubicBezTo>
                <a:lnTo>
                  <a:pt x="144777" y="7942"/>
                </a:lnTo>
                <a:cubicBezTo>
                  <a:pt x="141947" y="3043"/>
                  <a:pt x="136677" y="0"/>
                  <a:pt x="131021" y="0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chemeClr val="dk2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33" name="Google Shape;433;p36"/>
          <p:cNvSpPr/>
          <p:nvPr/>
        </p:nvSpPr>
        <p:spPr>
          <a:xfrm>
            <a:off x="7874850" y="4607076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34" name="Google Shape;434;p36"/>
          <p:cNvSpPr/>
          <p:nvPr/>
        </p:nvSpPr>
        <p:spPr>
          <a:xfrm flipH="1">
            <a:off x="902146" y="-697977"/>
            <a:ext cx="1714779" cy="1538926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0784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35" name="Google Shape;435;p36"/>
          <p:cNvSpPr/>
          <p:nvPr/>
        </p:nvSpPr>
        <p:spPr>
          <a:xfrm>
            <a:off x="65235" y="3625714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3137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36" name="Google Shape;436;p36"/>
          <p:cNvSpPr/>
          <p:nvPr/>
        </p:nvSpPr>
        <p:spPr>
          <a:xfrm>
            <a:off x="404446" y="337371"/>
            <a:ext cx="1024629" cy="919688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00216E">
                  <a:alpha val="21568"/>
                </a:srgbClr>
              </a:gs>
              <a:gs pos="100000">
                <a:srgbClr val="E20030">
                  <a:alpha val="23137"/>
                </a:srgbClr>
              </a:gs>
            </a:gsLst>
            <a:lin ang="54007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37" name="Google Shape;437;p36"/>
          <p:cNvSpPr/>
          <p:nvPr/>
        </p:nvSpPr>
        <p:spPr>
          <a:xfrm flipH="1">
            <a:off x="4016096" y="3579376"/>
            <a:ext cx="1419951" cy="1275204"/>
          </a:xfrm>
          <a:custGeom>
            <a:avLst/>
            <a:gdLst/>
            <a:ahLst/>
            <a:cxnLst/>
            <a:rect l="l" t="t" r="r" b="b"/>
            <a:pathLst>
              <a:path w="101552" h="91200" extrusionOk="0">
                <a:moveTo>
                  <a:pt x="67692" y="1316"/>
                </a:moveTo>
                <a:cubicBezTo>
                  <a:pt x="73007" y="1316"/>
                  <a:pt x="77954" y="4172"/>
                  <a:pt x="80612" y="8774"/>
                </a:cubicBezTo>
                <a:lnTo>
                  <a:pt x="97524" y="38071"/>
                </a:lnTo>
                <a:cubicBezTo>
                  <a:pt x="100182" y="42673"/>
                  <a:pt x="100182" y="48388"/>
                  <a:pt x="97524" y="52990"/>
                </a:cubicBezTo>
                <a:lnTo>
                  <a:pt x="80612" y="82284"/>
                </a:lnTo>
                <a:cubicBezTo>
                  <a:pt x="77954" y="86886"/>
                  <a:pt x="73007" y="89745"/>
                  <a:pt x="67697" y="89745"/>
                </a:cubicBezTo>
                <a:cubicBezTo>
                  <a:pt x="64882" y="89699"/>
                  <a:pt x="62259" y="89681"/>
                  <a:pt x="59813" y="89681"/>
                </a:cubicBezTo>
                <a:cubicBezTo>
                  <a:pt x="55192" y="89681"/>
                  <a:pt x="51207" y="89745"/>
                  <a:pt x="47771" y="89800"/>
                </a:cubicBezTo>
                <a:lnTo>
                  <a:pt x="47241" y="89805"/>
                </a:lnTo>
                <a:cubicBezTo>
                  <a:pt x="44571" y="89847"/>
                  <a:pt x="42219" y="89885"/>
                  <a:pt x="40130" y="89885"/>
                </a:cubicBezTo>
                <a:cubicBezTo>
                  <a:pt x="33498" y="89885"/>
                  <a:pt x="29519" y="89506"/>
                  <a:pt x="26414" y="87711"/>
                </a:cubicBezTo>
                <a:cubicBezTo>
                  <a:pt x="22327" y="85351"/>
                  <a:pt x="19610" y="80457"/>
                  <a:pt x="14187" y="70715"/>
                </a:cubicBezTo>
                <a:lnTo>
                  <a:pt x="14163" y="70665"/>
                </a:lnTo>
                <a:cubicBezTo>
                  <a:pt x="11560" y="65984"/>
                  <a:pt x="8319" y="60160"/>
                  <a:pt x="4023" y="52985"/>
                </a:cubicBezTo>
                <a:cubicBezTo>
                  <a:pt x="1372" y="48384"/>
                  <a:pt x="1372" y="42668"/>
                  <a:pt x="4028" y="38071"/>
                </a:cubicBezTo>
                <a:lnTo>
                  <a:pt x="20941" y="8774"/>
                </a:lnTo>
                <a:cubicBezTo>
                  <a:pt x="23598" y="4172"/>
                  <a:pt x="28547" y="1316"/>
                  <a:pt x="33861" y="1316"/>
                </a:cubicBezTo>
                <a:close/>
                <a:moveTo>
                  <a:pt x="33861" y="0"/>
                </a:moveTo>
                <a:cubicBezTo>
                  <a:pt x="28081" y="0"/>
                  <a:pt x="22693" y="3108"/>
                  <a:pt x="19804" y="8115"/>
                </a:cubicBezTo>
                <a:lnTo>
                  <a:pt x="2886" y="37413"/>
                </a:lnTo>
                <a:cubicBezTo>
                  <a:pt x="0" y="42421"/>
                  <a:pt x="0" y="48640"/>
                  <a:pt x="2891" y="53648"/>
                </a:cubicBezTo>
                <a:lnTo>
                  <a:pt x="2895" y="53653"/>
                </a:lnTo>
                <a:cubicBezTo>
                  <a:pt x="7200" y="60853"/>
                  <a:pt x="10436" y="66672"/>
                  <a:pt x="13035" y="71348"/>
                </a:cubicBezTo>
                <a:lnTo>
                  <a:pt x="13039" y="71352"/>
                </a:lnTo>
                <a:cubicBezTo>
                  <a:pt x="17973" y="80225"/>
                  <a:pt x="20694" y="85114"/>
                  <a:pt x="24227" y="87880"/>
                </a:cubicBezTo>
                <a:cubicBezTo>
                  <a:pt x="25128" y="88583"/>
                  <a:pt x="26068" y="89136"/>
                  <a:pt x="27101" y="89581"/>
                </a:cubicBezTo>
                <a:cubicBezTo>
                  <a:pt x="28121" y="90017"/>
                  <a:pt x="29239" y="90349"/>
                  <a:pt x="30522" y="90591"/>
                </a:cubicBezTo>
                <a:cubicBezTo>
                  <a:pt x="32792" y="91027"/>
                  <a:pt x="35544" y="91200"/>
                  <a:pt x="40016" y="91200"/>
                </a:cubicBezTo>
                <a:cubicBezTo>
                  <a:pt x="42119" y="91200"/>
                  <a:pt x="44450" y="91166"/>
                  <a:pt x="47152" y="91120"/>
                </a:cubicBezTo>
                <a:lnTo>
                  <a:pt x="47379" y="91120"/>
                </a:lnTo>
                <a:cubicBezTo>
                  <a:pt x="50902" y="91061"/>
                  <a:pt x="54990" y="90997"/>
                  <a:pt x="59759" y="90997"/>
                </a:cubicBezTo>
                <a:cubicBezTo>
                  <a:pt x="62214" y="90997"/>
                  <a:pt x="64856" y="91012"/>
                  <a:pt x="67686" y="91061"/>
                </a:cubicBezTo>
                <a:lnTo>
                  <a:pt x="67692" y="91061"/>
                </a:lnTo>
                <a:cubicBezTo>
                  <a:pt x="73471" y="91061"/>
                  <a:pt x="78860" y="87948"/>
                  <a:pt x="81749" y="82942"/>
                </a:cubicBezTo>
                <a:lnTo>
                  <a:pt x="98663" y="53648"/>
                </a:lnTo>
                <a:cubicBezTo>
                  <a:pt x="101552" y="48640"/>
                  <a:pt x="101552" y="42421"/>
                  <a:pt x="98663" y="37413"/>
                </a:cubicBezTo>
                <a:lnTo>
                  <a:pt x="81749" y="8115"/>
                </a:lnTo>
                <a:cubicBezTo>
                  <a:pt x="78860" y="3108"/>
                  <a:pt x="73471" y="0"/>
                  <a:pt x="67692" y="0"/>
                </a:cubicBezTo>
                <a:close/>
              </a:path>
            </a:pathLst>
          </a:custGeom>
          <a:gradFill>
            <a:gsLst>
              <a:gs pos="0">
                <a:schemeClr val="dk1"/>
              </a:gs>
              <a:gs pos="19000">
                <a:schemeClr val="lt1"/>
              </a:gs>
              <a:gs pos="39000">
                <a:schemeClr val="dk1"/>
              </a:gs>
              <a:gs pos="58000">
                <a:schemeClr val="lt1"/>
              </a:gs>
              <a:gs pos="78000">
                <a:schemeClr val="dk1"/>
              </a:gs>
              <a:gs pos="100000">
                <a:schemeClr val="lt1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6" Type="http://schemas.openxmlformats.org/officeDocument/2006/relationships/theme" Target="../theme/theme1.xml"/><Relationship Id="rId35" Type="http://schemas.openxmlformats.org/officeDocument/2006/relationships/slideLayout" Target="../slideLayouts/slideLayout35.xml"/><Relationship Id="rId34" Type="http://schemas.openxmlformats.org/officeDocument/2006/relationships/slideLayout" Target="../slideLayouts/slideLayout34.xml"/><Relationship Id="rId33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3" Type="http://schemas.openxmlformats.org/officeDocument/2006/relationships/slideLayout" Target="../slideLayouts/slideLayout3.xml"/><Relationship Id="rId29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713225" y="539500"/>
            <a:ext cx="7717500" cy="53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Space Mono"/>
              <a:buNone/>
              <a:defRPr sz="3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type="body" idx="1"/>
          </p:nvPr>
        </p:nvSpPr>
        <p:spPr>
          <a:xfrm>
            <a:off x="713225" y="1142650"/>
            <a:ext cx="7717500" cy="346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Poppins"/>
              <a:buChar char="●"/>
              <a:defRPr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Poppins"/>
              <a:buChar char="○"/>
              <a:defRPr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Poppins"/>
              <a:buChar char="■"/>
              <a:defRPr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Poppins"/>
              <a:buChar char="●"/>
              <a:defRPr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Poppins"/>
              <a:buChar char="○"/>
              <a:defRPr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Poppins"/>
              <a:buChar char="■"/>
              <a:defRPr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Poppins"/>
              <a:buChar char="●"/>
              <a:defRPr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Poppins"/>
              <a:buChar char="○"/>
              <a:defRPr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Poppins"/>
              <a:buChar char="■"/>
              <a:defRPr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type="sldNum" idx="12"/>
          </p:nvPr>
        </p:nvSpPr>
        <p:spPr>
          <a:xfrm>
            <a:off x="8472449" y="4607079"/>
            <a:ext cx="671400" cy="56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buNone/>
              <a:defRPr sz="2000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buNone/>
              <a:defRPr sz="2000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algn="ctr" rtl="0">
              <a:buNone/>
              <a:defRPr sz="2000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algn="ctr" rtl="0">
              <a:buNone/>
              <a:defRPr sz="2000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algn="ctr" rtl="0">
              <a:buNone/>
              <a:defRPr sz="2000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algn="ctr" rtl="0">
              <a:buNone/>
              <a:defRPr sz="2000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algn="ctr" rtl="0">
              <a:buNone/>
              <a:defRPr sz="2000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algn="ctr" rtl="0">
              <a:buNone/>
              <a:defRPr sz="2000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algn="ctr" rtl="0">
              <a:buNone/>
              <a:defRPr sz="2000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sz="160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  <p:sldLayoutId id="2147483681" r:id="rId33"/>
    <p:sldLayoutId id="2147483682" r:id="rId34"/>
    <p:sldLayoutId id="2147483683" r:id="rId35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47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p40"/>
          <p:cNvSpPr/>
          <p:nvPr/>
        </p:nvSpPr>
        <p:spPr>
          <a:xfrm flipH="1">
            <a:off x="4409987" y="3821522"/>
            <a:ext cx="1016536" cy="912912"/>
          </a:xfrm>
          <a:custGeom>
            <a:avLst/>
            <a:gdLst/>
            <a:ahLst/>
            <a:cxnLst/>
            <a:rect l="l" t="t" r="r" b="b"/>
            <a:pathLst>
              <a:path w="101552" h="91200" extrusionOk="0">
                <a:moveTo>
                  <a:pt x="67692" y="1316"/>
                </a:moveTo>
                <a:cubicBezTo>
                  <a:pt x="73007" y="1316"/>
                  <a:pt x="77954" y="4172"/>
                  <a:pt x="80612" y="8774"/>
                </a:cubicBezTo>
                <a:lnTo>
                  <a:pt x="97524" y="38071"/>
                </a:lnTo>
                <a:cubicBezTo>
                  <a:pt x="100182" y="42673"/>
                  <a:pt x="100182" y="48388"/>
                  <a:pt x="97524" y="52990"/>
                </a:cubicBezTo>
                <a:lnTo>
                  <a:pt x="80612" y="82284"/>
                </a:lnTo>
                <a:cubicBezTo>
                  <a:pt x="77954" y="86886"/>
                  <a:pt x="73007" y="89745"/>
                  <a:pt x="67697" y="89745"/>
                </a:cubicBezTo>
                <a:cubicBezTo>
                  <a:pt x="64882" y="89699"/>
                  <a:pt x="62259" y="89681"/>
                  <a:pt x="59813" y="89681"/>
                </a:cubicBezTo>
                <a:cubicBezTo>
                  <a:pt x="55192" y="89681"/>
                  <a:pt x="51207" y="89745"/>
                  <a:pt x="47771" y="89800"/>
                </a:cubicBezTo>
                <a:lnTo>
                  <a:pt x="47241" y="89805"/>
                </a:lnTo>
                <a:cubicBezTo>
                  <a:pt x="44571" y="89847"/>
                  <a:pt x="42219" y="89885"/>
                  <a:pt x="40130" y="89885"/>
                </a:cubicBezTo>
                <a:cubicBezTo>
                  <a:pt x="33498" y="89885"/>
                  <a:pt x="29519" y="89506"/>
                  <a:pt x="26414" y="87711"/>
                </a:cubicBezTo>
                <a:cubicBezTo>
                  <a:pt x="22327" y="85351"/>
                  <a:pt x="19610" y="80457"/>
                  <a:pt x="14187" y="70715"/>
                </a:cubicBezTo>
                <a:lnTo>
                  <a:pt x="14163" y="70665"/>
                </a:lnTo>
                <a:cubicBezTo>
                  <a:pt x="11560" y="65984"/>
                  <a:pt x="8319" y="60160"/>
                  <a:pt x="4023" y="52985"/>
                </a:cubicBezTo>
                <a:cubicBezTo>
                  <a:pt x="1372" y="48384"/>
                  <a:pt x="1372" y="42668"/>
                  <a:pt x="4028" y="38071"/>
                </a:cubicBezTo>
                <a:lnTo>
                  <a:pt x="20941" y="8774"/>
                </a:lnTo>
                <a:cubicBezTo>
                  <a:pt x="23598" y="4172"/>
                  <a:pt x="28547" y="1316"/>
                  <a:pt x="33861" y="1316"/>
                </a:cubicBezTo>
                <a:close/>
                <a:moveTo>
                  <a:pt x="33861" y="0"/>
                </a:moveTo>
                <a:cubicBezTo>
                  <a:pt x="28081" y="0"/>
                  <a:pt x="22693" y="3108"/>
                  <a:pt x="19804" y="8115"/>
                </a:cubicBezTo>
                <a:lnTo>
                  <a:pt x="2886" y="37413"/>
                </a:lnTo>
                <a:cubicBezTo>
                  <a:pt x="0" y="42421"/>
                  <a:pt x="0" y="48640"/>
                  <a:pt x="2891" y="53648"/>
                </a:cubicBezTo>
                <a:lnTo>
                  <a:pt x="2895" y="53653"/>
                </a:lnTo>
                <a:cubicBezTo>
                  <a:pt x="7200" y="60853"/>
                  <a:pt x="10436" y="66672"/>
                  <a:pt x="13035" y="71348"/>
                </a:cubicBezTo>
                <a:lnTo>
                  <a:pt x="13039" y="71352"/>
                </a:lnTo>
                <a:cubicBezTo>
                  <a:pt x="17973" y="80225"/>
                  <a:pt x="20694" y="85114"/>
                  <a:pt x="24227" y="87880"/>
                </a:cubicBezTo>
                <a:cubicBezTo>
                  <a:pt x="25128" y="88583"/>
                  <a:pt x="26068" y="89136"/>
                  <a:pt x="27101" y="89581"/>
                </a:cubicBezTo>
                <a:cubicBezTo>
                  <a:pt x="28121" y="90017"/>
                  <a:pt x="29239" y="90349"/>
                  <a:pt x="30522" y="90591"/>
                </a:cubicBezTo>
                <a:cubicBezTo>
                  <a:pt x="32792" y="91027"/>
                  <a:pt x="35544" y="91200"/>
                  <a:pt x="40016" y="91200"/>
                </a:cubicBezTo>
                <a:cubicBezTo>
                  <a:pt x="42119" y="91200"/>
                  <a:pt x="44450" y="91166"/>
                  <a:pt x="47152" y="91120"/>
                </a:cubicBezTo>
                <a:lnTo>
                  <a:pt x="47379" y="91120"/>
                </a:lnTo>
                <a:cubicBezTo>
                  <a:pt x="50902" y="91061"/>
                  <a:pt x="54990" y="90997"/>
                  <a:pt x="59759" y="90997"/>
                </a:cubicBezTo>
                <a:cubicBezTo>
                  <a:pt x="62214" y="90997"/>
                  <a:pt x="64856" y="91012"/>
                  <a:pt x="67686" y="91061"/>
                </a:cubicBezTo>
                <a:lnTo>
                  <a:pt x="67692" y="91061"/>
                </a:lnTo>
                <a:cubicBezTo>
                  <a:pt x="73471" y="91061"/>
                  <a:pt x="78860" y="87948"/>
                  <a:pt x="81749" y="82942"/>
                </a:cubicBezTo>
                <a:lnTo>
                  <a:pt x="98663" y="53648"/>
                </a:lnTo>
                <a:cubicBezTo>
                  <a:pt x="101552" y="48640"/>
                  <a:pt x="101552" y="42421"/>
                  <a:pt x="98663" y="37413"/>
                </a:cubicBezTo>
                <a:lnTo>
                  <a:pt x="81749" y="8115"/>
                </a:lnTo>
                <a:cubicBezTo>
                  <a:pt x="78860" y="3108"/>
                  <a:pt x="73471" y="0"/>
                  <a:pt x="67692" y="0"/>
                </a:cubicBezTo>
                <a:close/>
              </a:path>
            </a:pathLst>
          </a:custGeom>
          <a:gradFill>
            <a:gsLst>
              <a:gs pos="0">
                <a:schemeClr val="dk1"/>
              </a:gs>
              <a:gs pos="19000">
                <a:schemeClr val="lt1"/>
              </a:gs>
              <a:gs pos="39000">
                <a:schemeClr val="dk1"/>
              </a:gs>
              <a:gs pos="58000">
                <a:schemeClr val="lt1"/>
              </a:gs>
              <a:gs pos="78000">
                <a:schemeClr val="dk1"/>
              </a:gs>
              <a:gs pos="100000">
                <a:schemeClr val="lt1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49" name="Google Shape;449;p40"/>
          <p:cNvSpPr txBox="1"/>
          <p:nvPr>
            <p:ph type="ctrTitle"/>
          </p:nvPr>
        </p:nvSpPr>
        <p:spPr>
          <a:xfrm>
            <a:off x="683260" y="1923415"/>
            <a:ext cx="5235575" cy="88265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GB" sz="4800"/>
              <a:t>Le Web Scraping</a:t>
            </a:r>
            <a:endParaRPr lang="en-US" altLang="en-GB" sz="4800"/>
          </a:p>
        </p:txBody>
      </p:sp>
      <p:sp>
        <p:nvSpPr>
          <p:cNvPr id="450" name="Google Shape;450;p40"/>
          <p:cNvSpPr txBox="1"/>
          <p:nvPr>
            <p:ph type="subTitle" idx="1"/>
          </p:nvPr>
        </p:nvSpPr>
        <p:spPr>
          <a:xfrm>
            <a:off x="251460" y="4659630"/>
            <a:ext cx="3016885" cy="3543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GB" sz="1200"/>
              <a:t>SELOUGHA Mohamed Achraf</a:t>
            </a:r>
            <a:endParaRPr lang="en-US" altLang="en-GB" sz="1200"/>
          </a:p>
        </p:txBody>
      </p:sp>
      <p:sp>
        <p:nvSpPr>
          <p:cNvPr id="2" name="Google Shape;450;p40"/>
          <p:cNvSpPr txBox="1"/>
          <p:nvPr/>
        </p:nvSpPr>
        <p:spPr>
          <a:xfrm>
            <a:off x="683895" y="2643505"/>
            <a:ext cx="5234940" cy="35433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Poppins"/>
              <a:buNone/>
              <a:defRPr sz="1600" b="0" i="0" u="none" strike="noStrike" cap="none"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Poppins"/>
              <a:buNone/>
              <a:defRPr sz="2800" b="0" i="0" u="none" strike="noStrike" cap="none"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Poppins"/>
              <a:buNone/>
              <a:defRPr sz="2800" b="0" i="0" u="none" strike="noStrike" cap="none"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Poppins"/>
              <a:buNone/>
              <a:defRPr sz="2800" b="0" i="0" u="none" strike="noStrike" cap="none"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Poppins"/>
              <a:buNone/>
              <a:defRPr sz="2800" b="0" i="0" u="none" strike="noStrike" cap="none"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Poppins"/>
              <a:buNone/>
              <a:defRPr sz="2800" b="0" i="0" u="none" strike="noStrike" cap="none"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Poppins"/>
              <a:buNone/>
              <a:defRPr sz="2800" b="0" i="0" u="none" strike="noStrike" cap="none"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Poppins"/>
              <a:buNone/>
              <a:defRPr sz="2800" b="0" i="0" u="none" strike="noStrike" cap="none"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Poppins"/>
              <a:buNone/>
              <a:defRPr sz="2800" b="0" i="0" u="none" strike="noStrike" cap="none"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GB"/>
              <a:t>Explorer une technique clé d'extraction de données</a:t>
            </a:r>
            <a:endParaRPr lang="en-US" altLang="en-GB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51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p46"/>
          <p:cNvSpPr txBox="1"/>
          <p:nvPr>
            <p:ph type="title"/>
          </p:nvPr>
        </p:nvSpPr>
        <p:spPr>
          <a:xfrm>
            <a:off x="713225" y="2090560"/>
            <a:ext cx="4130100" cy="94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Contexte et définition</a:t>
            </a:r>
            <a:endParaRPr lang="en-GB"/>
          </a:p>
        </p:txBody>
      </p:sp>
      <p:sp>
        <p:nvSpPr>
          <p:cNvPr id="513" name="Google Shape;513;p46"/>
          <p:cNvSpPr txBox="1"/>
          <p:nvPr>
            <p:ph type="title" idx="2"/>
          </p:nvPr>
        </p:nvSpPr>
        <p:spPr>
          <a:xfrm>
            <a:off x="713225" y="986040"/>
            <a:ext cx="2125500" cy="11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01</a:t>
            </a:r>
            <a:endParaRPr lang="en-GB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502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p45"/>
          <p:cNvSpPr txBox="1"/>
          <p:nvPr>
            <p:ph type="title"/>
          </p:nvPr>
        </p:nvSpPr>
        <p:spPr>
          <a:xfrm>
            <a:off x="683895" y="483870"/>
            <a:ext cx="4746625" cy="155956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Qu'est-ce que le web scraping ?</a:t>
            </a:r>
            <a:endParaRPr lang="en-GB"/>
          </a:p>
        </p:txBody>
      </p:sp>
      <p:sp>
        <p:nvSpPr>
          <p:cNvPr id="504" name="Google Shape;504;p45"/>
          <p:cNvSpPr txBox="1"/>
          <p:nvPr>
            <p:ph type="subTitle" idx="1"/>
          </p:nvPr>
        </p:nvSpPr>
        <p:spPr>
          <a:xfrm>
            <a:off x="683895" y="1995805"/>
            <a:ext cx="4746625" cy="186753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Arial" panose="020B0604020202020204" pitchFamily="34" charset="0"/>
              <a:buChar char="•"/>
            </a:pPr>
            <a:r>
              <a:rPr lang="en-US" altLang="en-GB"/>
              <a:t>Technique de récupération et d'organisation automatisées des données web via un script (Wikipédia - Web scraping).</a:t>
            </a:r>
            <a:endParaRPr lang="en-US" altLang="en-GB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Arial" panose="020B0604020202020204" pitchFamily="34" charset="0"/>
              <a:buChar char="•"/>
            </a:pPr>
            <a:r>
              <a:rPr lang="en-US" altLang="en-GB"/>
              <a:t>Aussi appelé "harvesting" ou ‘moissonnage du web".</a:t>
            </a:r>
            <a:endParaRPr lang="en-US" altLang="en-GB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Arial" panose="020B0604020202020204" pitchFamily="34" charset="0"/>
              <a:buChar char="•"/>
            </a:pPr>
            <a:r>
              <a:rPr lang="en-US" altLang="en-GB"/>
              <a:t>Exemple : Extraire des prix d'un site e-commerce.</a:t>
            </a:r>
            <a:endParaRPr lang="en-US" altLang="en-GB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Arial" panose="020B0604020202020204" pitchFamily="34" charset="0"/>
              <a:buChar char="•"/>
            </a:pPr>
            <a:endParaRPr lang="en-US" altLang="en-GB"/>
          </a:p>
        </p:txBody>
      </p:sp>
      <p:sp>
        <p:nvSpPr>
          <p:cNvPr id="505" name="Google Shape;505;p45"/>
          <p:cNvSpPr txBox="1"/>
          <p:nvPr>
            <p:ph type="sldNum" idx="12"/>
          </p:nvPr>
        </p:nvSpPr>
        <p:spPr>
          <a:xfrm>
            <a:off x="8472449" y="4607079"/>
            <a:ext cx="6714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  <p:sp>
        <p:nvSpPr>
          <p:cNvPr id="506" name="Google Shape;506;p45"/>
          <p:cNvSpPr/>
          <p:nvPr/>
        </p:nvSpPr>
        <p:spPr>
          <a:xfrm>
            <a:off x="5348653" y="837572"/>
            <a:ext cx="1323290" cy="11877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51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p46"/>
          <p:cNvSpPr txBox="1"/>
          <p:nvPr>
            <p:ph type="title"/>
          </p:nvPr>
        </p:nvSpPr>
        <p:spPr>
          <a:xfrm>
            <a:off x="713105" y="2090420"/>
            <a:ext cx="4366895" cy="9493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Importance et applications</a:t>
            </a:r>
            <a:endParaRPr lang="en-GB"/>
          </a:p>
        </p:txBody>
      </p:sp>
      <p:sp>
        <p:nvSpPr>
          <p:cNvPr id="513" name="Google Shape;513;p46"/>
          <p:cNvSpPr txBox="1"/>
          <p:nvPr>
            <p:ph type="title" idx="2"/>
          </p:nvPr>
        </p:nvSpPr>
        <p:spPr>
          <a:xfrm>
            <a:off x="713225" y="986040"/>
            <a:ext cx="2125500" cy="11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0</a:t>
            </a:r>
            <a:r>
              <a:rPr lang="en-US" altLang="en-GB"/>
              <a:t>2</a:t>
            </a:r>
            <a:endParaRPr lang="en-US" altLang="en-GB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700" name="Shape 7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1" name="Google Shape;701;p56"/>
          <p:cNvSpPr txBox="1"/>
          <p:nvPr>
            <p:ph type="title"/>
          </p:nvPr>
        </p:nvSpPr>
        <p:spPr>
          <a:xfrm>
            <a:off x="713225" y="539500"/>
            <a:ext cx="7717500" cy="53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Pourquoi utiliser le web scraping ?</a:t>
            </a:r>
            <a:endParaRPr lang="en-GB"/>
          </a:p>
        </p:txBody>
      </p:sp>
      <p:sp>
        <p:nvSpPr>
          <p:cNvPr id="702" name="Google Shape;702;p56"/>
          <p:cNvSpPr txBox="1"/>
          <p:nvPr>
            <p:ph type="sldNum" idx="12"/>
          </p:nvPr>
        </p:nvSpPr>
        <p:spPr>
          <a:xfrm>
            <a:off x="8472449" y="4607079"/>
            <a:ext cx="6714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600" b="1"/>
            </a:fld>
            <a:endParaRPr sz="1600" b="1"/>
          </a:p>
        </p:txBody>
      </p:sp>
      <p:sp>
        <p:nvSpPr>
          <p:cNvPr id="703" name="Google Shape;703;p56"/>
          <p:cNvSpPr txBox="1"/>
          <p:nvPr>
            <p:ph type="subTitle" idx="1"/>
          </p:nvPr>
        </p:nvSpPr>
        <p:spPr>
          <a:xfrm>
            <a:off x="5642148" y="2295529"/>
            <a:ext cx="2361300" cy="42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Études académiques et scientifiques</a:t>
            </a:r>
            <a:endParaRPr lang="en-GB"/>
          </a:p>
        </p:txBody>
      </p:sp>
      <p:sp>
        <p:nvSpPr>
          <p:cNvPr id="704" name="Google Shape;704;p56"/>
          <p:cNvSpPr txBox="1"/>
          <p:nvPr>
            <p:ph type="subTitle" idx="2"/>
          </p:nvPr>
        </p:nvSpPr>
        <p:spPr>
          <a:xfrm>
            <a:off x="5642138" y="1868029"/>
            <a:ext cx="1822200" cy="42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Recherche</a:t>
            </a:r>
            <a:endParaRPr lang="en-GB"/>
          </a:p>
        </p:txBody>
      </p:sp>
      <p:sp>
        <p:nvSpPr>
          <p:cNvPr id="705" name="Google Shape;705;p56"/>
          <p:cNvSpPr txBox="1"/>
          <p:nvPr>
            <p:ph type="subTitle" idx="3"/>
          </p:nvPr>
        </p:nvSpPr>
        <p:spPr>
          <a:xfrm>
            <a:off x="5642148" y="3459044"/>
            <a:ext cx="2361300" cy="42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Entraînement de modèles d'intelligence artificielle</a:t>
            </a:r>
            <a:endParaRPr lang="en-GB"/>
          </a:p>
        </p:txBody>
      </p:sp>
      <p:sp>
        <p:nvSpPr>
          <p:cNvPr id="706" name="Google Shape;706;p56"/>
          <p:cNvSpPr txBox="1"/>
          <p:nvPr>
            <p:ph type="subTitle" idx="4"/>
          </p:nvPr>
        </p:nvSpPr>
        <p:spPr>
          <a:xfrm>
            <a:off x="5641975" y="3030220"/>
            <a:ext cx="2851785" cy="42735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ym typeface="+mn-ea"/>
              </a:rPr>
              <a:t>Intelligence artificielle</a:t>
            </a:r>
            <a:endParaRPr lang="en-GB"/>
          </a:p>
        </p:txBody>
      </p:sp>
      <p:sp>
        <p:nvSpPr>
          <p:cNvPr id="707" name="Google Shape;707;p56"/>
          <p:cNvSpPr txBox="1"/>
          <p:nvPr>
            <p:ph type="subTitle" idx="5"/>
          </p:nvPr>
        </p:nvSpPr>
        <p:spPr>
          <a:xfrm>
            <a:off x="1882723" y="1791083"/>
            <a:ext cx="2361300" cy="42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Collecte de données pour études</a:t>
            </a:r>
            <a:endParaRPr lang="en-GB"/>
          </a:p>
        </p:txBody>
      </p:sp>
      <p:sp>
        <p:nvSpPr>
          <p:cNvPr id="708" name="Google Shape;708;p56"/>
          <p:cNvSpPr txBox="1"/>
          <p:nvPr>
            <p:ph type="subTitle" idx="6"/>
          </p:nvPr>
        </p:nvSpPr>
        <p:spPr>
          <a:xfrm>
            <a:off x="1882775" y="1362075"/>
            <a:ext cx="2649855" cy="42735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Analyse de marché</a:t>
            </a:r>
            <a:endParaRPr lang="en-GB"/>
          </a:p>
        </p:txBody>
      </p:sp>
      <p:sp>
        <p:nvSpPr>
          <p:cNvPr id="709" name="Google Shape;709;p56"/>
          <p:cNvSpPr txBox="1"/>
          <p:nvPr>
            <p:ph type="subTitle" idx="7"/>
          </p:nvPr>
        </p:nvSpPr>
        <p:spPr>
          <a:xfrm>
            <a:off x="1882723" y="2876933"/>
            <a:ext cx="2361300" cy="42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Suivi des prix et concurrents</a:t>
            </a:r>
            <a:endParaRPr lang="en-GB"/>
          </a:p>
        </p:txBody>
      </p:sp>
      <p:sp>
        <p:nvSpPr>
          <p:cNvPr id="710" name="Google Shape;710;p56"/>
          <p:cNvSpPr txBox="1"/>
          <p:nvPr>
            <p:ph type="subTitle" idx="8"/>
          </p:nvPr>
        </p:nvSpPr>
        <p:spPr>
          <a:xfrm>
            <a:off x="1882713" y="2449433"/>
            <a:ext cx="1822200" cy="42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Surveillance</a:t>
            </a:r>
            <a:endParaRPr lang="en-GB"/>
          </a:p>
        </p:txBody>
      </p:sp>
      <p:sp>
        <p:nvSpPr>
          <p:cNvPr id="711" name="Google Shape;711;p56"/>
          <p:cNvSpPr txBox="1"/>
          <p:nvPr>
            <p:ph type="subTitle" idx="9"/>
          </p:nvPr>
        </p:nvSpPr>
        <p:spPr>
          <a:xfrm>
            <a:off x="1882723" y="3964270"/>
            <a:ext cx="2361300" cy="42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Contenu pour sites web</a:t>
            </a:r>
            <a:endParaRPr lang="en-GB"/>
          </a:p>
        </p:txBody>
      </p:sp>
      <p:sp>
        <p:nvSpPr>
          <p:cNvPr id="712" name="Google Shape;712;p56"/>
          <p:cNvSpPr txBox="1"/>
          <p:nvPr>
            <p:ph type="subTitle" idx="13"/>
          </p:nvPr>
        </p:nvSpPr>
        <p:spPr>
          <a:xfrm>
            <a:off x="1882713" y="3536770"/>
            <a:ext cx="1822200" cy="42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Agrégation</a:t>
            </a:r>
            <a:endParaRPr lang="en-GB"/>
          </a:p>
        </p:txBody>
      </p:sp>
      <p:sp>
        <p:nvSpPr>
          <p:cNvPr id="713" name="Google Shape;713;p56"/>
          <p:cNvSpPr/>
          <p:nvPr/>
        </p:nvSpPr>
        <p:spPr>
          <a:xfrm>
            <a:off x="840446" y="1424972"/>
            <a:ext cx="813685" cy="730740"/>
          </a:xfrm>
          <a:custGeom>
            <a:avLst/>
            <a:gdLst/>
            <a:ahLst/>
            <a:cxnLst/>
            <a:rect l="l" t="t" r="r" b="b"/>
            <a:pathLst>
              <a:path w="101552" h="91200" extrusionOk="0">
                <a:moveTo>
                  <a:pt x="67692" y="1316"/>
                </a:moveTo>
                <a:cubicBezTo>
                  <a:pt x="73007" y="1316"/>
                  <a:pt x="77954" y="4172"/>
                  <a:pt x="80612" y="8774"/>
                </a:cubicBezTo>
                <a:lnTo>
                  <a:pt x="97524" y="38071"/>
                </a:lnTo>
                <a:cubicBezTo>
                  <a:pt x="100182" y="42673"/>
                  <a:pt x="100182" y="48388"/>
                  <a:pt x="97524" y="52990"/>
                </a:cubicBezTo>
                <a:lnTo>
                  <a:pt x="80612" y="82284"/>
                </a:lnTo>
                <a:cubicBezTo>
                  <a:pt x="77954" y="86886"/>
                  <a:pt x="73007" y="89745"/>
                  <a:pt x="67697" y="89745"/>
                </a:cubicBezTo>
                <a:cubicBezTo>
                  <a:pt x="64882" y="89699"/>
                  <a:pt x="62259" y="89681"/>
                  <a:pt x="59813" y="89681"/>
                </a:cubicBezTo>
                <a:cubicBezTo>
                  <a:pt x="55192" y="89681"/>
                  <a:pt x="51207" y="89745"/>
                  <a:pt x="47771" y="89800"/>
                </a:cubicBezTo>
                <a:lnTo>
                  <a:pt x="47241" y="89805"/>
                </a:lnTo>
                <a:cubicBezTo>
                  <a:pt x="44571" y="89847"/>
                  <a:pt x="42219" y="89885"/>
                  <a:pt x="40130" y="89885"/>
                </a:cubicBezTo>
                <a:cubicBezTo>
                  <a:pt x="33498" y="89885"/>
                  <a:pt x="29519" y="89506"/>
                  <a:pt x="26414" y="87711"/>
                </a:cubicBezTo>
                <a:cubicBezTo>
                  <a:pt x="22327" y="85351"/>
                  <a:pt x="19610" y="80457"/>
                  <a:pt x="14187" y="70715"/>
                </a:cubicBezTo>
                <a:lnTo>
                  <a:pt x="14163" y="70665"/>
                </a:lnTo>
                <a:cubicBezTo>
                  <a:pt x="11560" y="65984"/>
                  <a:pt x="8319" y="60160"/>
                  <a:pt x="4023" y="52985"/>
                </a:cubicBezTo>
                <a:cubicBezTo>
                  <a:pt x="1372" y="48384"/>
                  <a:pt x="1372" y="42668"/>
                  <a:pt x="4028" y="38071"/>
                </a:cubicBezTo>
                <a:lnTo>
                  <a:pt x="20941" y="8774"/>
                </a:lnTo>
                <a:cubicBezTo>
                  <a:pt x="23598" y="4172"/>
                  <a:pt x="28547" y="1316"/>
                  <a:pt x="33861" y="1316"/>
                </a:cubicBezTo>
                <a:close/>
                <a:moveTo>
                  <a:pt x="33861" y="0"/>
                </a:moveTo>
                <a:cubicBezTo>
                  <a:pt x="28081" y="0"/>
                  <a:pt x="22693" y="3108"/>
                  <a:pt x="19804" y="8115"/>
                </a:cubicBezTo>
                <a:lnTo>
                  <a:pt x="2886" y="37413"/>
                </a:lnTo>
                <a:cubicBezTo>
                  <a:pt x="0" y="42421"/>
                  <a:pt x="0" y="48640"/>
                  <a:pt x="2891" y="53648"/>
                </a:cubicBezTo>
                <a:lnTo>
                  <a:pt x="2895" y="53653"/>
                </a:lnTo>
                <a:cubicBezTo>
                  <a:pt x="7200" y="60853"/>
                  <a:pt x="10436" y="66672"/>
                  <a:pt x="13035" y="71348"/>
                </a:cubicBezTo>
                <a:lnTo>
                  <a:pt x="13039" y="71352"/>
                </a:lnTo>
                <a:cubicBezTo>
                  <a:pt x="17973" y="80225"/>
                  <a:pt x="20694" y="85114"/>
                  <a:pt x="24227" y="87880"/>
                </a:cubicBezTo>
                <a:cubicBezTo>
                  <a:pt x="25128" y="88583"/>
                  <a:pt x="26068" y="89136"/>
                  <a:pt x="27101" y="89581"/>
                </a:cubicBezTo>
                <a:cubicBezTo>
                  <a:pt x="28121" y="90017"/>
                  <a:pt x="29239" y="90349"/>
                  <a:pt x="30522" y="90591"/>
                </a:cubicBezTo>
                <a:cubicBezTo>
                  <a:pt x="32792" y="91027"/>
                  <a:pt x="35544" y="91200"/>
                  <a:pt x="40016" y="91200"/>
                </a:cubicBezTo>
                <a:cubicBezTo>
                  <a:pt x="42119" y="91200"/>
                  <a:pt x="44450" y="91166"/>
                  <a:pt x="47152" y="91120"/>
                </a:cubicBezTo>
                <a:lnTo>
                  <a:pt x="47379" y="91120"/>
                </a:lnTo>
                <a:cubicBezTo>
                  <a:pt x="50902" y="91061"/>
                  <a:pt x="54990" y="90997"/>
                  <a:pt x="59759" y="90997"/>
                </a:cubicBezTo>
                <a:cubicBezTo>
                  <a:pt x="62214" y="90997"/>
                  <a:pt x="64856" y="91012"/>
                  <a:pt x="67686" y="91061"/>
                </a:cubicBezTo>
                <a:lnTo>
                  <a:pt x="67692" y="91061"/>
                </a:lnTo>
                <a:cubicBezTo>
                  <a:pt x="73471" y="91061"/>
                  <a:pt x="78860" y="87948"/>
                  <a:pt x="81749" y="82942"/>
                </a:cubicBezTo>
                <a:lnTo>
                  <a:pt x="98663" y="53648"/>
                </a:lnTo>
                <a:cubicBezTo>
                  <a:pt x="101552" y="48640"/>
                  <a:pt x="101552" y="42421"/>
                  <a:pt x="98663" y="37413"/>
                </a:cubicBezTo>
                <a:lnTo>
                  <a:pt x="81749" y="8115"/>
                </a:lnTo>
                <a:cubicBezTo>
                  <a:pt x="78860" y="3108"/>
                  <a:pt x="73471" y="0"/>
                  <a:pt x="67692" y="0"/>
                </a:cubicBezTo>
                <a:close/>
              </a:path>
            </a:pathLst>
          </a:custGeom>
          <a:gradFill>
            <a:gsLst>
              <a:gs pos="0">
                <a:schemeClr val="dk1"/>
              </a:gs>
              <a:gs pos="19000">
                <a:schemeClr val="lt1"/>
              </a:gs>
              <a:gs pos="39000">
                <a:schemeClr val="dk1"/>
              </a:gs>
              <a:gs pos="58000">
                <a:schemeClr val="lt1"/>
              </a:gs>
              <a:gs pos="78000">
                <a:schemeClr val="dk1"/>
              </a:gs>
              <a:gs pos="100000">
                <a:schemeClr val="lt1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14" name="Google Shape;714;p56"/>
          <p:cNvSpPr/>
          <p:nvPr/>
        </p:nvSpPr>
        <p:spPr>
          <a:xfrm>
            <a:off x="840446" y="2511572"/>
            <a:ext cx="813685" cy="730740"/>
          </a:xfrm>
          <a:custGeom>
            <a:avLst/>
            <a:gdLst/>
            <a:ahLst/>
            <a:cxnLst/>
            <a:rect l="l" t="t" r="r" b="b"/>
            <a:pathLst>
              <a:path w="101552" h="91200" extrusionOk="0">
                <a:moveTo>
                  <a:pt x="67692" y="1316"/>
                </a:moveTo>
                <a:cubicBezTo>
                  <a:pt x="73007" y="1316"/>
                  <a:pt x="77954" y="4172"/>
                  <a:pt x="80612" y="8774"/>
                </a:cubicBezTo>
                <a:lnTo>
                  <a:pt x="97524" y="38071"/>
                </a:lnTo>
                <a:cubicBezTo>
                  <a:pt x="100182" y="42673"/>
                  <a:pt x="100182" y="48388"/>
                  <a:pt x="97524" y="52990"/>
                </a:cubicBezTo>
                <a:lnTo>
                  <a:pt x="80612" y="82284"/>
                </a:lnTo>
                <a:cubicBezTo>
                  <a:pt x="77954" y="86886"/>
                  <a:pt x="73007" y="89745"/>
                  <a:pt x="67697" y="89745"/>
                </a:cubicBezTo>
                <a:cubicBezTo>
                  <a:pt x="64882" y="89699"/>
                  <a:pt x="62259" y="89681"/>
                  <a:pt x="59813" y="89681"/>
                </a:cubicBezTo>
                <a:cubicBezTo>
                  <a:pt x="55192" y="89681"/>
                  <a:pt x="51207" y="89745"/>
                  <a:pt x="47771" y="89800"/>
                </a:cubicBezTo>
                <a:lnTo>
                  <a:pt x="47241" y="89805"/>
                </a:lnTo>
                <a:cubicBezTo>
                  <a:pt x="44571" y="89847"/>
                  <a:pt x="42219" y="89885"/>
                  <a:pt x="40130" y="89885"/>
                </a:cubicBezTo>
                <a:cubicBezTo>
                  <a:pt x="33498" y="89885"/>
                  <a:pt x="29519" y="89506"/>
                  <a:pt x="26414" y="87711"/>
                </a:cubicBezTo>
                <a:cubicBezTo>
                  <a:pt x="22327" y="85351"/>
                  <a:pt x="19610" y="80457"/>
                  <a:pt x="14187" y="70715"/>
                </a:cubicBezTo>
                <a:lnTo>
                  <a:pt x="14163" y="70665"/>
                </a:lnTo>
                <a:cubicBezTo>
                  <a:pt x="11560" y="65984"/>
                  <a:pt x="8319" y="60160"/>
                  <a:pt x="4023" y="52985"/>
                </a:cubicBezTo>
                <a:cubicBezTo>
                  <a:pt x="1372" y="48384"/>
                  <a:pt x="1372" y="42668"/>
                  <a:pt x="4028" y="38071"/>
                </a:cubicBezTo>
                <a:lnTo>
                  <a:pt x="20941" y="8774"/>
                </a:lnTo>
                <a:cubicBezTo>
                  <a:pt x="23598" y="4172"/>
                  <a:pt x="28547" y="1316"/>
                  <a:pt x="33861" y="1316"/>
                </a:cubicBezTo>
                <a:close/>
                <a:moveTo>
                  <a:pt x="33861" y="0"/>
                </a:moveTo>
                <a:cubicBezTo>
                  <a:pt x="28081" y="0"/>
                  <a:pt x="22693" y="3108"/>
                  <a:pt x="19804" y="8115"/>
                </a:cubicBezTo>
                <a:lnTo>
                  <a:pt x="2886" y="37413"/>
                </a:lnTo>
                <a:cubicBezTo>
                  <a:pt x="0" y="42421"/>
                  <a:pt x="0" y="48640"/>
                  <a:pt x="2891" y="53648"/>
                </a:cubicBezTo>
                <a:lnTo>
                  <a:pt x="2895" y="53653"/>
                </a:lnTo>
                <a:cubicBezTo>
                  <a:pt x="7200" y="60853"/>
                  <a:pt x="10436" y="66672"/>
                  <a:pt x="13035" y="71348"/>
                </a:cubicBezTo>
                <a:lnTo>
                  <a:pt x="13039" y="71352"/>
                </a:lnTo>
                <a:cubicBezTo>
                  <a:pt x="17973" y="80225"/>
                  <a:pt x="20694" y="85114"/>
                  <a:pt x="24227" y="87880"/>
                </a:cubicBezTo>
                <a:cubicBezTo>
                  <a:pt x="25128" y="88583"/>
                  <a:pt x="26068" y="89136"/>
                  <a:pt x="27101" y="89581"/>
                </a:cubicBezTo>
                <a:cubicBezTo>
                  <a:pt x="28121" y="90017"/>
                  <a:pt x="29239" y="90349"/>
                  <a:pt x="30522" y="90591"/>
                </a:cubicBezTo>
                <a:cubicBezTo>
                  <a:pt x="32792" y="91027"/>
                  <a:pt x="35544" y="91200"/>
                  <a:pt x="40016" y="91200"/>
                </a:cubicBezTo>
                <a:cubicBezTo>
                  <a:pt x="42119" y="91200"/>
                  <a:pt x="44450" y="91166"/>
                  <a:pt x="47152" y="91120"/>
                </a:cubicBezTo>
                <a:lnTo>
                  <a:pt x="47379" y="91120"/>
                </a:lnTo>
                <a:cubicBezTo>
                  <a:pt x="50902" y="91061"/>
                  <a:pt x="54990" y="90997"/>
                  <a:pt x="59759" y="90997"/>
                </a:cubicBezTo>
                <a:cubicBezTo>
                  <a:pt x="62214" y="90997"/>
                  <a:pt x="64856" y="91012"/>
                  <a:pt x="67686" y="91061"/>
                </a:cubicBezTo>
                <a:lnTo>
                  <a:pt x="67692" y="91061"/>
                </a:lnTo>
                <a:cubicBezTo>
                  <a:pt x="73471" y="91061"/>
                  <a:pt x="78860" y="87948"/>
                  <a:pt x="81749" y="82942"/>
                </a:cubicBezTo>
                <a:lnTo>
                  <a:pt x="98663" y="53648"/>
                </a:lnTo>
                <a:cubicBezTo>
                  <a:pt x="101552" y="48640"/>
                  <a:pt x="101552" y="42421"/>
                  <a:pt x="98663" y="37413"/>
                </a:cubicBezTo>
                <a:lnTo>
                  <a:pt x="81749" y="8115"/>
                </a:lnTo>
                <a:cubicBezTo>
                  <a:pt x="78860" y="3108"/>
                  <a:pt x="73471" y="0"/>
                  <a:pt x="67692" y="0"/>
                </a:cubicBezTo>
                <a:close/>
              </a:path>
            </a:pathLst>
          </a:custGeom>
          <a:gradFill>
            <a:gsLst>
              <a:gs pos="0">
                <a:schemeClr val="dk1"/>
              </a:gs>
              <a:gs pos="19000">
                <a:schemeClr val="lt1"/>
              </a:gs>
              <a:gs pos="39000">
                <a:schemeClr val="dk1"/>
              </a:gs>
              <a:gs pos="58000">
                <a:schemeClr val="lt1"/>
              </a:gs>
              <a:gs pos="78000">
                <a:schemeClr val="dk1"/>
              </a:gs>
              <a:gs pos="100000">
                <a:schemeClr val="lt1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15" name="Google Shape;715;p56"/>
          <p:cNvSpPr/>
          <p:nvPr/>
        </p:nvSpPr>
        <p:spPr>
          <a:xfrm>
            <a:off x="840446" y="3598172"/>
            <a:ext cx="813685" cy="730740"/>
          </a:xfrm>
          <a:custGeom>
            <a:avLst/>
            <a:gdLst/>
            <a:ahLst/>
            <a:cxnLst/>
            <a:rect l="l" t="t" r="r" b="b"/>
            <a:pathLst>
              <a:path w="101552" h="91200" extrusionOk="0">
                <a:moveTo>
                  <a:pt x="67692" y="1316"/>
                </a:moveTo>
                <a:cubicBezTo>
                  <a:pt x="73007" y="1316"/>
                  <a:pt x="77954" y="4172"/>
                  <a:pt x="80612" y="8774"/>
                </a:cubicBezTo>
                <a:lnTo>
                  <a:pt x="97524" y="38071"/>
                </a:lnTo>
                <a:cubicBezTo>
                  <a:pt x="100182" y="42673"/>
                  <a:pt x="100182" y="48388"/>
                  <a:pt x="97524" y="52990"/>
                </a:cubicBezTo>
                <a:lnTo>
                  <a:pt x="80612" y="82284"/>
                </a:lnTo>
                <a:cubicBezTo>
                  <a:pt x="77954" y="86886"/>
                  <a:pt x="73007" y="89745"/>
                  <a:pt x="67697" y="89745"/>
                </a:cubicBezTo>
                <a:cubicBezTo>
                  <a:pt x="64882" y="89699"/>
                  <a:pt x="62259" y="89681"/>
                  <a:pt x="59813" y="89681"/>
                </a:cubicBezTo>
                <a:cubicBezTo>
                  <a:pt x="55192" y="89681"/>
                  <a:pt x="51207" y="89745"/>
                  <a:pt x="47771" y="89800"/>
                </a:cubicBezTo>
                <a:lnTo>
                  <a:pt x="47241" y="89805"/>
                </a:lnTo>
                <a:cubicBezTo>
                  <a:pt x="44571" y="89847"/>
                  <a:pt x="42219" y="89885"/>
                  <a:pt x="40130" y="89885"/>
                </a:cubicBezTo>
                <a:cubicBezTo>
                  <a:pt x="33498" y="89885"/>
                  <a:pt x="29519" y="89506"/>
                  <a:pt x="26414" y="87711"/>
                </a:cubicBezTo>
                <a:cubicBezTo>
                  <a:pt x="22327" y="85351"/>
                  <a:pt x="19610" y="80457"/>
                  <a:pt x="14187" y="70715"/>
                </a:cubicBezTo>
                <a:lnTo>
                  <a:pt x="14163" y="70665"/>
                </a:lnTo>
                <a:cubicBezTo>
                  <a:pt x="11560" y="65984"/>
                  <a:pt x="8319" y="60160"/>
                  <a:pt x="4023" y="52985"/>
                </a:cubicBezTo>
                <a:cubicBezTo>
                  <a:pt x="1372" y="48384"/>
                  <a:pt x="1372" y="42668"/>
                  <a:pt x="4028" y="38071"/>
                </a:cubicBezTo>
                <a:lnTo>
                  <a:pt x="20941" y="8774"/>
                </a:lnTo>
                <a:cubicBezTo>
                  <a:pt x="23598" y="4172"/>
                  <a:pt x="28547" y="1316"/>
                  <a:pt x="33861" y="1316"/>
                </a:cubicBezTo>
                <a:close/>
                <a:moveTo>
                  <a:pt x="33861" y="0"/>
                </a:moveTo>
                <a:cubicBezTo>
                  <a:pt x="28081" y="0"/>
                  <a:pt x="22693" y="3108"/>
                  <a:pt x="19804" y="8115"/>
                </a:cubicBezTo>
                <a:lnTo>
                  <a:pt x="2886" y="37413"/>
                </a:lnTo>
                <a:cubicBezTo>
                  <a:pt x="0" y="42421"/>
                  <a:pt x="0" y="48640"/>
                  <a:pt x="2891" y="53648"/>
                </a:cubicBezTo>
                <a:lnTo>
                  <a:pt x="2895" y="53653"/>
                </a:lnTo>
                <a:cubicBezTo>
                  <a:pt x="7200" y="60853"/>
                  <a:pt x="10436" y="66672"/>
                  <a:pt x="13035" y="71348"/>
                </a:cubicBezTo>
                <a:lnTo>
                  <a:pt x="13039" y="71352"/>
                </a:lnTo>
                <a:cubicBezTo>
                  <a:pt x="17973" y="80225"/>
                  <a:pt x="20694" y="85114"/>
                  <a:pt x="24227" y="87880"/>
                </a:cubicBezTo>
                <a:cubicBezTo>
                  <a:pt x="25128" y="88583"/>
                  <a:pt x="26068" y="89136"/>
                  <a:pt x="27101" y="89581"/>
                </a:cubicBezTo>
                <a:cubicBezTo>
                  <a:pt x="28121" y="90017"/>
                  <a:pt x="29239" y="90349"/>
                  <a:pt x="30522" y="90591"/>
                </a:cubicBezTo>
                <a:cubicBezTo>
                  <a:pt x="32792" y="91027"/>
                  <a:pt x="35544" y="91200"/>
                  <a:pt x="40016" y="91200"/>
                </a:cubicBezTo>
                <a:cubicBezTo>
                  <a:pt x="42119" y="91200"/>
                  <a:pt x="44450" y="91166"/>
                  <a:pt x="47152" y="91120"/>
                </a:cubicBezTo>
                <a:lnTo>
                  <a:pt x="47379" y="91120"/>
                </a:lnTo>
                <a:cubicBezTo>
                  <a:pt x="50902" y="91061"/>
                  <a:pt x="54990" y="90997"/>
                  <a:pt x="59759" y="90997"/>
                </a:cubicBezTo>
                <a:cubicBezTo>
                  <a:pt x="62214" y="90997"/>
                  <a:pt x="64856" y="91012"/>
                  <a:pt x="67686" y="91061"/>
                </a:cubicBezTo>
                <a:lnTo>
                  <a:pt x="67692" y="91061"/>
                </a:lnTo>
                <a:cubicBezTo>
                  <a:pt x="73471" y="91061"/>
                  <a:pt x="78860" y="87948"/>
                  <a:pt x="81749" y="82942"/>
                </a:cubicBezTo>
                <a:lnTo>
                  <a:pt x="98663" y="53648"/>
                </a:lnTo>
                <a:cubicBezTo>
                  <a:pt x="101552" y="48640"/>
                  <a:pt x="101552" y="42421"/>
                  <a:pt x="98663" y="37413"/>
                </a:cubicBezTo>
                <a:lnTo>
                  <a:pt x="81749" y="8115"/>
                </a:lnTo>
                <a:cubicBezTo>
                  <a:pt x="78860" y="3108"/>
                  <a:pt x="73471" y="0"/>
                  <a:pt x="67692" y="0"/>
                </a:cubicBezTo>
                <a:close/>
              </a:path>
            </a:pathLst>
          </a:custGeom>
          <a:gradFill>
            <a:gsLst>
              <a:gs pos="0">
                <a:schemeClr val="dk1"/>
              </a:gs>
              <a:gs pos="19000">
                <a:schemeClr val="lt1"/>
              </a:gs>
              <a:gs pos="39000">
                <a:schemeClr val="dk1"/>
              </a:gs>
              <a:gs pos="58000">
                <a:schemeClr val="lt1"/>
              </a:gs>
              <a:gs pos="78000">
                <a:schemeClr val="dk1"/>
              </a:gs>
              <a:gs pos="100000">
                <a:schemeClr val="lt1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16" name="Google Shape;716;p56"/>
          <p:cNvSpPr/>
          <p:nvPr/>
        </p:nvSpPr>
        <p:spPr>
          <a:xfrm>
            <a:off x="4599871" y="1930168"/>
            <a:ext cx="813685" cy="730740"/>
          </a:xfrm>
          <a:custGeom>
            <a:avLst/>
            <a:gdLst/>
            <a:ahLst/>
            <a:cxnLst/>
            <a:rect l="l" t="t" r="r" b="b"/>
            <a:pathLst>
              <a:path w="101552" h="91200" extrusionOk="0">
                <a:moveTo>
                  <a:pt x="67692" y="1316"/>
                </a:moveTo>
                <a:cubicBezTo>
                  <a:pt x="73007" y="1316"/>
                  <a:pt x="77954" y="4172"/>
                  <a:pt x="80612" y="8774"/>
                </a:cubicBezTo>
                <a:lnTo>
                  <a:pt x="97524" y="38071"/>
                </a:lnTo>
                <a:cubicBezTo>
                  <a:pt x="100182" y="42673"/>
                  <a:pt x="100182" y="48388"/>
                  <a:pt x="97524" y="52990"/>
                </a:cubicBezTo>
                <a:lnTo>
                  <a:pt x="80612" y="82284"/>
                </a:lnTo>
                <a:cubicBezTo>
                  <a:pt x="77954" y="86886"/>
                  <a:pt x="73007" y="89745"/>
                  <a:pt x="67697" y="89745"/>
                </a:cubicBezTo>
                <a:cubicBezTo>
                  <a:pt x="64882" y="89699"/>
                  <a:pt x="62259" y="89681"/>
                  <a:pt x="59813" y="89681"/>
                </a:cubicBezTo>
                <a:cubicBezTo>
                  <a:pt x="55192" y="89681"/>
                  <a:pt x="51207" y="89745"/>
                  <a:pt x="47771" y="89800"/>
                </a:cubicBezTo>
                <a:lnTo>
                  <a:pt x="47241" y="89805"/>
                </a:lnTo>
                <a:cubicBezTo>
                  <a:pt x="44571" y="89847"/>
                  <a:pt x="42219" y="89885"/>
                  <a:pt x="40130" y="89885"/>
                </a:cubicBezTo>
                <a:cubicBezTo>
                  <a:pt x="33498" y="89885"/>
                  <a:pt x="29519" y="89506"/>
                  <a:pt x="26414" y="87711"/>
                </a:cubicBezTo>
                <a:cubicBezTo>
                  <a:pt x="22327" y="85351"/>
                  <a:pt x="19610" y="80457"/>
                  <a:pt x="14187" y="70715"/>
                </a:cubicBezTo>
                <a:lnTo>
                  <a:pt x="14163" y="70665"/>
                </a:lnTo>
                <a:cubicBezTo>
                  <a:pt x="11560" y="65984"/>
                  <a:pt x="8319" y="60160"/>
                  <a:pt x="4023" y="52985"/>
                </a:cubicBezTo>
                <a:cubicBezTo>
                  <a:pt x="1372" y="48384"/>
                  <a:pt x="1372" y="42668"/>
                  <a:pt x="4028" y="38071"/>
                </a:cubicBezTo>
                <a:lnTo>
                  <a:pt x="20941" y="8774"/>
                </a:lnTo>
                <a:cubicBezTo>
                  <a:pt x="23598" y="4172"/>
                  <a:pt x="28547" y="1316"/>
                  <a:pt x="33861" y="1316"/>
                </a:cubicBezTo>
                <a:close/>
                <a:moveTo>
                  <a:pt x="33861" y="0"/>
                </a:moveTo>
                <a:cubicBezTo>
                  <a:pt x="28081" y="0"/>
                  <a:pt x="22693" y="3108"/>
                  <a:pt x="19804" y="8115"/>
                </a:cubicBezTo>
                <a:lnTo>
                  <a:pt x="2886" y="37413"/>
                </a:lnTo>
                <a:cubicBezTo>
                  <a:pt x="0" y="42421"/>
                  <a:pt x="0" y="48640"/>
                  <a:pt x="2891" y="53648"/>
                </a:cubicBezTo>
                <a:lnTo>
                  <a:pt x="2895" y="53653"/>
                </a:lnTo>
                <a:cubicBezTo>
                  <a:pt x="7200" y="60853"/>
                  <a:pt x="10436" y="66672"/>
                  <a:pt x="13035" y="71348"/>
                </a:cubicBezTo>
                <a:lnTo>
                  <a:pt x="13039" y="71352"/>
                </a:lnTo>
                <a:cubicBezTo>
                  <a:pt x="17973" y="80225"/>
                  <a:pt x="20694" y="85114"/>
                  <a:pt x="24227" y="87880"/>
                </a:cubicBezTo>
                <a:cubicBezTo>
                  <a:pt x="25128" y="88583"/>
                  <a:pt x="26068" y="89136"/>
                  <a:pt x="27101" y="89581"/>
                </a:cubicBezTo>
                <a:cubicBezTo>
                  <a:pt x="28121" y="90017"/>
                  <a:pt x="29239" y="90349"/>
                  <a:pt x="30522" y="90591"/>
                </a:cubicBezTo>
                <a:cubicBezTo>
                  <a:pt x="32792" y="91027"/>
                  <a:pt x="35544" y="91200"/>
                  <a:pt x="40016" y="91200"/>
                </a:cubicBezTo>
                <a:cubicBezTo>
                  <a:pt x="42119" y="91200"/>
                  <a:pt x="44450" y="91166"/>
                  <a:pt x="47152" y="91120"/>
                </a:cubicBezTo>
                <a:lnTo>
                  <a:pt x="47379" y="91120"/>
                </a:lnTo>
                <a:cubicBezTo>
                  <a:pt x="50902" y="91061"/>
                  <a:pt x="54990" y="90997"/>
                  <a:pt x="59759" y="90997"/>
                </a:cubicBezTo>
                <a:cubicBezTo>
                  <a:pt x="62214" y="90997"/>
                  <a:pt x="64856" y="91012"/>
                  <a:pt x="67686" y="91061"/>
                </a:cubicBezTo>
                <a:lnTo>
                  <a:pt x="67692" y="91061"/>
                </a:lnTo>
                <a:cubicBezTo>
                  <a:pt x="73471" y="91061"/>
                  <a:pt x="78860" y="87948"/>
                  <a:pt x="81749" y="82942"/>
                </a:cubicBezTo>
                <a:lnTo>
                  <a:pt x="98663" y="53648"/>
                </a:lnTo>
                <a:cubicBezTo>
                  <a:pt x="101552" y="48640"/>
                  <a:pt x="101552" y="42421"/>
                  <a:pt x="98663" y="37413"/>
                </a:cubicBezTo>
                <a:lnTo>
                  <a:pt x="81749" y="8115"/>
                </a:lnTo>
                <a:cubicBezTo>
                  <a:pt x="78860" y="3108"/>
                  <a:pt x="73471" y="0"/>
                  <a:pt x="67692" y="0"/>
                </a:cubicBezTo>
                <a:close/>
              </a:path>
            </a:pathLst>
          </a:custGeom>
          <a:gradFill>
            <a:gsLst>
              <a:gs pos="0">
                <a:schemeClr val="dk1"/>
              </a:gs>
              <a:gs pos="19000">
                <a:schemeClr val="lt1"/>
              </a:gs>
              <a:gs pos="39000">
                <a:schemeClr val="dk1"/>
              </a:gs>
              <a:gs pos="58000">
                <a:schemeClr val="lt1"/>
              </a:gs>
              <a:gs pos="78000">
                <a:schemeClr val="dk1"/>
              </a:gs>
              <a:gs pos="100000">
                <a:schemeClr val="lt1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17" name="Google Shape;717;p56"/>
          <p:cNvSpPr/>
          <p:nvPr/>
        </p:nvSpPr>
        <p:spPr>
          <a:xfrm>
            <a:off x="4599871" y="3092968"/>
            <a:ext cx="813685" cy="730740"/>
          </a:xfrm>
          <a:custGeom>
            <a:avLst/>
            <a:gdLst/>
            <a:ahLst/>
            <a:cxnLst/>
            <a:rect l="l" t="t" r="r" b="b"/>
            <a:pathLst>
              <a:path w="101552" h="91200" extrusionOk="0">
                <a:moveTo>
                  <a:pt x="67692" y="1316"/>
                </a:moveTo>
                <a:cubicBezTo>
                  <a:pt x="73007" y="1316"/>
                  <a:pt x="77954" y="4172"/>
                  <a:pt x="80612" y="8774"/>
                </a:cubicBezTo>
                <a:lnTo>
                  <a:pt x="97524" y="38071"/>
                </a:lnTo>
                <a:cubicBezTo>
                  <a:pt x="100182" y="42673"/>
                  <a:pt x="100182" y="48388"/>
                  <a:pt x="97524" y="52990"/>
                </a:cubicBezTo>
                <a:lnTo>
                  <a:pt x="80612" y="82284"/>
                </a:lnTo>
                <a:cubicBezTo>
                  <a:pt x="77954" y="86886"/>
                  <a:pt x="73007" y="89745"/>
                  <a:pt x="67697" y="89745"/>
                </a:cubicBezTo>
                <a:cubicBezTo>
                  <a:pt x="64882" y="89699"/>
                  <a:pt x="62259" y="89681"/>
                  <a:pt x="59813" y="89681"/>
                </a:cubicBezTo>
                <a:cubicBezTo>
                  <a:pt x="55192" y="89681"/>
                  <a:pt x="51207" y="89745"/>
                  <a:pt x="47771" y="89800"/>
                </a:cubicBezTo>
                <a:lnTo>
                  <a:pt x="47241" y="89805"/>
                </a:lnTo>
                <a:cubicBezTo>
                  <a:pt x="44571" y="89847"/>
                  <a:pt x="42219" y="89885"/>
                  <a:pt x="40130" y="89885"/>
                </a:cubicBezTo>
                <a:cubicBezTo>
                  <a:pt x="33498" y="89885"/>
                  <a:pt x="29519" y="89506"/>
                  <a:pt x="26414" y="87711"/>
                </a:cubicBezTo>
                <a:cubicBezTo>
                  <a:pt x="22327" y="85351"/>
                  <a:pt x="19610" y="80457"/>
                  <a:pt x="14187" y="70715"/>
                </a:cubicBezTo>
                <a:lnTo>
                  <a:pt x="14163" y="70665"/>
                </a:lnTo>
                <a:cubicBezTo>
                  <a:pt x="11560" y="65984"/>
                  <a:pt x="8319" y="60160"/>
                  <a:pt x="4023" y="52985"/>
                </a:cubicBezTo>
                <a:cubicBezTo>
                  <a:pt x="1372" y="48384"/>
                  <a:pt x="1372" y="42668"/>
                  <a:pt x="4028" y="38071"/>
                </a:cubicBezTo>
                <a:lnTo>
                  <a:pt x="20941" y="8774"/>
                </a:lnTo>
                <a:cubicBezTo>
                  <a:pt x="23598" y="4172"/>
                  <a:pt x="28547" y="1316"/>
                  <a:pt x="33861" y="1316"/>
                </a:cubicBezTo>
                <a:close/>
                <a:moveTo>
                  <a:pt x="33861" y="0"/>
                </a:moveTo>
                <a:cubicBezTo>
                  <a:pt x="28081" y="0"/>
                  <a:pt x="22693" y="3108"/>
                  <a:pt x="19804" y="8115"/>
                </a:cubicBezTo>
                <a:lnTo>
                  <a:pt x="2886" y="37413"/>
                </a:lnTo>
                <a:cubicBezTo>
                  <a:pt x="0" y="42421"/>
                  <a:pt x="0" y="48640"/>
                  <a:pt x="2891" y="53648"/>
                </a:cubicBezTo>
                <a:lnTo>
                  <a:pt x="2895" y="53653"/>
                </a:lnTo>
                <a:cubicBezTo>
                  <a:pt x="7200" y="60853"/>
                  <a:pt x="10436" y="66672"/>
                  <a:pt x="13035" y="71348"/>
                </a:cubicBezTo>
                <a:lnTo>
                  <a:pt x="13039" y="71352"/>
                </a:lnTo>
                <a:cubicBezTo>
                  <a:pt x="17973" y="80225"/>
                  <a:pt x="20694" y="85114"/>
                  <a:pt x="24227" y="87880"/>
                </a:cubicBezTo>
                <a:cubicBezTo>
                  <a:pt x="25128" y="88583"/>
                  <a:pt x="26068" y="89136"/>
                  <a:pt x="27101" y="89581"/>
                </a:cubicBezTo>
                <a:cubicBezTo>
                  <a:pt x="28121" y="90017"/>
                  <a:pt x="29239" y="90349"/>
                  <a:pt x="30522" y="90591"/>
                </a:cubicBezTo>
                <a:cubicBezTo>
                  <a:pt x="32792" y="91027"/>
                  <a:pt x="35544" y="91200"/>
                  <a:pt x="40016" y="91200"/>
                </a:cubicBezTo>
                <a:cubicBezTo>
                  <a:pt x="42119" y="91200"/>
                  <a:pt x="44450" y="91166"/>
                  <a:pt x="47152" y="91120"/>
                </a:cubicBezTo>
                <a:lnTo>
                  <a:pt x="47379" y="91120"/>
                </a:lnTo>
                <a:cubicBezTo>
                  <a:pt x="50902" y="91061"/>
                  <a:pt x="54990" y="90997"/>
                  <a:pt x="59759" y="90997"/>
                </a:cubicBezTo>
                <a:cubicBezTo>
                  <a:pt x="62214" y="90997"/>
                  <a:pt x="64856" y="91012"/>
                  <a:pt x="67686" y="91061"/>
                </a:cubicBezTo>
                <a:lnTo>
                  <a:pt x="67692" y="91061"/>
                </a:lnTo>
                <a:cubicBezTo>
                  <a:pt x="73471" y="91061"/>
                  <a:pt x="78860" y="87948"/>
                  <a:pt x="81749" y="82942"/>
                </a:cubicBezTo>
                <a:lnTo>
                  <a:pt x="98663" y="53648"/>
                </a:lnTo>
                <a:cubicBezTo>
                  <a:pt x="101552" y="48640"/>
                  <a:pt x="101552" y="42421"/>
                  <a:pt x="98663" y="37413"/>
                </a:cubicBezTo>
                <a:lnTo>
                  <a:pt x="81749" y="8115"/>
                </a:lnTo>
                <a:cubicBezTo>
                  <a:pt x="78860" y="3108"/>
                  <a:pt x="73471" y="0"/>
                  <a:pt x="67692" y="0"/>
                </a:cubicBezTo>
                <a:close/>
              </a:path>
            </a:pathLst>
          </a:custGeom>
          <a:gradFill>
            <a:gsLst>
              <a:gs pos="0">
                <a:schemeClr val="dk1"/>
              </a:gs>
              <a:gs pos="19000">
                <a:schemeClr val="lt1"/>
              </a:gs>
              <a:gs pos="39000">
                <a:schemeClr val="dk1"/>
              </a:gs>
              <a:gs pos="58000">
                <a:schemeClr val="lt1"/>
              </a:gs>
              <a:gs pos="78000">
                <a:schemeClr val="dk1"/>
              </a:gs>
              <a:gs pos="100000">
                <a:schemeClr val="lt1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grpSp>
        <p:nvGrpSpPr>
          <p:cNvPr id="718" name="Google Shape;718;p56"/>
          <p:cNvGrpSpPr/>
          <p:nvPr/>
        </p:nvGrpSpPr>
        <p:grpSpPr>
          <a:xfrm>
            <a:off x="1053667" y="1580726"/>
            <a:ext cx="387069" cy="427494"/>
            <a:chOff x="1609225" y="2323150"/>
            <a:chExt cx="239375" cy="264375"/>
          </a:xfrm>
        </p:grpSpPr>
        <p:sp>
          <p:nvSpPr>
            <p:cNvPr id="719" name="Google Shape;719;p56"/>
            <p:cNvSpPr/>
            <p:nvPr/>
          </p:nvSpPr>
          <p:spPr>
            <a:xfrm>
              <a:off x="1708650" y="2504725"/>
              <a:ext cx="8375" cy="7775"/>
            </a:xfrm>
            <a:custGeom>
              <a:avLst/>
              <a:gdLst/>
              <a:ahLst/>
              <a:cxnLst/>
              <a:rect l="l" t="t" r="r" b="b"/>
              <a:pathLst>
                <a:path w="335" h="311" extrusionOk="0">
                  <a:moveTo>
                    <a:pt x="1" y="1"/>
                  </a:moveTo>
                  <a:lnTo>
                    <a:pt x="1" y="311"/>
                  </a:lnTo>
                  <a:lnTo>
                    <a:pt x="334" y="311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20" name="Google Shape;720;p56"/>
            <p:cNvSpPr/>
            <p:nvPr/>
          </p:nvSpPr>
          <p:spPr>
            <a:xfrm>
              <a:off x="1725325" y="2504725"/>
              <a:ext cx="7775" cy="7775"/>
            </a:xfrm>
            <a:custGeom>
              <a:avLst/>
              <a:gdLst/>
              <a:ahLst/>
              <a:cxnLst/>
              <a:rect l="l" t="t" r="r" b="b"/>
              <a:pathLst>
                <a:path w="311" h="311" extrusionOk="0">
                  <a:moveTo>
                    <a:pt x="1" y="1"/>
                  </a:moveTo>
                  <a:lnTo>
                    <a:pt x="1" y="311"/>
                  </a:lnTo>
                  <a:lnTo>
                    <a:pt x="310" y="311"/>
                  </a:lnTo>
                  <a:lnTo>
                    <a:pt x="31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21" name="Google Shape;721;p56"/>
            <p:cNvSpPr/>
            <p:nvPr/>
          </p:nvSpPr>
          <p:spPr>
            <a:xfrm>
              <a:off x="1741400" y="2504725"/>
              <a:ext cx="8350" cy="7775"/>
            </a:xfrm>
            <a:custGeom>
              <a:avLst/>
              <a:gdLst/>
              <a:ahLst/>
              <a:cxnLst/>
              <a:rect l="l" t="t" r="r" b="b"/>
              <a:pathLst>
                <a:path w="334" h="311" extrusionOk="0">
                  <a:moveTo>
                    <a:pt x="1" y="1"/>
                  </a:moveTo>
                  <a:lnTo>
                    <a:pt x="1" y="311"/>
                  </a:lnTo>
                  <a:lnTo>
                    <a:pt x="334" y="311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22" name="Google Shape;722;p56"/>
            <p:cNvSpPr/>
            <p:nvPr/>
          </p:nvSpPr>
          <p:spPr>
            <a:xfrm>
              <a:off x="1609225" y="2323150"/>
              <a:ext cx="239375" cy="264375"/>
            </a:xfrm>
            <a:custGeom>
              <a:avLst/>
              <a:gdLst/>
              <a:ahLst/>
              <a:cxnLst/>
              <a:rect l="l" t="t" r="r" b="b"/>
              <a:pathLst>
                <a:path w="9575" h="10575" extrusionOk="0">
                  <a:moveTo>
                    <a:pt x="6955" y="334"/>
                  </a:moveTo>
                  <a:lnTo>
                    <a:pt x="6955" y="3430"/>
                  </a:lnTo>
                  <a:lnTo>
                    <a:pt x="5288" y="1763"/>
                  </a:lnTo>
                  <a:lnTo>
                    <a:pt x="4311" y="2739"/>
                  </a:lnTo>
                  <a:lnTo>
                    <a:pt x="3644" y="2096"/>
                  </a:lnTo>
                  <a:lnTo>
                    <a:pt x="2644" y="3096"/>
                  </a:lnTo>
                  <a:lnTo>
                    <a:pt x="2644" y="334"/>
                  </a:lnTo>
                  <a:close/>
                  <a:moveTo>
                    <a:pt x="3644" y="2501"/>
                  </a:moveTo>
                  <a:lnTo>
                    <a:pt x="4097" y="2954"/>
                  </a:lnTo>
                  <a:lnTo>
                    <a:pt x="3454" y="3644"/>
                  </a:lnTo>
                  <a:lnTo>
                    <a:pt x="2668" y="3644"/>
                  </a:lnTo>
                  <a:lnTo>
                    <a:pt x="2668" y="3525"/>
                  </a:lnTo>
                  <a:lnTo>
                    <a:pt x="2644" y="3525"/>
                  </a:lnTo>
                  <a:lnTo>
                    <a:pt x="3644" y="2501"/>
                  </a:lnTo>
                  <a:close/>
                  <a:moveTo>
                    <a:pt x="5288" y="2215"/>
                  </a:moveTo>
                  <a:lnTo>
                    <a:pt x="6716" y="3644"/>
                  </a:lnTo>
                  <a:lnTo>
                    <a:pt x="3835" y="3644"/>
                  </a:lnTo>
                  <a:lnTo>
                    <a:pt x="5288" y="2215"/>
                  </a:lnTo>
                  <a:close/>
                  <a:moveTo>
                    <a:pt x="6955" y="3954"/>
                  </a:moveTo>
                  <a:lnTo>
                    <a:pt x="6955" y="4644"/>
                  </a:lnTo>
                  <a:lnTo>
                    <a:pt x="2644" y="4644"/>
                  </a:lnTo>
                  <a:lnTo>
                    <a:pt x="2644" y="3954"/>
                  </a:lnTo>
                  <a:close/>
                  <a:moveTo>
                    <a:pt x="5478" y="9241"/>
                  </a:moveTo>
                  <a:lnTo>
                    <a:pt x="5478" y="10241"/>
                  </a:lnTo>
                  <a:lnTo>
                    <a:pt x="4121" y="10241"/>
                  </a:lnTo>
                  <a:lnTo>
                    <a:pt x="4121" y="9241"/>
                  </a:lnTo>
                  <a:close/>
                  <a:moveTo>
                    <a:pt x="2311" y="1"/>
                  </a:moveTo>
                  <a:lnTo>
                    <a:pt x="2311" y="4954"/>
                  </a:lnTo>
                  <a:lnTo>
                    <a:pt x="7264" y="4954"/>
                  </a:lnTo>
                  <a:lnTo>
                    <a:pt x="7264" y="2620"/>
                  </a:lnTo>
                  <a:lnTo>
                    <a:pt x="9241" y="2620"/>
                  </a:lnTo>
                  <a:lnTo>
                    <a:pt x="9241" y="8907"/>
                  </a:lnTo>
                  <a:lnTo>
                    <a:pt x="9241" y="8931"/>
                  </a:lnTo>
                  <a:lnTo>
                    <a:pt x="310" y="8931"/>
                  </a:lnTo>
                  <a:lnTo>
                    <a:pt x="287" y="8907"/>
                  </a:lnTo>
                  <a:lnTo>
                    <a:pt x="287" y="8240"/>
                  </a:lnTo>
                  <a:lnTo>
                    <a:pt x="8884" y="8240"/>
                  </a:lnTo>
                  <a:lnTo>
                    <a:pt x="8884" y="7955"/>
                  </a:lnTo>
                  <a:lnTo>
                    <a:pt x="287" y="7955"/>
                  </a:lnTo>
                  <a:lnTo>
                    <a:pt x="287" y="2644"/>
                  </a:lnTo>
                  <a:lnTo>
                    <a:pt x="1954" y="2644"/>
                  </a:lnTo>
                  <a:lnTo>
                    <a:pt x="1954" y="2358"/>
                  </a:lnTo>
                  <a:lnTo>
                    <a:pt x="310" y="2358"/>
                  </a:lnTo>
                  <a:cubicBezTo>
                    <a:pt x="144" y="2358"/>
                    <a:pt x="1" y="2477"/>
                    <a:pt x="1" y="2644"/>
                  </a:cubicBezTo>
                  <a:lnTo>
                    <a:pt x="1" y="8931"/>
                  </a:lnTo>
                  <a:cubicBezTo>
                    <a:pt x="1" y="9098"/>
                    <a:pt x="144" y="9264"/>
                    <a:pt x="310" y="9264"/>
                  </a:cubicBezTo>
                  <a:lnTo>
                    <a:pt x="3811" y="9264"/>
                  </a:lnTo>
                  <a:lnTo>
                    <a:pt x="3811" y="10265"/>
                  </a:lnTo>
                  <a:lnTo>
                    <a:pt x="3144" y="10265"/>
                  </a:lnTo>
                  <a:lnTo>
                    <a:pt x="3144" y="10574"/>
                  </a:lnTo>
                  <a:lnTo>
                    <a:pt x="6454" y="10574"/>
                  </a:lnTo>
                  <a:lnTo>
                    <a:pt x="6454" y="10265"/>
                  </a:lnTo>
                  <a:lnTo>
                    <a:pt x="5764" y="10265"/>
                  </a:lnTo>
                  <a:lnTo>
                    <a:pt x="5764" y="9264"/>
                  </a:lnTo>
                  <a:lnTo>
                    <a:pt x="9241" y="9264"/>
                  </a:lnTo>
                  <a:cubicBezTo>
                    <a:pt x="9431" y="9264"/>
                    <a:pt x="9550" y="9098"/>
                    <a:pt x="9550" y="8931"/>
                  </a:cubicBezTo>
                  <a:lnTo>
                    <a:pt x="9550" y="2644"/>
                  </a:lnTo>
                  <a:cubicBezTo>
                    <a:pt x="9574" y="2453"/>
                    <a:pt x="9431" y="2334"/>
                    <a:pt x="9241" y="2334"/>
                  </a:cubicBezTo>
                  <a:lnTo>
                    <a:pt x="7264" y="2334"/>
                  </a:lnTo>
                  <a:lnTo>
                    <a:pt x="726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23" name="Google Shape;723;p56"/>
            <p:cNvSpPr/>
            <p:nvPr/>
          </p:nvSpPr>
          <p:spPr>
            <a:xfrm>
              <a:off x="1749725" y="2340425"/>
              <a:ext cx="24450" cy="23825"/>
            </a:xfrm>
            <a:custGeom>
              <a:avLst/>
              <a:gdLst/>
              <a:ahLst/>
              <a:cxnLst/>
              <a:rect l="l" t="t" r="r" b="b"/>
              <a:pathLst>
                <a:path w="978" h="953" extrusionOk="0">
                  <a:moveTo>
                    <a:pt x="501" y="262"/>
                  </a:moveTo>
                  <a:cubicBezTo>
                    <a:pt x="596" y="262"/>
                    <a:pt x="692" y="357"/>
                    <a:pt x="692" y="453"/>
                  </a:cubicBezTo>
                  <a:cubicBezTo>
                    <a:pt x="692" y="524"/>
                    <a:pt x="596" y="619"/>
                    <a:pt x="501" y="619"/>
                  </a:cubicBezTo>
                  <a:cubicBezTo>
                    <a:pt x="406" y="619"/>
                    <a:pt x="334" y="524"/>
                    <a:pt x="334" y="453"/>
                  </a:cubicBezTo>
                  <a:cubicBezTo>
                    <a:pt x="334" y="357"/>
                    <a:pt x="406" y="262"/>
                    <a:pt x="501" y="262"/>
                  </a:cubicBezTo>
                  <a:close/>
                  <a:moveTo>
                    <a:pt x="501" y="0"/>
                  </a:moveTo>
                  <a:cubicBezTo>
                    <a:pt x="239" y="0"/>
                    <a:pt x="25" y="215"/>
                    <a:pt x="25" y="477"/>
                  </a:cubicBezTo>
                  <a:cubicBezTo>
                    <a:pt x="1" y="715"/>
                    <a:pt x="239" y="953"/>
                    <a:pt x="501" y="953"/>
                  </a:cubicBezTo>
                  <a:cubicBezTo>
                    <a:pt x="763" y="953"/>
                    <a:pt x="977" y="738"/>
                    <a:pt x="977" y="477"/>
                  </a:cubicBezTo>
                  <a:cubicBezTo>
                    <a:pt x="977" y="215"/>
                    <a:pt x="763" y="0"/>
                    <a:pt x="50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24" name="Google Shape;724;p56"/>
            <p:cNvSpPr/>
            <p:nvPr/>
          </p:nvSpPr>
          <p:spPr>
            <a:xfrm>
              <a:off x="1634225" y="2455925"/>
              <a:ext cx="189350" cy="40500"/>
            </a:xfrm>
            <a:custGeom>
              <a:avLst/>
              <a:gdLst/>
              <a:ahLst/>
              <a:cxnLst/>
              <a:rect l="l" t="t" r="r" b="b"/>
              <a:pathLst>
                <a:path w="7574" h="1620" extrusionOk="0">
                  <a:moveTo>
                    <a:pt x="7193" y="286"/>
                  </a:moveTo>
                  <a:lnTo>
                    <a:pt x="7193" y="1310"/>
                  </a:lnTo>
                  <a:lnTo>
                    <a:pt x="311" y="1310"/>
                  </a:lnTo>
                  <a:lnTo>
                    <a:pt x="311" y="286"/>
                  </a:lnTo>
                  <a:lnTo>
                    <a:pt x="668" y="286"/>
                  </a:lnTo>
                  <a:lnTo>
                    <a:pt x="668" y="619"/>
                  </a:lnTo>
                  <a:lnTo>
                    <a:pt x="954" y="619"/>
                  </a:lnTo>
                  <a:lnTo>
                    <a:pt x="954" y="286"/>
                  </a:lnTo>
                  <a:lnTo>
                    <a:pt x="1311" y="286"/>
                  </a:lnTo>
                  <a:lnTo>
                    <a:pt x="1311" y="929"/>
                  </a:lnTo>
                  <a:lnTo>
                    <a:pt x="1597" y="929"/>
                  </a:lnTo>
                  <a:lnTo>
                    <a:pt x="1597" y="286"/>
                  </a:lnTo>
                  <a:lnTo>
                    <a:pt x="1954" y="286"/>
                  </a:lnTo>
                  <a:lnTo>
                    <a:pt x="1954" y="619"/>
                  </a:lnTo>
                  <a:lnTo>
                    <a:pt x="2263" y="619"/>
                  </a:lnTo>
                  <a:lnTo>
                    <a:pt x="2263" y="286"/>
                  </a:lnTo>
                  <a:lnTo>
                    <a:pt x="2621" y="286"/>
                  </a:lnTo>
                  <a:lnTo>
                    <a:pt x="2621" y="929"/>
                  </a:lnTo>
                  <a:lnTo>
                    <a:pt x="2906" y="929"/>
                  </a:lnTo>
                  <a:lnTo>
                    <a:pt x="2906" y="286"/>
                  </a:lnTo>
                  <a:lnTo>
                    <a:pt x="3264" y="286"/>
                  </a:lnTo>
                  <a:lnTo>
                    <a:pt x="3264" y="619"/>
                  </a:lnTo>
                  <a:lnTo>
                    <a:pt x="3573" y="619"/>
                  </a:lnTo>
                  <a:lnTo>
                    <a:pt x="3573" y="286"/>
                  </a:lnTo>
                  <a:lnTo>
                    <a:pt x="3930" y="286"/>
                  </a:lnTo>
                  <a:lnTo>
                    <a:pt x="3930" y="929"/>
                  </a:lnTo>
                  <a:lnTo>
                    <a:pt x="4216" y="929"/>
                  </a:lnTo>
                  <a:lnTo>
                    <a:pt x="4216" y="286"/>
                  </a:lnTo>
                  <a:lnTo>
                    <a:pt x="4573" y="286"/>
                  </a:lnTo>
                  <a:lnTo>
                    <a:pt x="4573" y="619"/>
                  </a:lnTo>
                  <a:lnTo>
                    <a:pt x="4883" y="619"/>
                  </a:lnTo>
                  <a:lnTo>
                    <a:pt x="4883" y="286"/>
                  </a:lnTo>
                  <a:lnTo>
                    <a:pt x="5240" y="286"/>
                  </a:lnTo>
                  <a:lnTo>
                    <a:pt x="5240" y="929"/>
                  </a:lnTo>
                  <a:lnTo>
                    <a:pt x="5526" y="929"/>
                  </a:lnTo>
                  <a:lnTo>
                    <a:pt x="5526" y="286"/>
                  </a:lnTo>
                  <a:lnTo>
                    <a:pt x="5883" y="286"/>
                  </a:lnTo>
                  <a:lnTo>
                    <a:pt x="5883" y="619"/>
                  </a:lnTo>
                  <a:lnTo>
                    <a:pt x="6193" y="619"/>
                  </a:lnTo>
                  <a:lnTo>
                    <a:pt x="6193" y="286"/>
                  </a:lnTo>
                  <a:lnTo>
                    <a:pt x="6550" y="286"/>
                  </a:lnTo>
                  <a:lnTo>
                    <a:pt x="6550" y="929"/>
                  </a:lnTo>
                  <a:lnTo>
                    <a:pt x="6836" y="929"/>
                  </a:lnTo>
                  <a:lnTo>
                    <a:pt x="6836" y="286"/>
                  </a:lnTo>
                  <a:close/>
                  <a:moveTo>
                    <a:pt x="1" y="0"/>
                  </a:moveTo>
                  <a:lnTo>
                    <a:pt x="1" y="1620"/>
                  </a:lnTo>
                  <a:lnTo>
                    <a:pt x="7574" y="1620"/>
                  </a:lnTo>
                  <a:lnTo>
                    <a:pt x="757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733" name="Google Shape;733;p56"/>
          <p:cNvGrpSpPr/>
          <p:nvPr/>
        </p:nvGrpSpPr>
        <p:grpSpPr>
          <a:xfrm>
            <a:off x="4792507" y="2081921"/>
            <a:ext cx="440074" cy="427512"/>
            <a:chOff x="1609825" y="2850650"/>
            <a:chExt cx="271500" cy="263750"/>
          </a:xfrm>
        </p:grpSpPr>
        <p:sp>
          <p:nvSpPr>
            <p:cNvPr id="734" name="Google Shape;734;p56"/>
            <p:cNvSpPr/>
            <p:nvPr/>
          </p:nvSpPr>
          <p:spPr>
            <a:xfrm>
              <a:off x="1711625" y="3029250"/>
              <a:ext cx="8375" cy="8350"/>
            </a:xfrm>
            <a:custGeom>
              <a:avLst/>
              <a:gdLst/>
              <a:ahLst/>
              <a:cxnLst/>
              <a:rect l="l" t="t" r="r" b="b"/>
              <a:pathLst>
                <a:path w="335" h="334" extrusionOk="0">
                  <a:moveTo>
                    <a:pt x="1" y="0"/>
                  </a:moveTo>
                  <a:lnTo>
                    <a:pt x="1" y="334"/>
                  </a:lnTo>
                  <a:lnTo>
                    <a:pt x="334" y="334"/>
                  </a:lnTo>
                  <a:lnTo>
                    <a:pt x="33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35" name="Google Shape;735;p56"/>
            <p:cNvSpPr/>
            <p:nvPr/>
          </p:nvSpPr>
          <p:spPr>
            <a:xfrm>
              <a:off x="1728900" y="3029250"/>
              <a:ext cx="8350" cy="8350"/>
            </a:xfrm>
            <a:custGeom>
              <a:avLst/>
              <a:gdLst/>
              <a:ahLst/>
              <a:cxnLst/>
              <a:rect l="l" t="t" r="r" b="b"/>
              <a:pathLst>
                <a:path w="334" h="334" extrusionOk="0">
                  <a:moveTo>
                    <a:pt x="0" y="0"/>
                  </a:moveTo>
                  <a:lnTo>
                    <a:pt x="0" y="334"/>
                  </a:lnTo>
                  <a:lnTo>
                    <a:pt x="334" y="334"/>
                  </a:lnTo>
                  <a:lnTo>
                    <a:pt x="33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36" name="Google Shape;736;p56"/>
            <p:cNvSpPr/>
            <p:nvPr/>
          </p:nvSpPr>
          <p:spPr>
            <a:xfrm>
              <a:off x="1746175" y="3029250"/>
              <a:ext cx="7750" cy="8350"/>
            </a:xfrm>
            <a:custGeom>
              <a:avLst/>
              <a:gdLst/>
              <a:ahLst/>
              <a:cxnLst/>
              <a:rect l="l" t="t" r="r" b="b"/>
              <a:pathLst>
                <a:path w="310" h="334" extrusionOk="0">
                  <a:moveTo>
                    <a:pt x="0" y="0"/>
                  </a:moveTo>
                  <a:lnTo>
                    <a:pt x="0" y="334"/>
                  </a:lnTo>
                  <a:lnTo>
                    <a:pt x="310" y="334"/>
                  </a:lnTo>
                  <a:lnTo>
                    <a:pt x="31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37" name="Google Shape;737;p56"/>
            <p:cNvSpPr/>
            <p:nvPr/>
          </p:nvSpPr>
          <p:spPr>
            <a:xfrm>
              <a:off x="1609825" y="2901250"/>
              <a:ext cx="245900" cy="213150"/>
            </a:xfrm>
            <a:custGeom>
              <a:avLst/>
              <a:gdLst/>
              <a:ahLst/>
              <a:cxnLst/>
              <a:rect l="l" t="t" r="r" b="b"/>
              <a:pathLst>
                <a:path w="9836" h="8526" extrusionOk="0">
                  <a:moveTo>
                    <a:pt x="9526" y="6144"/>
                  </a:moveTo>
                  <a:lnTo>
                    <a:pt x="9526" y="6859"/>
                  </a:lnTo>
                  <a:lnTo>
                    <a:pt x="334" y="6859"/>
                  </a:lnTo>
                  <a:lnTo>
                    <a:pt x="286" y="6835"/>
                  </a:lnTo>
                  <a:lnTo>
                    <a:pt x="286" y="6144"/>
                  </a:lnTo>
                  <a:close/>
                  <a:moveTo>
                    <a:pt x="5597" y="7192"/>
                  </a:moveTo>
                  <a:lnTo>
                    <a:pt x="5597" y="8216"/>
                  </a:lnTo>
                  <a:lnTo>
                    <a:pt x="4192" y="8216"/>
                  </a:lnTo>
                  <a:lnTo>
                    <a:pt x="4192" y="7192"/>
                  </a:lnTo>
                  <a:close/>
                  <a:moveTo>
                    <a:pt x="334" y="0"/>
                  </a:moveTo>
                  <a:cubicBezTo>
                    <a:pt x="143" y="0"/>
                    <a:pt x="1" y="167"/>
                    <a:pt x="1" y="334"/>
                  </a:cubicBezTo>
                  <a:lnTo>
                    <a:pt x="1" y="6835"/>
                  </a:lnTo>
                  <a:cubicBezTo>
                    <a:pt x="1" y="7002"/>
                    <a:pt x="143" y="7145"/>
                    <a:pt x="334" y="7145"/>
                  </a:cubicBezTo>
                  <a:lnTo>
                    <a:pt x="3906" y="7145"/>
                  </a:lnTo>
                  <a:lnTo>
                    <a:pt x="3906" y="8192"/>
                  </a:lnTo>
                  <a:lnTo>
                    <a:pt x="3216" y="8192"/>
                  </a:lnTo>
                  <a:lnTo>
                    <a:pt x="3216" y="8526"/>
                  </a:lnTo>
                  <a:lnTo>
                    <a:pt x="6645" y="8526"/>
                  </a:lnTo>
                  <a:lnTo>
                    <a:pt x="6645" y="8192"/>
                  </a:lnTo>
                  <a:lnTo>
                    <a:pt x="5930" y="8192"/>
                  </a:lnTo>
                  <a:lnTo>
                    <a:pt x="5930" y="7145"/>
                  </a:lnTo>
                  <a:lnTo>
                    <a:pt x="9526" y="7145"/>
                  </a:lnTo>
                  <a:cubicBezTo>
                    <a:pt x="9693" y="7145"/>
                    <a:pt x="9836" y="7002"/>
                    <a:pt x="9836" y="6835"/>
                  </a:cubicBezTo>
                  <a:lnTo>
                    <a:pt x="9836" y="2382"/>
                  </a:lnTo>
                  <a:lnTo>
                    <a:pt x="9526" y="2382"/>
                  </a:lnTo>
                  <a:lnTo>
                    <a:pt x="9526" y="5811"/>
                  </a:lnTo>
                  <a:lnTo>
                    <a:pt x="286" y="5811"/>
                  </a:lnTo>
                  <a:lnTo>
                    <a:pt x="286" y="334"/>
                  </a:lnTo>
                  <a:lnTo>
                    <a:pt x="6121" y="334"/>
                  </a:lnTo>
                  <a:lnTo>
                    <a:pt x="612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38" name="Google Shape;738;p56"/>
            <p:cNvSpPr/>
            <p:nvPr/>
          </p:nvSpPr>
          <p:spPr>
            <a:xfrm>
              <a:off x="1652100" y="2935775"/>
              <a:ext cx="24425" cy="84575"/>
            </a:xfrm>
            <a:custGeom>
              <a:avLst/>
              <a:gdLst/>
              <a:ahLst/>
              <a:cxnLst/>
              <a:rect l="l" t="t" r="r" b="b"/>
              <a:pathLst>
                <a:path w="977" h="3383" extrusionOk="0">
                  <a:moveTo>
                    <a:pt x="501" y="1525"/>
                  </a:moveTo>
                  <a:cubicBezTo>
                    <a:pt x="596" y="1525"/>
                    <a:pt x="691" y="1596"/>
                    <a:pt x="691" y="1691"/>
                  </a:cubicBezTo>
                  <a:cubicBezTo>
                    <a:pt x="691" y="1787"/>
                    <a:pt x="596" y="1882"/>
                    <a:pt x="501" y="1882"/>
                  </a:cubicBezTo>
                  <a:cubicBezTo>
                    <a:pt x="405" y="1882"/>
                    <a:pt x="334" y="1787"/>
                    <a:pt x="334" y="1691"/>
                  </a:cubicBezTo>
                  <a:cubicBezTo>
                    <a:pt x="334" y="1596"/>
                    <a:pt x="429" y="1525"/>
                    <a:pt x="501" y="1525"/>
                  </a:cubicBezTo>
                  <a:close/>
                  <a:moveTo>
                    <a:pt x="334" y="1"/>
                  </a:moveTo>
                  <a:lnTo>
                    <a:pt x="334" y="1215"/>
                  </a:lnTo>
                  <a:cubicBezTo>
                    <a:pt x="143" y="1263"/>
                    <a:pt x="0" y="1477"/>
                    <a:pt x="0" y="1691"/>
                  </a:cubicBezTo>
                  <a:cubicBezTo>
                    <a:pt x="0" y="1906"/>
                    <a:pt x="143" y="2096"/>
                    <a:pt x="334" y="2168"/>
                  </a:cubicBezTo>
                  <a:lnTo>
                    <a:pt x="334" y="3382"/>
                  </a:lnTo>
                  <a:lnTo>
                    <a:pt x="667" y="3382"/>
                  </a:lnTo>
                  <a:lnTo>
                    <a:pt x="667" y="2168"/>
                  </a:lnTo>
                  <a:cubicBezTo>
                    <a:pt x="858" y="2120"/>
                    <a:pt x="977" y="1906"/>
                    <a:pt x="977" y="1691"/>
                  </a:cubicBezTo>
                  <a:cubicBezTo>
                    <a:pt x="977" y="1477"/>
                    <a:pt x="858" y="1287"/>
                    <a:pt x="667" y="1215"/>
                  </a:cubicBezTo>
                  <a:lnTo>
                    <a:pt x="66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39" name="Google Shape;739;p56"/>
            <p:cNvSpPr/>
            <p:nvPr/>
          </p:nvSpPr>
          <p:spPr>
            <a:xfrm>
              <a:off x="1686625" y="2934575"/>
              <a:ext cx="24450" cy="85775"/>
            </a:xfrm>
            <a:custGeom>
              <a:avLst/>
              <a:gdLst/>
              <a:ahLst/>
              <a:cxnLst/>
              <a:rect l="l" t="t" r="r" b="b"/>
              <a:pathLst>
                <a:path w="978" h="3431" extrusionOk="0">
                  <a:moveTo>
                    <a:pt x="501" y="2430"/>
                  </a:moveTo>
                  <a:cubicBezTo>
                    <a:pt x="596" y="2430"/>
                    <a:pt x="667" y="2525"/>
                    <a:pt x="667" y="2597"/>
                  </a:cubicBezTo>
                  <a:cubicBezTo>
                    <a:pt x="667" y="2692"/>
                    <a:pt x="596" y="2787"/>
                    <a:pt x="501" y="2787"/>
                  </a:cubicBezTo>
                  <a:cubicBezTo>
                    <a:pt x="405" y="2787"/>
                    <a:pt x="310" y="2692"/>
                    <a:pt x="310" y="2597"/>
                  </a:cubicBezTo>
                  <a:cubicBezTo>
                    <a:pt x="310" y="2478"/>
                    <a:pt x="382" y="2430"/>
                    <a:pt x="501" y="2430"/>
                  </a:cubicBezTo>
                  <a:close/>
                  <a:moveTo>
                    <a:pt x="310" y="1"/>
                  </a:moveTo>
                  <a:lnTo>
                    <a:pt x="310" y="2097"/>
                  </a:lnTo>
                  <a:cubicBezTo>
                    <a:pt x="144" y="2144"/>
                    <a:pt x="1" y="2359"/>
                    <a:pt x="1" y="2573"/>
                  </a:cubicBezTo>
                  <a:cubicBezTo>
                    <a:pt x="1" y="2787"/>
                    <a:pt x="144" y="2978"/>
                    <a:pt x="310" y="3049"/>
                  </a:cubicBezTo>
                  <a:lnTo>
                    <a:pt x="310" y="3430"/>
                  </a:lnTo>
                  <a:lnTo>
                    <a:pt x="644" y="3430"/>
                  </a:lnTo>
                  <a:lnTo>
                    <a:pt x="644" y="3049"/>
                  </a:lnTo>
                  <a:cubicBezTo>
                    <a:pt x="858" y="3002"/>
                    <a:pt x="977" y="2787"/>
                    <a:pt x="977" y="2573"/>
                  </a:cubicBezTo>
                  <a:cubicBezTo>
                    <a:pt x="977" y="2359"/>
                    <a:pt x="858" y="2168"/>
                    <a:pt x="644" y="2097"/>
                  </a:cubicBezTo>
                  <a:lnTo>
                    <a:pt x="64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40" name="Google Shape;740;p56"/>
            <p:cNvSpPr/>
            <p:nvPr/>
          </p:nvSpPr>
          <p:spPr>
            <a:xfrm>
              <a:off x="1720575" y="2935775"/>
              <a:ext cx="24425" cy="84575"/>
            </a:xfrm>
            <a:custGeom>
              <a:avLst/>
              <a:gdLst/>
              <a:ahLst/>
              <a:cxnLst/>
              <a:rect l="l" t="t" r="r" b="b"/>
              <a:pathLst>
                <a:path w="977" h="3383" extrusionOk="0">
                  <a:moveTo>
                    <a:pt x="500" y="1501"/>
                  </a:moveTo>
                  <a:cubicBezTo>
                    <a:pt x="595" y="1501"/>
                    <a:pt x="691" y="1596"/>
                    <a:pt x="691" y="1691"/>
                  </a:cubicBezTo>
                  <a:cubicBezTo>
                    <a:pt x="691" y="1787"/>
                    <a:pt x="595" y="1882"/>
                    <a:pt x="500" y="1882"/>
                  </a:cubicBezTo>
                  <a:cubicBezTo>
                    <a:pt x="429" y="1882"/>
                    <a:pt x="333" y="1787"/>
                    <a:pt x="333" y="1691"/>
                  </a:cubicBezTo>
                  <a:cubicBezTo>
                    <a:pt x="333" y="1596"/>
                    <a:pt x="429" y="1501"/>
                    <a:pt x="500" y="1501"/>
                  </a:cubicBezTo>
                  <a:close/>
                  <a:moveTo>
                    <a:pt x="333" y="1"/>
                  </a:moveTo>
                  <a:lnTo>
                    <a:pt x="333" y="1215"/>
                  </a:lnTo>
                  <a:cubicBezTo>
                    <a:pt x="143" y="1263"/>
                    <a:pt x="0" y="1477"/>
                    <a:pt x="0" y="1691"/>
                  </a:cubicBezTo>
                  <a:cubicBezTo>
                    <a:pt x="0" y="1906"/>
                    <a:pt x="143" y="2096"/>
                    <a:pt x="333" y="2168"/>
                  </a:cubicBezTo>
                  <a:lnTo>
                    <a:pt x="333" y="3382"/>
                  </a:lnTo>
                  <a:lnTo>
                    <a:pt x="667" y="3382"/>
                  </a:lnTo>
                  <a:lnTo>
                    <a:pt x="667" y="2168"/>
                  </a:lnTo>
                  <a:cubicBezTo>
                    <a:pt x="857" y="2120"/>
                    <a:pt x="976" y="1906"/>
                    <a:pt x="976" y="1691"/>
                  </a:cubicBezTo>
                  <a:cubicBezTo>
                    <a:pt x="976" y="1477"/>
                    <a:pt x="857" y="1287"/>
                    <a:pt x="667" y="1215"/>
                  </a:cubicBezTo>
                  <a:lnTo>
                    <a:pt x="66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41" name="Google Shape;741;p56"/>
            <p:cNvSpPr/>
            <p:nvPr/>
          </p:nvSpPr>
          <p:spPr>
            <a:xfrm>
              <a:off x="1753900" y="2934575"/>
              <a:ext cx="24450" cy="85775"/>
            </a:xfrm>
            <a:custGeom>
              <a:avLst/>
              <a:gdLst/>
              <a:ahLst/>
              <a:cxnLst/>
              <a:rect l="l" t="t" r="r" b="b"/>
              <a:pathLst>
                <a:path w="978" h="3431" extrusionOk="0">
                  <a:moveTo>
                    <a:pt x="525" y="692"/>
                  </a:moveTo>
                  <a:cubicBezTo>
                    <a:pt x="596" y="692"/>
                    <a:pt x="691" y="787"/>
                    <a:pt x="691" y="882"/>
                  </a:cubicBezTo>
                  <a:cubicBezTo>
                    <a:pt x="691" y="1001"/>
                    <a:pt x="644" y="1049"/>
                    <a:pt x="525" y="1049"/>
                  </a:cubicBezTo>
                  <a:cubicBezTo>
                    <a:pt x="429" y="1049"/>
                    <a:pt x="334" y="977"/>
                    <a:pt x="334" y="882"/>
                  </a:cubicBezTo>
                  <a:cubicBezTo>
                    <a:pt x="334" y="787"/>
                    <a:pt x="429" y="692"/>
                    <a:pt x="525" y="692"/>
                  </a:cubicBezTo>
                  <a:close/>
                  <a:moveTo>
                    <a:pt x="334" y="1"/>
                  </a:moveTo>
                  <a:lnTo>
                    <a:pt x="334" y="406"/>
                  </a:lnTo>
                  <a:cubicBezTo>
                    <a:pt x="167" y="501"/>
                    <a:pt x="1" y="668"/>
                    <a:pt x="1" y="882"/>
                  </a:cubicBezTo>
                  <a:cubicBezTo>
                    <a:pt x="1" y="1096"/>
                    <a:pt x="167" y="1287"/>
                    <a:pt x="334" y="1358"/>
                  </a:cubicBezTo>
                  <a:lnTo>
                    <a:pt x="334" y="3430"/>
                  </a:lnTo>
                  <a:lnTo>
                    <a:pt x="667" y="3430"/>
                  </a:lnTo>
                  <a:lnTo>
                    <a:pt x="667" y="1358"/>
                  </a:lnTo>
                  <a:cubicBezTo>
                    <a:pt x="858" y="1287"/>
                    <a:pt x="977" y="1096"/>
                    <a:pt x="977" y="882"/>
                  </a:cubicBezTo>
                  <a:cubicBezTo>
                    <a:pt x="977" y="668"/>
                    <a:pt x="858" y="453"/>
                    <a:pt x="667" y="406"/>
                  </a:cubicBezTo>
                  <a:lnTo>
                    <a:pt x="66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42" name="Google Shape;742;p56"/>
            <p:cNvSpPr/>
            <p:nvPr/>
          </p:nvSpPr>
          <p:spPr>
            <a:xfrm>
              <a:off x="1788425" y="2960775"/>
              <a:ext cx="24450" cy="59575"/>
            </a:xfrm>
            <a:custGeom>
              <a:avLst/>
              <a:gdLst/>
              <a:ahLst/>
              <a:cxnLst/>
              <a:rect l="l" t="t" r="r" b="b"/>
              <a:pathLst>
                <a:path w="978" h="2383" extrusionOk="0">
                  <a:moveTo>
                    <a:pt x="501" y="1025"/>
                  </a:moveTo>
                  <a:cubicBezTo>
                    <a:pt x="596" y="1025"/>
                    <a:pt x="692" y="1096"/>
                    <a:pt x="692" y="1192"/>
                  </a:cubicBezTo>
                  <a:cubicBezTo>
                    <a:pt x="692" y="1287"/>
                    <a:pt x="620" y="1382"/>
                    <a:pt x="501" y="1382"/>
                  </a:cubicBezTo>
                  <a:cubicBezTo>
                    <a:pt x="406" y="1382"/>
                    <a:pt x="334" y="1287"/>
                    <a:pt x="334" y="1192"/>
                  </a:cubicBezTo>
                  <a:cubicBezTo>
                    <a:pt x="334" y="1096"/>
                    <a:pt x="406" y="1025"/>
                    <a:pt x="501" y="1025"/>
                  </a:cubicBezTo>
                  <a:close/>
                  <a:moveTo>
                    <a:pt x="334" y="1"/>
                  </a:moveTo>
                  <a:lnTo>
                    <a:pt x="334" y="715"/>
                  </a:lnTo>
                  <a:cubicBezTo>
                    <a:pt x="144" y="787"/>
                    <a:pt x="1" y="977"/>
                    <a:pt x="1" y="1192"/>
                  </a:cubicBezTo>
                  <a:cubicBezTo>
                    <a:pt x="1" y="1406"/>
                    <a:pt x="144" y="1620"/>
                    <a:pt x="334" y="1668"/>
                  </a:cubicBezTo>
                  <a:lnTo>
                    <a:pt x="334" y="2382"/>
                  </a:lnTo>
                  <a:lnTo>
                    <a:pt x="644" y="2382"/>
                  </a:lnTo>
                  <a:lnTo>
                    <a:pt x="644" y="1668"/>
                  </a:lnTo>
                  <a:cubicBezTo>
                    <a:pt x="858" y="1620"/>
                    <a:pt x="977" y="1406"/>
                    <a:pt x="977" y="1192"/>
                  </a:cubicBezTo>
                  <a:cubicBezTo>
                    <a:pt x="977" y="977"/>
                    <a:pt x="858" y="787"/>
                    <a:pt x="644" y="715"/>
                  </a:cubicBezTo>
                  <a:lnTo>
                    <a:pt x="64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43" name="Google Shape;743;p56"/>
            <p:cNvSpPr/>
            <p:nvPr/>
          </p:nvSpPr>
          <p:spPr>
            <a:xfrm>
              <a:off x="1809875" y="2888750"/>
              <a:ext cx="34550" cy="34550"/>
            </a:xfrm>
            <a:custGeom>
              <a:avLst/>
              <a:gdLst/>
              <a:ahLst/>
              <a:cxnLst/>
              <a:rect l="l" t="t" r="r" b="b"/>
              <a:pathLst>
                <a:path w="1382" h="1382" extrusionOk="0">
                  <a:moveTo>
                    <a:pt x="691" y="310"/>
                  </a:moveTo>
                  <a:cubicBezTo>
                    <a:pt x="905" y="310"/>
                    <a:pt x="1048" y="453"/>
                    <a:pt x="1048" y="667"/>
                  </a:cubicBezTo>
                  <a:cubicBezTo>
                    <a:pt x="1024" y="858"/>
                    <a:pt x="858" y="1024"/>
                    <a:pt x="691" y="1024"/>
                  </a:cubicBezTo>
                  <a:cubicBezTo>
                    <a:pt x="477" y="1024"/>
                    <a:pt x="334" y="858"/>
                    <a:pt x="334" y="667"/>
                  </a:cubicBezTo>
                  <a:cubicBezTo>
                    <a:pt x="334" y="453"/>
                    <a:pt x="477" y="310"/>
                    <a:pt x="691" y="310"/>
                  </a:cubicBezTo>
                  <a:close/>
                  <a:moveTo>
                    <a:pt x="691" y="0"/>
                  </a:moveTo>
                  <a:cubicBezTo>
                    <a:pt x="334" y="0"/>
                    <a:pt x="0" y="286"/>
                    <a:pt x="0" y="691"/>
                  </a:cubicBezTo>
                  <a:cubicBezTo>
                    <a:pt x="0" y="1048"/>
                    <a:pt x="310" y="1381"/>
                    <a:pt x="691" y="1381"/>
                  </a:cubicBezTo>
                  <a:cubicBezTo>
                    <a:pt x="1048" y="1381"/>
                    <a:pt x="1381" y="1072"/>
                    <a:pt x="1381" y="691"/>
                  </a:cubicBezTo>
                  <a:cubicBezTo>
                    <a:pt x="1334" y="286"/>
                    <a:pt x="1048" y="0"/>
                    <a:pt x="69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44" name="Google Shape;744;p56"/>
            <p:cNvSpPr/>
            <p:nvPr/>
          </p:nvSpPr>
          <p:spPr>
            <a:xfrm>
              <a:off x="1771175" y="2850650"/>
              <a:ext cx="110150" cy="110150"/>
            </a:xfrm>
            <a:custGeom>
              <a:avLst/>
              <a:gdLst/>
              <a:ahLst/>
              <a:cxnLst/>
              <a:rect l="l" t="t" r="r" b="b"/>
              <a:pathLst>
                <a:path w="4406" h="4406" extrusionOk="0">
                  <a:moveTo>
                    <a:pt x="2382" y="334"/>
                  </a:moveTo>
                  <a:lnTo>
                    <a:pt x="2382" y="691"/>
                  </a:lnTo>
                  <a:lnTo>
                    <a:pt x="2025" y="691"/>
                  </a:lnTo>
                  <a:lnTo>
                    <a:pt x="2025" y="334"/>
                  </a:lnTo>
                  <a:close/>
                  <a:moveTo>
                    <a:pt x="1024" y="715"/>
                  </a:moveTo>
                  <a:lnTo>
                    <a:pt x="1286" y="1000"/>
                  </a:lnTo>
                  <a:cubicBezTo>
                    <a:pt x="1191" y="1072"/>
                    <a:pt x="1096" y="1143"/>
                    <a:pt x="1024" y="1262"/>
                  </a:cubicBezTo>
                  <a:lnTo>
                    <a:pt x="739" y="1000"/>
                  </a:lnTo>
                  <a:lnTo>
                    <a:pt x="1024" y="715"/>
                  </a:lnTo>
                  <a:close/>
                  <a:moveTo>
                    <a:pt x="3430" y="762"/>
                  </a:moveTo>
                  <a:lnTo>
                    <a:pt x="3692" y="1024"/>
                  </a:lnTo>
                  <a:lnTo>
                    <a:pt x="3430" y="1286"/>
                  </a:lnTo>
                  <a:cubicBezTo>
                    <a:pt x="3334" y="1191"/>
                    <a:pt x="3287" y="1096"/>
                    <a:pt x="3168" y="1024"/>
                  </a:cubicBezTo>
                  <a:lnTo>
                    <a:pt x="3430" y="762"/>
                  </a:lnTo>
                  <a:close/>
                  <a:moveTo>
                    <a:pt x="715" y="2024"/>
                  </a:moveTo>
                  <a:lnTo>
                    <a:pt x="715" y="2215"/>
                  </a:lnTo>
                  <a:lnTo>
                    <a:pt x="715" y="2382"/>
                  </a:lnTo>
                  <a:lnTo>
                    <a:pt x="334" y="2382"/>
                  </a:lnTo>
                  <a:lnTo>
                    <a:pt x="334" y="2024"/>
                  </a:lnTo>
                  <a:close/>
                  <a:moveTo>
                    <a:pt x="4120" y="2024"/>
                  </a:moveTo>
                  <a:lnTo>
                    <a:pt x="4120" y="2382"/>
                  </a:lnTo>
                  <a:lnTo>
                    <a:pt x="3763" y="2382"/>
                  </a:lnTo>
                  <a:lnTo>
                    <a:pt x="3763" y="2215"/>
                  </a:lnTo>
                  <a:lnTo>
                    <a:pt x="3763" y="2024"/>
                  </a:lnTo>
                  <a:close/>
                  <a:moveTo>
                    <a:pt x="2239" y="1024"/>
                  </a:moveTo>
                  <a:cubicBezTo>
                    <a:pt x="2882" y="1024"/>
                    <a:pt x="3430" y="1548"/>
                    <a:pt x="3430" y="2215"/>
                  </a:cubicBezTo>
                  <a:cubicBezTo>
                    <a:pt x="3430" y="2858"/>
                    <a:pt x="2882" y="3406"/>
                    <a:pt x="2239" y="3406"/>
                  </a:cubicBezTo>
                  <a:cubicBezTo>
                    <a:pt x="1572" y="3406"/>
                    <a:pt x="1048" y="2858"/>
                    <a:pt x="1048" y="2215"/>
                  </a:cubicBezTo>
                  <a:cubicBezTo>
                    <a:pt x="1048" y="1548"/>
                    <a:pt x="1572" y="1024"/>
                    <a:pt x="2239" y="1024"/>
                  </a:cubicBezTo>
                  <a:close/>
                  <a:moveTo>
                    <a:pt x="1024" y="3144"/>
                  </a:moveTo>
                  <a:cubicBezTo>
                    <a:pt x="1096" y="3215"/>
                    <a:pt x="1167" y="3310"/>
                    <a:pt x="1286" y="3406"/>
                  </a:cubicBezTo>
                  <a:lnTo>
                    <a:pt x="1024" y="3668"/>
                  </a:lnTo>
                  <a:lnTo>
                    <a:pt x="739" y="3406"/>
                  </a:lnTo>
                  <a:lnTo>
                    <a:pt x="1024" y="3144"/>
                  </a:lnTo>
                  <a:close/>
                  <a:moveTo>
                    <a:pt x="3430" y="3144"/>
                  </a:moveTo>
                  <a:lnTo>
                    <a:pt x="3692" y="3406"/>
                  </a:lnTo>
                  <a:lnTo>
                    <a:pt x="3430" y="3668"/>
                  </a:lnTo>
                  <a:lnTo>
                    <a:pt x="3168" y="3406"/>
                  </a:lnTo>
                  <a:cubicBezTo>
                    <a:pt x="3239" y="3310"/>
                    <a:pt x="3334" y="3263"/>
                    <a:pt x="3430" y="3144"/>
                  </a:cubicBezTo>
                  <a:close/>
                  <a:moveTo>
                    <a:pt x="2382" y="3691"/>
                  </a:moveTo>
                  <a:lnTo>
                    <a:pt x="2382" y="4096"/>
                  </a:lnTo>
                  <a:lnTo>
                    <a:pt x="2025" y="4096"/>
                  </a:lnTo>
                  <a:lnTo>
                    <a:pt x="2025" y="3691"/>
                  </a:lnTo>
                  <a:close/>
                  <a:moveTo>
                    <a:pt x="1691" y="0"/>
                  </a:moveTo>
                  <a:lnTo>
                    <a:pt x="1691" y="762"/>
                  </a:lnTo>
                  <a:cubicBezTo>
                    <a:pt x="1667" y="786"/>
                    <a:pt x="1572" y="786"/>
                    <a:pt x="1548" y="810"/>
                  </a:cubicBezTo>
                  <a:lnTo>
                    <a:pt x="1024" y="286"/>
                  </a:lnTo>
                  <a:lnTo>
                    <a:pt x="310" y="977"/>
                  </a:lnTo>
                  <a:lnTo>
                    <a:pt x="834" y="1524"/>
                  </a:lnTo>
                  <a:cubicBezTo>
                    <a:pt x="810" y="1572"/>
                    <a:pt x="786" y="1620"/>
                    <a:pt x="786" y="1715"/>
                  </a:cubicBezTo>
                  <a:lnTo>
                    <a:pt x="0" y="1715"/>
                  </a:lnTo>
                  <a:lnTo>
                    <a:pt x="0" y="2715"/>
                  </a:lnTo>
                  <a:lnTo>
                    <a:pt x="786" y="2715"/>
                  </a:lnTo>
                  <a:cubicBezTo>
                    <a:pt x="810" y="2739"/>
                    <a:pt x="810" y="2834"/>
                    <a:pt x="834" y="2858"/>
                  </a:cubicBezTo>
                  <a:lnTo>
                    <a:pt x="286" y="3406"/>
                  </a:lnTo>
                  <a:lnTo>
                    <a:pt x="1001" y="4120"/>
                  </a:lnTo>
                  <a:lnTo>
                    <a:pt x="1548" y="3572"/>
                  </a:lnTo>
                  <a:cubicBezTo>
                    <a:pt x="1596" y="3596"/>
                    <a:pt x="1667" y="3644"/>
                    <a:pt x="1691" y="3644"/>
                  </a:cubicBezTo>
                  <a:lnTo>
                    <a:pt x="1691" y="4406"/>
                  </a:lnTo>
                  <a:lnTo>
                    <a:pt x="2715" y="4406"/>
                  </a:lnTo>
                  <a:lnTo>
                    <a:pt x="2715" y="3644"/>
                  </a:lnTo>
                  <a:cubicBezTo>
                    <a:pt x="2763" y="3596"/>
                    <a:pt x="2834" y="3596"/>
                    <a:pt x="2882" y="3572"/>
                  </a:cubicBezTo>
                  <a:lnTo>
                    <a:pt x="3430" y="4120"/>
                  </a:lnTo>
                  <a:lnTo>
                    <a:pt x="4144" y="3406"/>
                  </a:lnTo>
                  <a:lnTo>
                    <a:pt x="3596" y="2858"/>
                  </a:lnTo>
                  <a:cubicBezTo>
                    <a:pt x="3644" y="2810"/>
                    <a:pt x="3668" y="2739"/>
                    <a:pt x="3668" y="2715"/>
                  </a:cubicBezTo>
                  <a:lnTo>
                    <a:pt x="4406" y="2715"/>
                  </a:lnTo>
                  <a:lnTo>
                    <a:pt x="4406" y="1715"/>
                  </a:lnTo>
                  <a:lnTo>
                    <a:pt x="3668" y="1715"/>
                  </a:lnTo>
                  <a:cubicBezTo>
                    <a:pt x="3644" y="1643"/>
                    <a:pt x="3644" y="1596"/>
                    <a:pt x="3596" y="1524"/>
                  </a:cubicBezTo>
                  <a:lnTo>
                    <a:pt x="4144" y="977"/>
                  </a:lnTo>
                  <a:lnTo>
                    <a:pt x="3430" y="286"/>
                  </a:lnTo>
                  <a:lnTo>
                    <a:pt x="2882" y="810"/>
                  </a:lnTo>
                  <a:cubicBezTo>
                    <a:pt x="2834" y="786"/>
                    <a:pt x="2810" y="762"/>
                    <a:pt x="2715" y="762"/>
                  </a:cubicBezTo>
                  <a:lnTo>
                    <a:pt x="271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745" name="Google Shape;745;p56"/>
          <p:cNvGrpSpPr/>
          <p:nvPr/>
        </p:nvGrpSpPr>
        <p:grpSpPr>
          <a:xfrm>
            <a:off x="1073447" y="2663247"/>
            <a:ext cx="347946" cy="427505"/>
            <a:chOff x="6355450" y="2855400"/>
            <a:chExt cx="210800" cy="259000"/>
          </a:xfrm>
        </p:grpSpPr>
        <p:sp>
          <p:nvSpPr>
            <p:cNvPr id="746" name="Google Shape;746;p56"/>
            <p:cNvSpPr/>
            <p:nvPr/>
          </p:nvSpPr>
          <p:spPr>
            <a:xfrm>
              <a:off x="6355450" y="2855400"/>
              <a:ext cx="153625" cy="201850"/>
            </a:xfrm>
            <a:custGeom>
              <a:avLst/>
              <a:gdLst/>
              <a:ahLst/>
              <a:cxnLst/>
              <a:rect l="l" t="t" r="r" b="b"/>
              <a:pathLst>
                <a:path w="6145" h="8074" extrusionOk="0">
                  <a:moveTo>
                    <a:pt x="4526" y="525"/>
                  </a:moveTo>
                  <a:lnTo>
                    <a:pt x="5621" y="1620"/>
                  </a:lnTo>
                  <a:lnTo>
                    <a:pt x="4526" y="1620"/>
                  </a:lnTo>
                  <a:lnTo>
                    <a:pt x="4526" y="525"/>
                  </a:lnTo>
                  <a:close/>
                  <a:moveTo>
                    <a:pt x="1" y="1"/>
                  </a:moveTo>
                  <a:lnTo>
                    <a:pt x="1" y="8074"/>
                  </a:lnTo>
                  <a:lnTo>
                    <a:pt x="5026" y="8074"/>
                  </a:lnTo>
                  <a:lnTo>
                    <a:pt x="5026" y="7788"/>
                  </a:lnTo>
                  <a:lnTo>
                    <a:pt x="334" y="7788"/>
                  </a:lnTo>
                  <a:lnTo>
                    <a:pt x="334" y="334"/>
                  </a:lnTo>
                  <a:lnTo>
                    <a:pt x="4240" y="334"/>
                  </a:lnTo>
                  <a:lnTo>
                    <a:pt x="4240" y="1930"/>
                  </a:lnTo>
                  <a:lnTo>
                    <a:pt x="5835" y="1930"/>
                  </a:lnTo>
                  <a:lnTo>
                    <a:pt x="5835" y="5788"/>
                  </a:lnTo>
                  <a:lnTo>
                    <a:pt x="6145" y="5788"/>
                  </a:lnTo>
                  <a:lnTo>
                    <a:pt x="6145" y="1691"/>
                  </a:lnTo>
                  <a:lnTo>
                    <a:pt x="443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47" name="Google Shape;747;p56"/>
            <p:cNvSpPr/>
            <p:nvPr/>
          </p:nvSpPr>
          <p:spPr>
            <a:xfrm>
              <a:off x="6376300" y="3013775"/>
              <a:ext cx="61350" cy="7750"/>
            </a:xfrm>
            <a:custGeom>
              <a:avLst/>
              <a:gdLst/>
              <a:ahLst/>
              <a:cxnLst/>
              <a:rect l="l" t="t" r="r" b="b"/>
              <a:pathLst>
                <a:path w="2454" h="310" extrusionOk="0">
                  <a:moveTo>
                    <a:pt x="0" y="0"/>
                  </a:moveTo>
                  <a:lnTo>
                    <a:pt x="0" y="310"/>
                  </a:lnTo>
                  <a:lnTo>
                    <a:pt x="2453" y="310"/>
                  </a:lnTo>
                  <a:lnTo>
                    <a:pt x="245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48" name="Google Shape;748;p56"/>
            <p:cNvSpPr/>
            <p:nvPr/>
          </p:nvSpPr>
          <p:spPr>
            <a:xfrm>
              <a:off x="6376300" y="2917325"/>
              <a:ext cx="113150" cy="7175"/>
            </a:xfrm>
            <a:custGeom>
              <a:avLst/>
              <a:gdLst/>
              <a:ahLst/>
              <a:cxnLst/>
              <a:rect l="l" t="t" r="r" b="b"/>
              <a:pathLst>
                <a:path w="4526" h="287" extrusionOk="0">
                  <a:moveTo>
                    <a:pt x="0" y="0"/>
                  </a:moveTo>
                  <a:lnTo>
                    <a:pt x="0" y="286"/>
                  </a:lnTo>
                  <a:lnTo>
                    <a:pt x="4525" y="286"/>
                  </a:lnTo>
                  <a:lnTo>
                    <a:pt x="452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49" name="Google Shape;749;p56"/>
            <p:cNvSpPr/>
            <p:nvPr/>
          </p:nvSpPr>
          <p:spPr>
            <a:xfrm>
              <a:off x="6376300" y="2989350"/>
              <a:ext cx="113150" cy="7175"/>
            </a:xfrm>
            <a:custGeom>
              <a:avLst/>
              <a:gdLst/>
              <a:ahLst/>
              <a:cxnLst/>
              <a:rect l="l" t="t" r="r" b="b"/>
              <a:pathLst>
                <a:path w="4526" h="287" extrusionOk="0">
                  <a:moveTo>
                    <a:pt x="0" y="1"/>
                  </a:moveTo>
                  <a:lnTo>
                    <a:pt x="0" y="287"/>
                  </a:lnTo>
                  <a:lnTo>
                    <a:pt x="4525" y="287"/>
                  </a:lnTo>
                  <a:lnTo>
                    <a:pt x="452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50" name="Google Shape;750;p56"/>
            <p:cNvSpPr/>
            <p:nvPr/>
          </p:nvSpPr>
          <p:spPr>
            <a:xfrm>
              <a:off x="6376300" y="2965550"/>
              <a:ext cx="113150" cy="7175"/>
            </a:xfrm>
            <a:custGeom>
              <a:avLst/>
              <a:gdLst/>
              <a:ahLst/>
              <a:cxnLst/>
              <a:rect l="l" t="t" r="r" b="b"/>
              <a:pathLst>
                <a:path w="4526" h="287" extrusionOk="0">
                  <a:moveTo>
                    <a:pt x="0" y="0"/>
                  </a:moveTo>
                  <a:lnTo>
                    <a:pt x="0" y="286"/>
                  </a:lnTo>
                  <a:lnTo>
                    <a:pt x="4525" y="286"/>
                  </a:lnTo>
                  <a:lnTo>
                    <a:pt x="452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51" name="Google Shape;751;p56"/>
            <p:cNvSpPr/>
            <p:nvPr/>
          </p:nvSpPr>
          <p:spPr>
            <a:xfrm>
              <a:off x="6376300" y="2940550"/>
              <a:ext cx="113150" cy="7750"/>
            </a:xfrm>
            <a:custGeom>
              <a:avLst/>
              <a:gdLst/>
              <a:ahLst/>
              <a:cxnLst/>
              <a:rect l="l" t="t" r="r" b="b"/>
              <a:pathLst>
                <a:path w="4526" h="310" extrusionOk="0">
                  <a:moveTo>
                    <a:pt x="0" y="0"/>
                  </a:moveTo>
                  <a:lnTo>
                    <a:pt x="0" y="310"/>
                  </a:lnTo>
                  <a:lnTo>
                    <a:pt x="4525" y="310"/>
                  </a:lnTo>
                  <a:lnTo>
                    <a:pt x="452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52" name="Google Shape;752;p56"/>
            <p:cNvSpPr/>
            <p:nvPr/>
          </p:nvSpPr>
          <p:spPr>
            <a:xfrm>
              <a:off x="6376300" y="2892325"/>
              <a:ext cx="8350" cy="7750"/>
            </a:xfrm>
            <a:custGeom>
              <a:avLst/>
              <a:gdLst/>
              <a:ahLst/>
              <a:cxnLst/>
              <a:rect l="l" t="t" r="r" b="b"/>
              <a:pathLst>
                <a:path w="334" h="310" extrusionOk="0">
                  <a:moveTo>
                    <a:pt x="0" y="0"/>
                  </a:moveTo>
                  <a:lnTo>
                    <a:pt x="0" y="310"/>
                  </a:lnTo>
                  <a:lnTo>
                    <a:pt x="334" y="310"/>
                  </a:lnTo>
                  <a:lnTo>
                    <a:pt x="33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53" name="Google Shape;753;p56"/>
            <p:cNvSpPr/>
            <p:nvPr/>
          </p:nvSpPr>
          <p:spPr>
            <a:xfrm>
              <a:off x="6391775" y="2892325"/>
              <a:ext cx="8350" cy="7750"/>
            </a:xfrm>
            <a:custGeom>
              <a:avLst/>
              <a:gdLst/>
              <a:ahLst/>
              <a:cxnLst/>
              <a:rect l="l" t="t" r="r" b="b"/>
              <a:pathLst>
                <a:path w="334" h="310" extrusionOk="0">
                  <a:moveTo>
                    <a:pt x="1" y="0"/>
                  </a:moveTo>
                  <a:lnTo>
                    <a:pt x="1" y="310"/>
                  </a:lnTo>
                  <a:lnTo>
                    <a:pt x="334" y="310"/>
                  </a:lnTo>
                  <a:lnTo>
                    <a:pt x="33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54" name="Google Shape;754;p56"/>
            <p:cNvSpPr/>
            <p:nvPr/>
          </p:nvSpPr>
          <p:spPr>
            <a:xfrm>
              <a:off x="6408450" y="2892325"/>
              <a:ext cx="8350" cy="7750"/>
            </a:xfrm>
            <a:custGeom>
              <a:avLst/>
              <a:gdLst/>
              <a:ahLst/>
              <a:cxnLst/>
              <a:rect l="l" t="t" r="r" b="b"/>
              <a:pathLst>
                <a:path w="334" h="310" extrusionOk="0">
                  <a:moveTo>
                    <a:pt x="0" y="0"/>
                  </a:moveTo>
                  <a:lnTo>
                    <a:pt x="0" y="310"/>
                  </a:lnTo>
                  <a:lnTo>
                    <a:pt x="334" y="310"/>
                  </a:lnTo>
                  <a:lnTo>
                    <a:pt x="33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55" name="Google Shape;755;p56"/>
            <p:cNvSpPr/>
            <p:nvPr/>
          </p:nvSpPr>
          <p:spPr>
            <a:xfrm>
              <a:off x="6444775" y="3010200"/>
              <a:ext cx="121475" cy="104200"/>
            </a:xfrm>
            <a:custGeom>
              <a:avLst/>
              <a:gdLst/>
              <a:ahLst/>
              <a:cxnLst/>
              <a:rect l="l" t="t" r="r" b="b"/>
              <a:pathLst>
                <a:path w="4859" h="4168" extrusionOk="0">
                  <a:moveTo>
                    <a:pt x="2739" y="286"/>
                  </a:moveTo>
                  <a:lnTo>
                    <a:pt x="2739" y="3858"/>
                  </a:lnTo>
                  <a:lnTo>
                    <a:pt x="2096" y="3858"/>
                  </a:lnTo>
                  <a:lnTo>
                    <a:pt x="2096" y="286"/>
                  </a:lnTo>
                  <a:close/>
                  <a:moveTo>
                    <a:pt x="333" y="0"/>
                  </a:moveTo>
                  <a:cubicBezTo>
                    <a:pt x="143" y="0"/>
                    <a:pt x="0" y="119"/>
                    <a:pt x="0" y="286"/>
                  </a:cubicBezTo>
                  <a:lnTo>
                    <a:pt x="0" y="762"/>
                  </a:lnTo>
                  <a:lnTo>
                    <a:pt x="310" y="762"/>
                  </a:lnTo>
                  <a:lnTo>
                    <a:pt x="310" y="286"/>
                  </a:lnTo>
                  <a:lnTo>
                    <a:pt x="1786" y="286"/>
                  </a:lnTo>
                  <a:lnTo>
                    <a:pt x="1786" y="3858"/>
                  </a:lnTo>
                  <a:lnTo>
                    <a:pt x="1310" y="3858"/>
                  </a:lnTo>
                  <a:cubicBezTo>
                    <a:pt x="1310" y="3858"/>
                    <a:pt x="1286" y="3858"/>
                    <a:pt x="1286" y="3834"/>
                  </a:cubicBezTo>
                  <a:lnTo>
                    <a:pt x="1286" y="3692"/>
                  </a:lnTo>
                  <a:lnTo>
                    <a:pt x="976" y="3692"/>
                  </a:lnTo>
                  <a:lnTo>
                    <a:pt x="976" y="3834"/>
                  </a:lnTo>
                  <a:cubicBezTo>
                    <a:pt x="976" y="4025"/>
                    <a:pt x="1143" y="4168"/>
                    <a:pt x="1310" y="4168"/>
                  </a:cubicBezTo>
                  <a:lnTo>
                    <a:pt x="3572" y="4168"/>
                  </a:lnTo>
                  <a:cubicBezTo>
                    <a:pt x="3763" y="4168"/>
                    <a:pt x="3882" y="4025"/>
                    <a:pt x="3882" y="3834"/>
                  </a:cubicBezTo>
                  <a:lnTo>
                    <a:pt x="3882" y="3692"/>
                  </a:lnTo>
                  <a:lnTo>
                    <a:pt x="3572" y="3692"/>
                  </a:lnTo>
                  <a:lnTo>
                    <a:pt x="3572" y="3834"/>
                  </a:lnTo>
                  <a:lnTo>
                    <a:pt x="3572" y="3858"/>
                  </a:lnTo>
                  <a:lnTo>
                    <a:pt x="3072" y="3858"/>
                  </a:lnTo>
                  <a:lnTo>
                    <a:pt x="3072" y="286"/>
                  </a:lnTo>
                  <a:lnTo>
                    <a:pt x="4549" y="286"/>
                  </a:lnTo>
                  <a:lnTo>
                    <a:pt x="4549" y="762"/>
                  </a:lnTo>
                  <a:lnTo>
                    <a:pt x="4858" y="762"/>
                  </a:lnTo>
                  <a:lnTo>
                    <a:pt x="4858" y="286"/>
                  </a:lnTo>
                  <a:cubicBezTo>
                    <a:pt x="4834" y="119"/>
                    <a:pt x="4715" y="0"/>
                    <a:pt x="452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756" name="Google Shape;756;p56"/>
          <p:cNvGrpSpPr/>
          <p:nvPr/>
        </p:nvGrpSpPr>
        <p:grpSpPr>
          <a:xfrm>
            <a:off x="1053675" y="3781818"/>
            <a:ext cx="387037" cy="363450"/>
            <a:chOff x="1180750" y="3781818"/>
            <a:chExt cx="387037" cy="363450"/>
          </a:xfrm>
        </p:grpSpPr>
        <p:sp>
          <p:nvSpPr>
            <p:cNvPr id="757" name="Google Shape;757;p56"/>
            <p:cNvSpPr/>
            <p:nvPr/>
          </p:nvSpPr>
          <p:spPr>
            <a:xfrm>
              <a:off x="1211345" y="3806285"/>
              <a:ext cx="11408" cy="11408"/>
            </a:xfrm>
            <a:custGeom>
              <a:avLst/>
              <a:gdLst/>
              <a:ahLst/>
              <a:cxnLst/>
              <a:rect l="l" t="t" r="r" b="b"/>
              <a:pathLst>
                <a:path w="311" h="311" extrusionOk="0">
                  <a:moveTo>
                    <a:pt x="0" y="1"/>
                  </a:moveTo>
                  <a:lnTo>
                    <a:pt x="0" y="310"/>
                  </a:lnTo>
                  <a:lnTo>
                    <a:pt x="310" y="310"/>
                  </a:lnTo>
                  <a:lnTo>
                    <a:pt x="31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58" name="Google Shape;758;p56"/>
            <p:cNvSpPr/>
            <p:nvPr/>
          </p:nvSpPr>
          <p:spPr>
            <a:xfrm>
              <a:off x="1234933" y="3806285"/>
              <a:ext cx="12252" cy="11408"/>
            </a:xfrm>
            <a:custGeom>
              <a:avLst/>
              <a:gdLst/>
              <a:ahLst/>
              <a:cxnLst/>
              <a:rect l="l" t="t" r="r" b="b"/>
              <a:pathLst>
                <a:path w="334" h="311" extrusionOk="0">
                  <a:moveTo>
                    <a:pt x="0" y="1"/>
                  </a:moveTo>
                  <a:lnTo>
                    <a:pt x="0" y="310"/>
                  </a:lnTo>
                  <a:lnTo>
                    <a:pt x="334" y="310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59" name="Google Shape;759;p56"/>
            <p:cNvSpPr/>
            <p:nvPr/>
          </p:nvSpPr>
          <p:spPr>
            <a:xfrm>
              <a:off x="1259401" y="3806285"/>
              <a:ext cx="11372" cy="11408"/>
            </a:xfrm>
            <a:custGeom>
              <a:avLst/>
              <a:gdLst/>
              <a:ahLst/>
              <a:cxnLst/>
              <a:rect l="l" t="t" r="r" b="b"/>
              <a:pathLst>
                <a:path w="310" h="311" extrusionOk="0">
                  <a:moveTo>
                    <a:pt x="0" y="1"/>
                  </a:moveTo>
                  <a:lnTo>
                    <a:pt x="0" y="310"/>
                  </a:lnTo>
                  <a:lnTo>
                    <a:pt x="310" y="310"/>
                  </a:lnTo>
                  <a:lnTo>
                    <a:pt x="31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60" name="Google Shape;760;p56"/>
            <p:cNvSpPr/>
            <p:nvPr/>
          </p:nvSpPr>
          <p:spPr>
            <a:xfrm>
              <a:off x="1222717" y="4013317"/>
              <a:ext cx="84773" cy="48091"/>
            </a:xfrm>
            <a:custGeom>
              <a:avLst/>
              <a:gdLst/>
              <a:ahLst/>
              <a:cxnLst/>
              <a:rect l="l" t="t" r="r" b="b"/>
              <a:pathLst>
                <a:path w="2311" h="1311" extrusionOk="0">
                  <a:moveTo>
                    <a:pt x="1977" y="286"/>
                  </a:moveTo>
                  <a:lnTo>
                    <a:pt x="1977" y="977"/>
                  </a:lnTo>
                  <a:lnTo>
                    <a:pt x="310" y="977"/>
                  </a:lnTo>
                  <a:lnTo>
                    <a:pt x="310" y="286"/>
                  </a:lnTo>
                  <a:close/>
                  <a:moveTo>
                    <a:pt x="0" y="1"/>
                  </a:moveTo>
                  <a:lnTo>
                    <a:pt x="0" y="1310"/>
                  </a:lnTo>
                  <a:lnTo>
                    <a:pt x="2310" y="1310"/>
                  </a:lnTo>
                  <a:lnTo>
                    <a:pt x="2310" y="1263"/>
                  </a:lnTo>
                  <a:lnTo>
                    <a:pt x="231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61" name="Google Shape;761;p56"/>
            <p:cNvSpPr/>
            <p:nvPr/>
          </p:nvSpPr>
          <p:spPr>
            <a:xfrm>
              <a:off x="1465566" y="4115513"/>
              <a:ext cx="35839" cy="11408"/>
            </a:xfrm>
            <a:custGeom>
              <a:avLst/>
              <a:gdLst/>
              <a:ahLst/>
              <a:cxnLst/>
              <a:rect l="l" t="t" r="r" b="b"/>
              <a:pathLst>
                <a:path w="977" h="311" extrusionOk="0">
                  <a:moveTo>
                    <a:pt x="0" y="1"/>
                  </a:moveTo>
                  <a:lnTo>
                    <a:pt x="0" y="311"/>
                  </a:lnTo>
                  <a:lnTo>
                    <a:pt x="977" y="311"/>
                  </a:lnTo>
                  <a:lnTo>
                    <a:pt x="97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62" name="Google Shape;762;p56"/>
            <p:cNvSpPr/>
            <p:nvPr/>
          </p:nvSpPr>
          <p:spPr>
            <a:xfrm>
              <a:off x="1180750" y="3781818"/>
              <a:ext cx="387037" cy="363450"/>
            </a:xfrm>
            <a:custGeom>
              <a:avLst/>
              <a:gdLst/>
              <a:ahLst/>
              <a:cxnLst/>
              <a:rect l="l" t="t" r="r" b="b"/>
              <a:pathLst>
                <a:path w="10551" h="9908" extrusionOk="0">
                  <a:moveTo>
                    <a:pt x="7907" y="310"/>
                  </a:moveTo>
                  <a:lnTo>
                    <a:pt x="7907" y="1335"/>
                  </a:lnTo>
                  <a:lnTo>
                    <a:pt x="287" y="1335"/>
                  </a:lnTo>
                  <a:lnTo>
                    <a:pt x="287" y="310"/>
                  </a:lnTo>
                  <a:close/>
                  <a:moveTo>
                    <a:pt x="10217" y="2311"/>
                  </a:moveTo>
                  <a:lnTo>
                    <a:pt x="10217" y="3002"/>
                  </a:lnTo>
                  <a:lnTo>
                    <a:pt x="6264" y="3002"/>
                  </a:lnTo>
                  <a:lnTo>
                    <a:pt x="6264" y="2311"/>
                  </a:lnTo>
                  <a:close/>
                  <a:moveTo>
                    <a:pt x="10241" y="8931"/>
                  </a:moveTo>
                  <a:lnTo>
                    <a:pt x="10241" y="9598"/>
                  </a:lnTo>
                  <a:lnTo>
                    <a:pt x="6312" y="9598"/>
                  </a:lnTo>
                  <a:lnTo>
                    <a:pt x="6264" y="9574"/>
                  </a:lnTo>
                  <a:lnTo>
                    <a:pt x="6264" y="8931"/>
                  </a:lnTo>
                  <a:close/>
                  <a:moveTo>
                    <a:pt x="1" y="1"/>
                  </a:moveTo>
                  <a:lnTo>
                    <a:pt x="1" y="1620"/>
                  </a:lnTo>
                  <a:lnTo>
                    <a:pt x="7907" y="1620"/>
                  </a:lnTo>
                  <a:lnTo>
                    <a:pt x="7907" y="1977"/>
                  </a:lnTo>
                  <a:lnTo>
                    <a:pt x="6264" y="1977"/>
                  </a:lnTo>
                  <a:cubicBezTo>
                    <a:pt x="6097" y="1977"/>
                    <a:pt x="5955" y="2097"/>
                    <a:pt x="5955" y="2287"/>
                  </a:cubicBezTo>
                  <a:lnTo>
                    <a:pt x="5955" y="3263"/>
                  </a:lnTo>
                  <a:lnTo>
                    <a:pt x="10241" y="3263"/>
                  </a:lnTo>
                  <a:lnTo>
                    <a:pt x="10241" y="8574"/>
                  </a:lnTo>
                  <a:lnTo>
                    <a:pt x="6264" y="8574"/>
                  </a:lnTo>
                  <a:lnTo>
                    <a:pt x="6264" y="3621"/>
                  </a:lnTo>
                  <a:lnTo>
                    <a:pt x="5978" y="3621"/>
                  </a:lnTo>
                  <a:lnTo>
                    <a:pt x="5978" y="4311"/>
                  </a:lnTo>
                  <a:lnTo>
                    <a:pt x="1477" y="4311"/>
                  </a:lnTo>
                  <a:lnTo>
                    <a:pt x="1477" y="2311"/>
                  </a:lnTo>
                  <a:lnTo>
                    <a:pt x="5621" y="2311"/>
                  </a:lnTo>
                  <a:lnTo>
                    <a:pt x="5621" y="2025"/>
                  </a:lnTo>
                  <a:lnTo>
                    <a:pt x="1144" y="2025"/>
                  </a:lnTo>
                  <a:lnTo>
                    <a:pt x="1144" y="4645"/>
                  </a:lnTo>
                  <a:lnTo>
                    <a:pt x="5978" y="4645"/>
                  </a:lnTo>
                  <a:lnTo>
                    <a:pt x="5978" y="5002"/>
                  </a:lnTo>
                  <a:lnTo>
                    <a:pt x="1144" y="5002"/>
                  </a:lnTo>
                  <a:lnTo>
                    <a:pt x="1144" y="5288"/>
                  </a:lnTo>
                  <a:lnTo>
                    <a:pt x="5978" y="5288"/>
                  </a:lnTo>
                  <a:lnTo>
                    <a:pt x="5978" y="6312"/>
                  </a:lnTo>
                  <a:lnTo>
                    <a:pt x="3978" y="6312"/>
                  </a:lnTo>
                  <a:lnTo>
                    <a:pt x="3978" y="7621"/>
                  </a:lnTo>
                  <a:lnTo>
                    <a:pt x="5621" y="7621"/>
                  </a:lnTo>
                  <a:lnTo>
                    <a:pt x="5621" y="7312"/>
                  </a:lnTo>
                  <a:lnTo>
                    <a:pt x="4288" y="7312"/>
                  </a:lnTo>
                  <a:lnTo>
                    <a:pt x="4288" y="6597"/>
                  </a:lnTo>
                  <a:lnTo>
                    <a:pt x="5978" y="6597"/>
                  </a:lnTo>
                  <a:lnTo>
                    <a:pt x="5978" y="7931"/>
                  </a:lnTo>
                  <a:lnTo>
                    <a:pt x="311" y="7931"/>
                  </a:lnTo>
                  <a:lnTo>
                    <a:pt x="311" y="1977"/>
                  </a:lnTo>
                  <a:lnTo>
                    <a:pt x="25" y="1977"/>
                  </a:lnTo>
                  <a:lnTo>
                    <a:pt x="25" y="8264"/>
                  </a:lnTo>
                  <a:lnTo>
                    <a:pt x="5978" y="8264"/>
                  </a:lnTo>
                  <a:lnTo>
                    <a:pt x="5978" y="9574"/>
                  </a:lnTo>
                  <a:cubicBezTo>
                    <a:pt x="5978" y="9765"/>
                    <a:pt x="6121" y="9908"/>
                    <a:pt x="6312" y="9908"/>
                  </a:cubicBezTo>
                  <a:lnTo>
                    <a:pt x="10217" y="9908"/>
                  </a:lnTo>
                  <a:cubicBezTo>
                    <a:pt x="10408" y="9908"/>
                    <a:pt x="10551" y="9765"/>
                    <a:pt x="10551" y="9574"/>
                  </a:cubicBezTo>
                  <a:lnTo>
                    <a:pt x="10551" y="2311"/>
                  </a:lnTo>
                  <a:cubicBezTo>
                    <a:pt x="10527" y="2144"/>
                    <a:pt x="10408" y="1977"/>
                    <a:pt x="10241" y="1977"/>
                  </a:cubicBezTo>
                  <a:lnTo>
                    <a:pt x="8241" y="1977"/>
                  </a:lnTo>
                  <a:lnTo>
                    <a:pt x="824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63" name="Google Shape;763;p56"/>
            <p:cNvSpPr/>
            <p:nvPr/>
          </p:nvSpPr>
          <p:spPr>
            <a:xfrm>
              <a:off x="1428002" y="3915487"/>
              <a:ext cx="108360" cy="72558"/>
            </a:xfrm>
            <a:custGeom>
              <a:avLst/>
              <a:gdLst/>
              <a:ahLst/>
              <a:cxnLst/>
              <a:rect l="l" t="t" r="r" b="b"/>
              <a:pathLst>
                <a:path w="2954" h="1978" extrusionOk="0">
                  <a:moveTo>
                    <a:pt x="2668" y="310"/>
                  </a:moveTo>
                  <a:lnTo>
                    <a:pt x="2668" y="1644"/>
                  </a:lnTo>
                  <a:lnTo>
                    <a:pt x="334" y="1644"/>
                  </a:lnTo>
                  <a:lnTo>
                    <a:pt x="334" y="310"/>
                  </a:lnTo>
                  <a:close/>
                  <a:moveTo>
                    <a:pt x="0" y="0"/>
                  </a:moveTo>
                  <a:lnTo>
                    <a:pt x="0" y="1977"/>
                  </a:lnTo>
                  <a:lnTo>
                    <a:pt x="2953" y="1977"/>
                  </a:lnTo>
                  <a:lnTo>
                    <a:pt x="295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64" name="Google Shape;764;p56"/>
            <p:cNvSpPr/>
            <p:nvPr/>
          </p:nvSpPr>
          <p:spPr>
            <a:xfrm>
              <a:off x="1428002" y="4001102"/>
              <a:ext cx="109240" cy="10528"/>
            </a:xfrm>
            <a:custGeom>
              <a:avLst/>
              <a:gdLst/>
              <a:ahLst/>
              <a:cxnLst/>
              <a:rect l="l" t="t" r="r" b="b"/>
              <a:pathLst>
                <a:path w="2978" h="287" extrusionOk="0">
                  <a:moveTo>
                    <a:pt x="0" y="0"/>
                  </a:moveTo>
                  <a:lnTo>
                    <a:pt x="0" y="286"/>
                  </a:lnTo>
                  <a:lnTo>
                    <a:pt x="2977" y="286"/>
                  </a:lnTo>
                  <a:lnTo>
                    <a:pt x="297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65" name="Google Shape;765;p56"/>
            <p:cNvSpPr/>
            <p:nvPr/>
          </p:nvSpPr>
          <p:spPr>
            <a:xfrm>
              <a:off x="1428002" y="4024689"/>
              <a:ext cx="109240" cy="11372"/>
            </a:xfrm>
            <a:custGeom>
              <a:avLst/>
              <a:gdLst/>
              <a:ahLst/>
              <a:cxnLst/>
              <a:rect l="l" t="t" r="r" b="b"/>
              <a:pathLst>
                <a:path w="2978" h="310" extrusionOk="0">
                  <a:moveTo>
                    <a:pt x="0" y="0"/>
                  </a:moveTo>
                  <a:lnTo>
                    <a:pt x="0" y="310"/>
                  </a:lnTo>
                  <a:lnTo>
                    <a:pt x="2977" y="310"/>
                  </a:lnTo>
                  <a:lnTo>
                    <a:pt x="297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66" name="Google Shape;766;p56"/>
            <p:cNvSpPr/>
            <p:nvPr/>
          </p:nvSpPr>
          <p:spPr>
            <a:xfrm>
              <a:off x="1428002" y="4049156"/>
              <a:ext cx="48091" cy="35839"/>
            </a:xfrm>
            <a:custGeom>
              <a:avLst/>
              <a:gdLst/>
              <a:ahLst/>
              <a:cxnLst/>
              <a:rect l="l" t="t" r="r" b="b"/>
              <a:pathLst>
                <a:path w="1311" h="977" extrusionOk="0">
                  <a:moveTo>
                    <a:pt x="1024" y="286"/>
                  </a:moveTo>
                  <a:lnTo>
                    <a:pt x="1024" y="643"/>
                  </a:lnTo>
                  <a:lnTo>
                    <a:pt x="334" y="643"/>
                  </a:lnTo>
                  <a:lnTo>
                    <a:pt x="334" y="286"/>
                  </a:lnTo>
                  <a:close/>
                  <a:moveTo>
                    <a:pt x="0" y="0"/>
                  </a:moveTo>
                  <a:lnTo>
                    <a:pt x="0" y="976"/>
                  </a:lnTo>
                  <a:lnTo>
                    <a:pt x="1310" y="976"/>
                  </a:lnTo>
                  <a:lnTo>
                    <a:pt x="131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67" name="Google Shape;767;p56"/>
            <p:cNvSpPr/>
            <p:nvPr/>
          </p:nvSpPr>
          <p:spPr>
            <a:xfrm>
              <a:off x="1494400" y="4049156"/>
              <a:ext cx="48934" cy="35839"/>
            </a:xfrm>
            <a:custGeom>
              <a:avLst/>
              <a:gdLst/>
              <a:ahLst/>
              <a:cxnLst/>
              <a:rect l="l" t="t" r="r" b="b"/>
              <a:pathLst>
                <a:path w="1334" h="977" extrusionOk="0">
                  <a:moveTo>
                    <a:pt x="1024" y="286"/>
                  </a:moveTo>
                  <a:lnTo>
                    <a:pt x="1024" y="643"/>
                  </a:lnTo>
                  <a:lnTo>
                    <a:pt x="334" y="643"/>
                  </a:lnTo>
                  <a:lnTo>
                    <a:pt x="334" y="286"/>
                  </a:lnTo>
                  <a:close/>
                  <a:moveTo>
                    <a:pt x="0" y="0"/>
                  </a:moveTo>
                  <a:lnTo>
                    <a:pt x="0" y="976"/>
                  </a:lnTo>
                  <a:lnTo>
                    <a:pt x="1334" y="976"/>
                  </a:lnTo>
                  <a:lnTo>
                    <a:pt x="133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68" name="Google Shape;768;p56"/>
            <p:cNvSpPr/>
            <p:nvPr/>
          </p:nvSpPr>
          <p:spPr>
            <a:xfrm>
              <a:off x="1222717" y="3988851"/>
              <a:ext cx="164264" cy="11408"/>
            </a:xfrm>
            <a:custGeom>
              <a:avLst/>
              <a:gdLst/>
              <a:ahLst/>
              <a:cxnLst/>
              <a:rect l="l" t="t" r="r" b="b"/>
              <a:pathLst>
                <a:path w="4478" h="311" extrusionOk="0">
                  <a:moveTo>
                    <a:pt x="0" y="1"/>
                  </a:moveTo>
                  <a:lnTo>
                    <a:pt x="0" y="310"/>
                  </a:lnTo>
                  <a:lnTo>
                    <a:pt x="4477" y="310"/>
                  </a:lnTo>
                  <a:lnTo>
                    <a:pt x="447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1726" name="Google Shape;1726;p75"/>
          <p:cNvGrpSpPr/>
          <p:nvPr/>
        </p:nvGrpSpPr>
        <p:grpSpPr>
          <a:xfrm>
            <a:off x="4787000" y="3304692"/>
            <a:ext cx="438912" cy="301752"/>
            <a:chOff x="5124852" y="2671528"/>
            <a:chExt cx="365872" cy="292022"/>
          </a:xfrm>
        </p:grpSpPr>
        <p:sp>
          <p:nvSpPr>
            <p:cNvPr id="1727" name="Google Shape;1727;p75"/>
            <p:cNvSpPr/>
            <p:nvPr/>
          </p:nvSpPr>
          <p:spPr>
            <a:xfrm>
              <a:off x="5261752" y="2842426"/>
              <a:ext cx="11635" cy="10799"/>
            </a:xfrm>
            <a:custGeom>
              <a:avLst/>
              <a:gdLst/>
              <a:ahLst/>
              <a:cxnLst/>
              <a:rect l="l" t="t" r="r" b="b"/>
              <a:pathLst>
                <a:path w="334" h="310" extrusionOk="0">
                  <a:moveTo>
                    <a:pt x="0" y="0"/>
                  </a:moveTo>
                  <a:lnTo>
                    <a:pt x="0" y="310"/>
                  </a:lnTo>
                  <a:lnTo>
                    <a:pt x="334" y="310"/>
                  </a:lnTo>
                  <a:lnTo>
                    <a:pt x="33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728" name="Google Shape;1728;p75"/>
            <p:cNvSpPr/>
            <p:nvPr/>
          </p:nvSpPr>
          <p:spPr>
            <a:xfrm>
              <a:off x="5284151" y="2842426"/>
              <a:ext cx="11635" cy="10799"/>
            </a:xfrm>
            <a:custGeom>
              <a:avLst/>
              <a:gdLst/>
              <a:ahLst/>
              <a:cxnLst/>
              <a:rect l="l" t="t" r="r" b="b"/>
              <a:pathLst>
                <a:path w="334" h="310" extrusionOk="0">
                  <a:moveTo>
                    <a:pt x="0" y="0"/>
                  </a:moveTo>
                  <a:lnTo>
                    <a:pt x="0" y="310"/>
                  </a:lnTo>
                  <a:lnTo>
                    <a:pt x="334" y="310"/>
                  </a:lnTo>
                  <a:lnTo>
                    <a:pt x="33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729" name="Google Shape;1729;p75"/>
            <p:cNvSpPr/>
            <p:nvPr/>
          </p:nvSpPr>
          <p:spPr>
            <a:xfrm>
              <a:off x="5307351" y="2842426"/>
              <a:ext cx="11670" cy="10799"/>
            </a:xfrm>
            <a:custGeom>
              <a:avLst/>
              <a:gdLst/>
              <a:ahLst/>
              <a:cxnLst/>
              <a:rect l="l" t="t" r="r" b="b"/>
              <a:pathLst>
                <a:path w="335" h="310" extrusionOk="0">
                  <a:moveTo>
                    <a:pt x="1" y="0"/>
                  </a:moveTo>
                  <a:lnTo>
                    <a:pt x="1" y="310"/>
                  </a:lnTo>
                  <a:lnTo>
                    <a:pt x="334" y="310"/>
                  </a:lnTo>
                  <a:lnTo>
                    <a:pt x="33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730" name="Google Shape;1730;p75"/>
            <p:cNvSpPr/>
            <p:nvPr/>
          </p:nvSpPr>
          <p:spPr>
            <a:xfrm>
              <a:off x="5153068" y="2698072"/>
              <a:ext cx="165954" cy="57269"/>
            </a:xfrm>
            <a:custGeom>
              <a:avLst/>
              <a:gdLst/>
              <a:ahLst/>
              <a:cxnLst/>
              <a:rect l="l" t="t" r="r" b="b"/>
              <a:pathLst>
                <a:path w="4764" h="1644" extrusionOk="0">
                  <a:moveTo>
                    <a:pt x="4430" y="334"/>
                  </a:moveTo>
                  <a:lnTo>
                    <a:pt x="4430" y="1358"/>
                  </a:lnTo>
                  <a:lnTo>
                    <a:pt x="286" y="1358"/>
                  </a:lnTo>
                  <a:lnTo>
                    <a:pt x="286" y="334"/>
                  </a:lnTo>
                  <a:close/>
                  <a:moveTo>
                    <a:pt x="0" y="0"/>
                  </a:moveTo>
                  <a:lnTo>
                    <a:pt x="0" y="1644"/>
                  </a:lnTo>
                  <a:lnTo>
                    <a:pt x="4763" y="1644"/>
                  </a:lnTo>
                  <a:lnTo>
                    <a:pt x="476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731" name="Google Shape;1731;p75"/>
            <p:cNvSpPr/>
            <p:nvPr/>
          </p:nvSpPr>
          <p:spPr>
            <a:xfrm>
              <a:off x="5153068" y="2767741"/>
              <a:ext cx="166790" cy="10834"/>
            </a:xfrm>
            <a:custGeom>
              <a:avLst/>
              <a:gdLst/>
              <a:ahLst/>
              <a:cxnLst/>
              <a:rect l="l" t="t" r="r" b="b"/>
              <a:pathLst>
                <a:path w="4788" h="311" extrusionOk="0">
                  <a:moveTo>
                    <a:pt x="0" y="1"/>
                  </a:moveTo>
                  <a:lnTo>
                    <a:pt x="0" y="310"/>
                  </a:lnTo>
                  <a:lnTo>
                    <a:pt x="4787" y="310"/>
                  </a:lnTo>
                  <a:lnTo>
                    <a:pt x="478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732" name="Google Shape;1732;p75"/>
            <p:cNvSpPr/>
            <p:nvPr/>
          </p:nvSpPr>
          <p:spPr>
            <a:xfrm>
              <a:off x="5153068" y="2790976"/>
              <a:ext cx="166790" cy="9998"/>
            </a:xfrm>
            <a:custGeom>
              <a:avLst/>
              <a:gdLst/>
              <a:ahLst/>
              <a:cxnLst/>
              <a:rect l="l" t="t" r="r" b="b"/>
              <a:pathLst>
                <a:path w="4788" h="287" extrusionOk="0">
                  <a:moveTo>
                    <a:pt x="0" y="1"/>
                  </a:moveTo>
                  <a:lnTo>
                    <a:pt x="0" y="286"/>
                  </a:lnTo>
                  <a:lnTo>
                    <a:pt x="4787" y="286"/>
                  </a:lnTo>
                  <a:lnTo>
                    <a:pt x="478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733" name="Google Shape;1733;p75"/>
            <p:cNvSpPr/>
            <p:nvPr/>
          </p:nvSpPr>
          <p:spPr>
            <a:xfrm>
              <a:off x="5153068" y="2813374"/>
              <a:ext cx="166790" cy="10834"/>
            </a:xfrm>
            <a:custGeom>
              <a:avLst/>
              <a:gdLst/>
              <a:ahLst/>
              <a:cxnLst/>
              <a:rect l="l" t="t" r="r" b="b"/>
              <a:pathLst>
                <a:path w="4788" h="311" extrusionOk="0">
                  <a:moveTo>
                    <a:pt x="0" y="1"/>
                  </a:moveTo>
                  <a:lnTo>
                    <a:pt x="0" y="310"/>
                  </a:lnTo>
                  <a:lnTo>
                    <a:pt x="4787" y="310"/>
                  </a:lnTo>
                  <a:lnTo>
                    <a:pt x="478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734" name="Google Shape;1734;p75"/>
            <p:cNvSpPr/>
            <p:nvPr/>
          </p:nvSpPr>
          <p:spPr>
            <a:xfrm>
              <a:off x="5336403" y="2698072"/>
              <a:ext cx="92104" cy="10799"/>
            </a:xfrm>
            <a:custGeom>
              <a:avLst/>
              <a:gdLst/>
              <a:ahLst/>
              <a:cxnLst/>
              <a:rect l="l" t="t" r="r" b="b"/>
              <a:pathLst>
                <a:path w="2644" h="310" extrusionOk="0">
                  <a:moveTo>
                    <a:pt x="0" y="0"/>
                  </a:moveTo>
                  <a:lnTo>
                    <a:pt x="0" y="310"/>
                  </a:lnTo>
                  <a:lnTo>
                    <a:pt x="2644" y="310"/>
                  </a:lnTo>
                  <a:lnTo>
                    <a:pt x="264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735" name="Google Shape;1735;p75"/>
            <p:cNvSpPr/>
            <p:nvPr/>
          </p:nvSpPr>
          <p:spPr>
            <a:xfrm>
              <a:off x="5336403" y="2721306"/>
              <a:ext cx="92104" cy="9963"/>
            </a:xfrm>
            <a:custGeom>
              <a:avLst/>
              <a:gdLst/>
              <a:ahLst/>
              <a:cxnLst/>
              <a:rect l="l" t="t" r="r" b="b"/>
              <a:pathLst>
                <a:path w="2644" h="286" extrusionOk="0">
                  <a:moveTo>
                    <a:pt x="0" y="0"/>
                  </a:moveTo>
                  <a:lnTo>
                    <a:pt x="0" y="286"/>
                  </a:lnTo>
                  <a:lnTo>
                    <a:pt x="2644" y="286"/>
                  </a:lnTo>
                  <a:lnTo>
                    <a:pt x="264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736" name="Google Shape;1736;p75"/>
            <p:cNvSpPr/>
            <p:nvPr/>
          </p:nvSpPr>
          <p:spPr>
            <a:xfrm>
              <a:off x="5336403" y="2745342"/>
              <a:ext cx="92104" cy="9998"/>
            </a:xfrm>
            <a:custGeom>
              <a:avLst/>
              <a:gdLst/>
              <a:ahLst/>
              <a:cxnLst/>
              <a:rect l="l" t="t" r="r" b="b"/>
              <a:pathLst>
                <a:path w="2644" h="287" extrusionOk="0">
                  <a:moveTo>
                    <a:pt x="0" y="1"/>
                  </a:moveTo>
                  <a:lnTo>
                    <a:pt x="0" y="287"/>
                  </a:lnTo>
                  <a:lnTo>
                    <a:pt x="2644" y="287"/>
                  </a:lnTo>
                  <a:lnTo>
                    <a:pt x="264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737" name="Google Shape;1737;p75"/>
            <p:cNvSpPr/>
            <p:nvPr/>
          </p:nvSpPr>
          <p:spPr>
            <a:xfrm>
              <a:off x="5422688" y="2934494"/>
              <a:ext cx="22434" cy="10834"/>
            </a:xfrm>
            <a:custGeom>
              <a:avLst/>
              <a:gdLst/>
              <a:ahLst/>
              <a:cxnLst/>
              <a:rect l="l" t="t" r="r" b="b"/>
              <a:pathLst>
                <a:path w="644" h="311" extrusionOk="0">
                  <a:moveTo>
                    <a:pt x="0" y="0"/>
                  </a:moveTo>
                  <a:lnTo>
                    <a:pt x="0" y="310"/>
                  </a:lnTo>
                  <a:lnTo>
                    <a:pt x="643" y="310"/>
                  </a:lnTo>
                  <a:lnTo>
                    <a:pt x="64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738" name="Google Shape;1738;p75"/>
            <p:cNvSpPr/>
            <p:nvPr/>
          </p:nvSpPr>
          <p:spPr>
            <a:xfrm>
              <a:off x="5399453" y="2894678"/>
              <a:ext cx="69705" cy="9998"/>
            </a:xfrm>
            <a:custGeom>
              <a:avLst/>
              <a:gdLst/>
              <a:ahLst/>
              <a:cxnLst/>
              <a:rect l="l" t="t" r="r" b="b"/>
              <a:pathLst>
                <a:path w="2001" h="287" extrusionOk="0">
                  <a:moveTo>
                    <a:pt x="0" y="0"/>
                  </a:moveTo>
                  <a:lnTo>
                    <a:pt x="0" y="286"/>
                  </a:lnTo>
                  <a:lnTo>
                    <a:pt x="2001" y="286"/>
                  </a:lnTo>
                  <a:lnTo>
                    <a:pt x="200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739" name="Google Shape;1739;p75"/>
            <p:cNvSpPr/>
            <p:nvPr/>
          </p:nvSpPr>
          <p:spPr>
            <a:xfrm>
              <a:off x="5124852" y="2671528"/>
              <a:ext cx="365872" cy="292022"/>
            </a:xfrm>
            <a:custGeom>
              <a:avLst/>
              <a:gdLst/>
              <a:ahLst/>
              <a:cxnLst/>
              <a:rect l="l" t="t" r="r" b="b"/>
              <a:pathLst>
                <a:path w="10503" h="8383" extrusionOk="0">
                  <a:moveTo>
                    <a:pt x="10170" y="3072"/>
                  </a:moveTo>
                  <a:lnTo>
                    <a:pt x="10170" y="3739"/>
                  </a:lnTo>
                  <a:lnTo>
                    <a:pt x="7550" y="3739"/>
                  </a:lnTo>
                  <a:lnTo>
                    <a:pt x="7550" y="3072"/>
                  </a:lnTo>
                  <a:close/>
                  <a:moveTo>
                    <a:pt x="5407" y="6883"/>
                  </a:moveTo>
                  <a:lnTo>
                    <a:pt x="5407" y="7883"/>
                  </a:lnTo>
                  <a:lnTo>
                    <a:pt x="4073" y="7883"/>
                  </a:lnTo>
                  <a:lnTo>
                    <a:pt x="4073" y="6883"/>
                  </a:lnTo>
                  <a:close/>
                  <a:moveTo>
                    <a:pt x="10241" y="7359"/>
                  </a:moveTo>
                  <a:lnTo>
                    <a:pt x="10241" y="8026"/>
                  </a:lnTo>
                  <a:lnTo>
                    <a:pt x="7598" y="8026"/>
                  </a:lnTo>
                  <a:lnTo>
                    <a:pt x="7598" y="8002"/>
                  </a:lnTo>
                  <a:lnTo>
                    <a:pt x="7598" y="7359"/>
                  </a:lnTo>
                  <a:close/>
                  <a:moveTo>
                    <a:pt x="334" y="0"/>
                  </a:moveTo>
                  <a:cubicBezTo>
                    <a:pt x="144" y="0"/>
                    <a:pt x="1" y="119"/>
                    <a:pt x="1" y="286"/>
                  </a:cubicBezTo>
                  <a:lnTo>
                    <a:pt x="1" y="6573"/>
                  </a:lnTo>
                  <a:cubicBezTo>
                    <a:pt x="1" y="6764"/>
                    <a:pt x="144" y="6906"/>
                    <a:pt x="334" y="6906"/>
                  </a:cubicBezTo>
                  <a:lnTo>
                    <a:pt x="3787" y="6906"/>
                  </a:lnTo>
                  <a:lnTo>
                    <a:pt x="3787" y="7907"/>
                  </a:lnTo>
                  <a:lnTo>
                    <a:pt x="3120" y="7907"/>
                  </a:lnTo>
                  <a:lnTo>
                    <a:pt x="3120" y="8216"/>
                  </a:lnTo>
                  <a:lnTo>
                    <a:pt x="6431" y="8216"/>
                  </a:lnTo>
                  <a:lnTo>
                    <a:pt x="6431" y="7907"/>
                  </a:lnTo>
                  <a:lnTo>
                    <a:pt x="5740" y="7907"/>
                  </a:lnTo>
                  <a:lnTo>
                    <a:pt x="5740" y="6906"/>
                  </a:lnTo>
                  <a:lnTo>
                    <a:pt x="6931" y="6906"/>
                  </a:lnTo>
                  <a:lnTo>
                    <a:pt x="6931" y="6597"/>
                  </a:lnTo>
                  <a:lnTo>
                    <a:pt x="334" y="6597"/>
                  </a:lnTo>
                  <a:lnTo>
                    <a:pt x="287" y="6573"/>
                  </a:lnTo>
                  <a:lnTo>
                    <a:pt x="287" y="5930"/>
                  </a:lnTo>
                  <a:lnTo>
                    <a:pt x="7264" y="5930"/>
                  </a:lnTo>
                  <a:lnTo>
                    <a:pt x="7264" y="8073"/>
                  </a:lnTo>
                  <a:cubicBezTo>
                    <a:pt x="7264" y="8240"/>
                    <a:pt x="7407" y="8383"/>
                    <a:pt x="7598" y="8383"/>
                  </a:cubicBezTo>
                  <a:lnTo>
                    <a:pt x="10217" y="8383"/>
                  </a:lnTo>
                  <a:cubicBezTo>
                    <a:pt x="10384" y="8383"/>
                    <a:pt x="10503" y="8240"/>
                    <a:pt x="10503" y="8073"/>
                  </a:cubicBezTo>
                  <a:lnTo>
                    <a:pt x="10503" y="3120"/>
                  </a:lnTo>
                  <a:cubicBezTo>
                    <a:pt x="10503" y="2882"/>
                    <a:pt x="10384" y="2763"/>
                    <a:pt x="10217" y="2763"/>
                  </a:cubicBezTo>
                  <a:lnTo>
                    <a:pt x="7598" y="2763"/>
                  </a:lnTo>
                  <a:cubicBezTo>
                    <a:pt x="7407" y="2763"/>
                    <a:pt x="7264" y="2882"/>
                    <a:pt x="7264" y="3072"/>
                  </a:cubicBezTo>
                  <a:lnTo>
                    <a:pt x="7264" y="4049"/>
                  </a:lnTo>
                  <a:lnTo>
                    <a:pt x="10217" y="4049"/>
                  </a:lnTo>
                  <a:lnTo>
                    <a:pt x="10217" y="7049"/>
                  </a:lnTo>
                  <a:lnTo>
                    <a:pt x="7550" y="7049"/>
                  </a:lnTo>
                  <a:lnTo>
                    <a:pt x="7550" y="4406"/>
                  </a:lnTo>
                  <a:lnTo>
                    <a:pt x="7264" y="4406"/>
                  </a:lnTo>
                  <a:lnTo>
                    <a:pt x="7264" y="5597"/>
                  </a:lnTo>
                  <a:lnTo>
                    <a:pt x="287" y="5597"/>
                  </a:lnTo>
                  <a:lnTo>
                    <a:pt x="287" y="286"/>
                  </a:lnTo>
                  <a:lnTo>
                    <a:pt x="9265" y="286"/>
                  </a:lnTo>
                  <a:lnTo>
                    <a:pt x="9265" y="2429"/>
                  </a:lnTo>
                  <a:lnTo>
                    <a:pt x="9550" y="2429"/>
                  </a:lnTo>
                  <a:lnTo>
                    <a:pt x="9550" y="286"/>
                  </a:lnTo>
                  <a:cubicBezTo>
                    <a:pt x="9550" y="119"/>
                    <a:pt x="9431" y="0"/>
                    <a:pt x="926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740" name="Google Shape;1740;p75"/>
            <p:cNvSpPr/>
            <p:nvPr/>
          </p:nvSpPr>
          <p:spPr>
            <a:xfrm>
              <a:off x="5399453" y="2824974"/>
              <a:ext cx="68869" cy="57304"/>
            </a:xfrm>
            <a:custGeom>
              <a:avLst/>
              <a:gdLst/>
              <a:ahLst/>
              <a:cxnLst/>
              <a:rect l="l" t="t" r="r" b="b"/>
              <a:pathLst>
                <a:path w="1977" h="1645" extrusionOk="0">
                  <a:moveTo>
                    <a:pt x="1667" y="334"/>
                  </a:moveTo>
                  <a:lnTo>
                    <a:pt x="1667" y="1335"/>
                  </a:lnTo>
                  <a:lnTo>
                    <a:pt x="334" y="1335"/>
                  </a:lnTo>
                  <a:lnTo>
                    <a:pt x="334" y="334"/>
                  </a:lnTo>
                  <a:close/>
                  <a:moveTo>
                    <a:pt x="0" y="1"/>
                  </a:moveTo>
                  <a:lnTo>
                    <a:pt x="0" y="1644"/>
                  </a:lnTo>
                  <a:lnTo>
                    <a:pt x="1977" y="1644"/>
                  </a:lnTo>
                  <a:lnTo>
                    <a:pt x="197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51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p46"/>
          <p:cNvSpPr txBox="1"/>
          <p:nvPr>
            <p:ph type="title"/>
          </p:nvPr>
        </p:nvSpPr>
        <p:spPr>
          <a:xfrm>
            <a:off x="713105" y="2090420"/>
            <a:ext cx="5160645" cy="221170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/>
              <a:t>Fonctionnement technique</a:t>
            </a:r>
            <a:endParaRPr lang="en-GB" sz="5000"/>
          </a:p>
        </p:txBody>
      </p:sp>
      <p:sp>
        <p:nvSpPr>
          <p:cNvPr id="513" name="Google Shape;513;p46"/>
          <p:cNvSpPr txBox="1"/>
          <p:nvPr>
            <p:ph type="title" idx="2"/>
          </p:nvPr>
        </p:nvSpPr>
        <p:spPr>
          <a:xfrm>
            <a:off x="713225" y="986040"/>
            <a:ext cx="2125500" cy="11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0</a:t>
            </a:r>
            <a:r>
              <a:rPr lang="en-US" altLang="en-GB"/>
              <a:t>3</a:t>
            </a:r>
            <a:endParaRPr lang="en-US" altLang="en-GB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518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Google Shape;519;p47"/>
          <p:cNvSpPr txBox="1"/>
          <p:nvPr>
            <p:ph type="sldNum" idx="12"/>
          </p:nvPr>
        </p:nvSpPr>
        <p:spPr>
          <a:xfrm>
            <a:off x="8472449" y="4607079"/>
            <a:ext cx="6714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  <p:sp>
        <p:nvSpPr>
          <p:cNvPr id="520" name="Google Shape;520;p47"/>
          <p:cNvSpPr txBox="1"/>
          <p:nvPr>
            <p:ph type="body" idx="1"/>
          </p:nvPr>
        </p:nvSpPr>
        <p:spPr>
          <a:xfrm>
            <a:off x="713225" y="1706950"/>
            <a:ext cx="4837800" cy="249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7500" algn="l" rtl="0">
              <a:spcBef>
                <a:spcPts val="1200"/>
              </a:spcBef>
              <a:spcAft>
                <a:spcPts val="0"/>
              </a:spcAft>
              <a:buSzPts val="1400"/>
              <a:buChar char="●"/>
            </a:pPr>
            <a:r>
              <a:rPr lang="en-GB" b="1"/>
              <a:t>Analyse</a:t>
            </a:r>
            <a:r>
              <a:rPr lang="en-US" altLang="en-GB" b="1"/>
              <a:t>:</a:t>
            </a:r>
            <a:r>
              <a:rPr lang="en-US" altLang="en-GB"/>
              <a:t> </a:t>
            </a:r>
            <a:r>
              <a:rPr lang="en-GB"/>
              <a:t>Étudier la structure HTML de la page</a:t>
            </a:r>
            <a:endParaRPr lang="en-GB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GB" b="1"/>
              <a:t>Requête:</a:t>
            </a:r>
            <a:r>
              <a:rPr lang="en-US" altLang="en-GB"/>
              <a:t> </a:t>
            </a:r>
            <a:r>
              <a:rPr lang="en-GB"/>
              <a:t>Envoyer des requêtes HTTP pour obtenir le HTML</a:t>
            </a:r>
            <a:endParaRPr lang="en-GB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GB" b="1"/>
              <a:t>Parsing:</a:t>
            </a:r>
            <a:r>
              <a:rPr lang="en-US" altLang="en-GB"/>
              <a:t> </a:t>
            </a:r>
            <a:r>
              <a:rPr lang="en-GB"/>
              <a:t>Extraire les données avec des outils comme BeautifulSoup</a:t>
            </a:r>
            <a:r>
              <a:rPr lang="en-US" altLang="en-GB"/>
              <a:t>...</a:t>
            </a:r>
            <a:endParaRPr lang="en-US" altLang="en-GB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GB" b="1">
                <a:sym typeface="+mn-ea"/>
              </a:rPr>
              <a:t>Traitement</a:t>
            </a:r>
            <a:r>
              <a:rPr lang="en-US" altLang="en-GB" b="1">
                <a:sym typeface="+mn-ea"/>
              </a:rPr>
              <a:t> </a:t>
            </a:r>
            <a:r>
              <a:rPr lang="en-GB" b="1">
                <a:sym typeface="+mn-ea"/>
              </a:rPr>
              <a:t>/</a:t>
            </a:r>
            <a:r>
              <a:rPr lang="en-US" altLang="en-GB" b="1">
                <a:sym typeface="+mn-ea"/>
              </a:rPr>
              <a:t> </a:t>
            </a:r>
            <a:r>
              <a:rPr lang="en-GB" b="1"/>
              <a:t>Stockage:</a:t>
            </a:r>
            <a:r>
              <a:rPr lang="en-US" altLang="en-GB" b="1"/>
              <a:t> </a:t>
            </a:r>
            <a:r>
              <a:rPr lang="en-US" altLang="en-GB"/>
              <a:t>Traiter ou sauvegarder les données</a:t>
            </a:r>
            <a:endParaRPr lang="en-GB"/>
          </a:p>
        </p:txBody>
      </p:sp>
      <p:sp>
        <p:nvSpPr>
          <p:cNvPr id="521" name="Google Shape;521;p47"/>
          <p:cNvSpPr/>
          <p:nvPr/>
        </p:nvSpPr>
        <p:spPr>
          <a:xfrm>
            <a:off x="4805876" y="3464225"/>
            <a:ext cx="1572006" cy="1410776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22" name="Google Shape;522;p47"/>
          <p:cNvSpPr txBox="1"/>
          <p:nvPr>
            <p:ph type="title"/>
          </p:nvPr>
        </p:nvSpPr>
        <p:spPr>
          <a:xfrm>
            <a:off x="713105" y="826770"/>
            <a:ext cx="5707380" cy="53848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Comment fonctionne le web scraping ?</a:t>
            </a:r>
            <a:endParaRPr lang="en-GB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51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p46"/>
          <p:cNvSpPr txBox="1"/>
          <p:nvPr>
            <p:ph type="title"/>
          </p:nvPr>
        </p:nvSpPr>
        <p:spPr>
          <a:xfrm>
            <a:off x="713105" y="2090420"/>
            <a:ext cx="4366895" cy="9493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Outils et technologies</a:t>
            </a:r>
            <a:endParaRPr lang="en-GB"/>
          </a:p>
        </p:txBody>
      </p:sp>
      <p:sp>
        <p:nvSpPr>
          <p:cNvPr id="513" name="Google Shape;513;p46"/>
          <p:cNvSpPr txBox="1"/>
          <p:nvPr>
            <p:ph type="title" idx="2"/>
          </p:nvPr>
        </p:nvSpPr>
        <p:spPr>
          <a:xfrm>
            <a:off x="713225" y="986040"/>
            <a:ext cx="2125500" cy="11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0</a:t>
            </a:r>
            <a:r>
              <a:rPr lang="en-US" altLang="en-GB"/>
              <a:t>4</a:t>
            </a:r>
            <a:endParaRPr lang="en-US" altLang="en-GB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662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p55"/>
          <p:cNvSpPr txBox="1"/>
          <p:nvPr>
            <p:ph type="title"/>
          </p:nvPr>
        </p:nvSpPr>
        <p:spPr>
          <a:xfrm>
            <a:off x="755650" y="770255"/>
            <a:ext cx="6729730" cy="53848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Outils pour le web scraping</a:t>
            </a:r>
            <a:endParaRPr lang="en-GB"/>
          </a:p>
        </p:txBody>
      </p:sp>
      <p:sp>
        <p:nvSpPr>
          <p:cNvPr id="665" name="Google Shape;665;p55"/>
          <p:cNvSpPr txBox="1"/>
          <p:nvPr/>
        </p:nvSpPr>
        <p:spPr>
          <a:xfrm>
            <a:off x="712225" y="1686940"/>
            <a:ext cx="3050400" cy="36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lt2"/>
                </a:solidFill>
                <a:latin typeface="Poppins"/>
                <a:ea typeface="Poppins"/>
                <a:cs typeface="Poppins"/>
                <a:sym typeface="Space Mono"/>
              </a:rPr>
              <a:t>BeautifulSoup</a:t>
            </a:r>
            <a:endParaRPr lang="en-GB" sz="1400">
              <a:solidFill>
                <a:schemeClr val="lt2"/>
              </a:solidFill>
              <a:latin typeface="Poppins"/>
              <a:ea typeface="Poppins"/>
              <a:cs typeface="Poppins"/>
              <a:sym typeface="Space Mono"/>
            </a:endParaRPr>
          </a:p>
        </p:txBody>
      </p:sp>
      <p:sp>
        <p:nvSpPr>
          <p:cNvPr id="669" name="Google Shape;669;p55"/>
          <p:cNvSpPr txBox="1"/>
          <p:nvPr/>
        </p:nvSpPr>
        <p:spPr>
          <a:xfrm>
            <a:off x="2936875" y="1995170"/>
            <a:ext cx="810260" cy="367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GB"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rPr>
              <a:t>Scrapy</a:t>
            </a:r>
            <a:endParaRPr lang="en-GB">
              <a:solidFill>
                <a:schemeClr val="lt2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cxnSp>
        <p:nvCxnSpPr>
          <p:cNvPr id="692" name="Google Shape;692;p55"/>
          <p:cNvCxnSpPr/>
          <p:nvPr/>
        </p:nvCxnSpPr>
        <p:spPr>
          <a:xfrm>
            <a:off x="3762625" y="1870840"/>
            <a:ext cx="1785300" cy="253800"/>
          </a:xfrm>
          <a:prstGeom prst="bentConnector3">
            <a:avLst>
              <a:gd name="adj1" fmla="val 18908"/>
            </a:avLst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sp>
        <p:nvSpPr>
          <p:cNvPr id="696" name="Google Shape;696;p55"/>
          <p:cNvSpPr txBox="1"/>
          <p:nvPr>
            <p:ph type="sldNum" idx="12"/>
          </p:nvPr>
        </p:nvSpPr>
        <p:spPr>
          <a:xfrm>
            <a:off x="8472449" y="4607079"/>
            <a:ext cx="6714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  <p:cxnSp>
        <p:nvCxnSpPr>
          <p:cNvPr id="2" name="Google Shape;692;p55"/>
          <p:cNvCxnSpPr/>
          <p:nvPr/>
        </p:nvCxnSpPr>
        <p:spPr>
          <a:xfrm flipV="1">
            <a:off x="3779520" y="2120900"/>
            <a:ext cx="1767840" cy="90170"/>
          </a:xfrm>
          <a:prstGeom prst="bentConnector3">
            <a:avLst>
              <a:gd name="adj1" fmla="val 18247"/>
            </a:avLst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sp>
        <p:nvSpPr>
          <p:cNvPr id="3" name="Google Shape;665;p55"/>
          <p:cNvSpPr txBox="1"/>
          <p:nvPr/>
        </p:nvSpPr>
        <p:spPr>
          <a:xfrm>
            <a:off x="5580380" y="1870710"/>
            <a:ext cx="1129030" cy="367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 b="1">
                <a:solidFill>
                  <a:schemeClr val="lt2"/>
                </a:solidFill>
                <a:latin typeface="Poppins"/>
                <a:ea typeface="Poppins"/>
                <a:cs typeface="Poppins"/>
                <a:sym typeface="Space Mono"/>
              </a:rPr>
              <a:t>Python</a:t>
            </a:r>
            <a:endParaRPr lang="en-GB" sz="2200" b="1">
              <a:solidFill>
                <a:schemeClr val="lt2"/>
              </a:solidFill>
              <a:latin typeface="Poppins"/>
              <a:ea typeface="Poppins"/>
              <a:cs typeface="Poppins"/>
              <a:sym typeface="Space Mono"/>
            </a:endParaRPr>
          </a:p>
        </p:txBody>
      </p:sp>
      <p:cxnSp>
        <p:nvCxnSpPr>
          <p:cNvPr id="7" name="Google Shape;692;p55"/>
          <p:cNvCxnSpPr/>
          <p:nvPr/>
        </p:nvCxnSpPr>
        <p:spPr>
          <a:xfrm flipV="1">
            <a:off x="3779520" y="2129155"/>
            <a:ext cx="1767205" cy="370205"/>
          </a:xfrm>
          <a:prstGeom prst="bentConnector3">
            <a:avLst>
              <a:gd name="adj1" fmla="val 18217"/>
            </a:avLst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sp>
        <p:nvSpPr>
          <p:cNvPr id="8" name="Google Shape;669;p55"/>
          <p:cNvSpPr txBox="1"/>
          <p:nvPr/>
        </p:nvSpPr>
        <p:spPr>
          <a:xfrm>
            <a:off x="2752090" y="2265680"/>
            <a:ext cx="978535" cy="367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p>
            <a:pPr marL="0" lvl="0" indent="0" algn="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GB"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rPr>
              <a:t>Requests</a:t>
            </a:r>
            <a:endParaRPr lang="en-GB">
              <a:solidFill>
                <a:schemeClr val="lt2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" name="Google Shape;665;p55"/>
          <p:cNvSpPr txBox="1"/>
          <p:nvPr/>
        </p:nvSpPr>
        <p:spPr>
          <a:xfrm>
            <a:off x="712225" y="2715005"/>
            <a:ext cx="3050400" cy="36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lt2"/>
                </a:solidFill>
                <a:latin typeface="Poppins"/>
                <a:ea typeface="Poppins"/>
                <a:cs typeface="Poppins"/>
                <a:sym typeface="Space Mono"/>
              </a:rPr>
              <a:t>Puppeteer</a:t>
            </a:r>
            <a:endParaRPr lang="en-GB" sz="1400">
              <a:solidFill>
                <a:schemeClr val="lt2"/>
              </a:solidFill>
              <a:latin typeface="Poppins"/>
              <a:ea typeface="Poppins"/>
              <a:cs typeface="Poppins"/>
              <a:sym typeface="Space Mono"/>
            </a:endParaRPr>
          </a:p>
        </p:txBody>
      </p:sp>
      <p:sp>
        <p:nvSpPr>
          <p:cNvPr id="10" name="Google Shape;669;p55"/>
          <p:cNvSpPr txBox="1"/>
          <p:nvPr/>
        </p:nvSpPr>
        <p:spPr>
          <a:xfrm>
            <a:off x="2937510" y="3084830"/>
            <a:ext cx="810260" cy="367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p>
            <a:pPr marL="0" lvl="0" indent="0" algn="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GB"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rPr>
              <a:t>Cheerio</a:t>
            </a:r>
            <a:endParaRPr lang="en-GB">
              <a:solidFill>
                <a:schemeClr val="lt2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cxnSp>
        <p:nvCxnSpPr>
          <p:cNvPr id="11" name="Google Shape;692;p55"/>
          <p:cNvCxnSpPr>
            <a:stCxn id="9" idx="3"/>
          </p:cNvCxnSpPr>
          <p:nvPr/>
        </p:nvCxnSpPr>
        <p:spPr>
          <a:xfrm>
            <a:off x="3763010" y="2898775"/>
            <a:ext cx="1784985" cy="172085"/>
          </a:xfrm>
          <a:prstGeom prst="bentConnector3">
            <a:avLst>
              <a:gd name="adj1" fmla="val 18890"/>
            </a:avLst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12" name="Google Shape;692;p55"/>
          <p:cNvCxnSpPr/>
          <p:nvPr/>
        </p:nvCxnSpPr>
        <p:spPr>
          <a:xfrm flipV="1">
            <a:off x="3780155" y="3067050"/>
            <a:ext cx="1767840" cy="224790"/>
          </a:xfrm>
          <a:prstGeom prst="bentConnector3">
            <a:avLst>
              <a:gd name="adj1" fmla="val 18247"/>
            </a:avLst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sp>
        <p:nvSpPr>
          <p:cNvPr id="13" name="Google Shape;665;p55"/>
          <p:cNvSpPr txBox="1"/>
          <p:nvPr/>
        </p:nvSpPr>
        <p:spPr>
          <a:xfrm>
            <a:off x="5509260" y="2816860"/>
            <a:ext cx="1722120" cy="367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 b="1">
                <a:solidFill>
                  <a:schemeClr val="lt2"/>
                </a:solidFill>
                <a:latin typeface="Poppins"/>
                <a:ea typeface="Poppins"/>
                <a:cs typeface="Poppins"/>
                <a:sym typeface="Space Mono"/>
              </a:rPr>
              <a:t>JavaScript</a:t>
            </a:r>
            <a:endParaRPr lang="en-GB" sz="2200" b="1">
              <a:solidFill>
                <a:schemeClr val="lt2"/>
              </a:solidFill>
              <a:latin typeface="Poppins"/>
              <a:ea typeface="Poppins"/>
              <a:cs typeface="Poppins"/>
              <a:sym typeface="Space Mono"/>
            </a:endParaRPr>
          </a:p>
        </p:txBody>
      </p:sp>
      <p:sp>
        <p:nvSpPr>
          <p:cNvPr id="16" name="Google Shape;665;p55"/>
          <p:cNvSpPr txBox="1"/>
          <p:nvPr/>
        </p:nvSpPr>
        <p:spPr>
          <a:xfrm>
            <a:off x="4302760" y="3723640"/>
            <a:ext cx="723265" cy="367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lt2"/>
                </a:solidFill>
                <a:latin typeface="Poppins"/>
                <a:ea typeface="Poppins"/>
                <a:cs typeface="Poppins"/>
                <a:sym typeface="Space Mono"/>
              </a:rPr>
              <a:t>Goutte</a:t>
            </a:r>
            <a:endParaRPr lang="en-GB" sz="1400">
              <a:solidFill>
                <a:schemeClr val="lt2"/>
              </a:solidFill>
              <a:latin typeface="Poppins"/>
              <a:ea typeface="Poppins"/>
              <a:cs typeface="Poppins"/>
              <a:sym typeface="Space Mono"/>
            </a:endParaRPr>
          </a:p>
        </p:txBody>
      </p:sp>
      <p:cxnSp>
        <p:nvCxnSpPr>
          <p:cNvPr id="17" name="Google Shape;692;p55"/>
          <p:cNvCxnSpPr>
            <a:stCxn id="16" idx="1"/>
          </p:cNvCxnSpPr>
          <p:nvPr/>
        </p:nvCxnSpPr>
        <p:spPr>
          <a:xfrm rot="10800000" flipV="1">
            <a:off x="2987040" y="3907790"/>
            <a:ext cx="1315085" cy="320040"/>
          </a:xfrm>
          <a:prstGeom prst="bentConnector3">
            <a:avLst>
              <a:gd name="adj1" fmla="val 49976"/>
            </a:avLst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sp>
        <p:nvSpPr>
          <p:cNvPr id="18" name="Google Shape;665;p55"/>
          <p:cNvSpPr txBox="1"/>
          <p:nvPr/>
        </p:nvSpPr>
        <p:spPr>
          <a:xfrm>
            <a:off x="1188085" y="4011930"/>
            <a:ext cx="1722120" cy="367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 b="1">
                <a:solidFill>
                  <a:schemeClr val="lt2"/>
                </a:solidFill>
                <a:latin typeface="Poppins"/>
                <a:ea typeface="Poppins"/>
                <a:cs typeface="Poppins"/>
                <a:sym typeface="Space Mono"/>
              </a:rPr>
              <a:t>PHP</a:t>
            </a:r>
            <a:endParaRPr lang="en-GB" sz="2200" b="1">
              <a:solidFill>
                <a:schemeClr val="lt2"/>
              </a:solidFill>
              <a:latin typeface="Poppins"/>
              <a:ea typeface="Poppins"/>
              <a:cs typeface="Poppins"/>
              <a:sym typeface="Space Mono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51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p46"/>
          <p:cNvSpPr txBox="1"/>
          <p:nvPr>
            <p:ph type="title"/>
          </p:nvPr>
        </p:nvSpPr>
        <p:spPr>
          <a:xfrm>
            <a:off x="713105" y="2090420"/>
            <a:ext cx="4366895" cy="9493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400"/>
              <a:t>Considérations légales et éthiques</a:t>
            </a:r>
            <a:endParaRPr lang="en-GB" sz="4400"/>
          </a:p>
        </p:txBody>
      </p:sp>
      <p:sp>
        <p:nvSpPr>
          <p:cNvPr id="513" name="Google Shape;513;p46"/>
          <p:cNvSpPr txBox="1"/>
          <p:nvPr>
            <p:ph type="title" idx="2"/>
          </p:nvPr>
        </p:nvSpPr>
        <p:spPr>
          <a:xfrm>
            <a:off x="713225" y="986040"/>
            <a:ext cx="2125500" cy="11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400"/>
              <a:t>0</a:t>
            </a:r>
            <a:r>
              <a:rPr lang="en-US" altLang="en-GB" sz="4400"/>
              <a:t>5</a:t>
            </a:r>
            <a:endParaRPr lang="en-US" altLang="en-GB" sz="440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502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p45"/>
          <p:cNvSpPr txBox="1"/>
          <p:nvPr>
            <p:ph type="title"/>
          </p:nvPr>
        </p:nvSpPr>
        <p:spPr>
          <a:xfrm>
            <a:off x="683895" y="483870"/>
            <a:ext cx="4746625" cy="155956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Aspects légaux et éthiques</a:t>
            </a:r>
            <a:endParaRPr lang="en-GB"/>
          </a:p>
        </p:txBody>
      </p:sp>
      <p:sp>
        <p:nvSpPr>
          <p:cNvPr id="504" name="Google Shape;504;p45"/>
          <p:cNvSpPr txBox="1"/>
          <p:nvPr>
            <p:ph type="subTitle" idx="1"/>
          </p:nvPr>
        </p:nvSpPr>
        <p:spPr>
          <a:xfrm>
            <a:off x="683895" y="2211705"/>
            <a:ext cx="4746625" cy="15811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Arial" panose="020B0604020202020204" pitchFamily="34" charset="0"/>
              <a:buChar char="•"/>
            </a:pPr>
            <a:r>
              <a:rPr lang="en-US" altLang="en-GB"/>
              <a:t>Respecter les conditions d'utilisation des sites.</a:t>
            </a:r>
            <a:endParaRPr lang="en-US" altLang="en-GB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Arial" panose="020B0604020202020204" pitchFamily="34" charset="0"/>
              <a:buChar char="•"/>
            </a:pPr>
            <a:r>
              <a:rPr lang="en-US" altLang="en-GB"/>
              <a:t>Éviter de scraper des données personnelles sans consentement.</a:t>
            </a:r>
            <a:endParaRPr lang="en-US" altLang="en-GB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Arial" panose="020B0604020202020204" pitchFamily="34" charset="0"/>
              <a:buChar char="•"/>
            </a:pPr>
            <a:r>
              <a:rPr lang="en-US" altLang="en-GB"/>
              <a:t>Vérifier les licences des données extraites.</a:t>
            </a:r>
            <a:endParaRPr lang="en-US" altLang="en-GB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Arial" panose="020B0604020202020204" pitchFamily="34" charset="0"/>
              <a:buChar char="•"/>
            </a:pPr>
            <a:r>
              <a:rPr lang="en-US" altLang="en-GB"/>
              <a:t>Consulter le fichier robots.txt.</a:t>
            </a:r>
            <a:endParaRPr lang="en-US" altLang="en-GB"/>
          </a:p>
        </p:txBody>
      </p:sp>
      <p:sp>
        <p:nvSpPr>
          <p:cNvPr id="505" name="Google Shape;505;p45"/>
          <p:cNvSpPr txBox="1"/>
          <p:nvPr>
            <p:ph type="sldNum" idx="12"/>
          </p:nvPr>
        </p:nvSpPr>
        <p:spPr>
          <a:xfrm>
            <a:off x="8472449" y="4607079"/>
            <a:ext cx="6714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  <p:sp>
        <p:nvSpPr>
          <p:cNvPr id="506" name="Google Shape;506;p45"/>
          <p:cNvSpPr/>
          <p:nvPr/>
        </p:nvSpPr>
        <p:spPr>
          <a:xfrm>
            <a:off x="5348653" y="837572"/>
            <a:ext cx="1323290" cy="11877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51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p46"/>
          <p:cNvSpPr txBox="1"/>
          <p:nvPr>
            <p:ph type="title"/>
          </p:nvPr>
        </p:nvSpPr>
        <p:spPr>
          <a:xfrm>
            <a:off x="713105" y="2090420"/>
            <a:ext cx="4366895" cy="9493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Défis techniques</a:t>
            </a:r>
            <a:endParaRPr lang="en-GB"/>
          </a:p>
        </p:txBody>
      </p:sp>
      <p:sp>
        <p:nvSpPr>
          <p:cNvPr id="513" name="Google Shape;513;p46"/>
          <p:cNvSpPr txBox="1"/>
          <p:nvPr>
            <p:ph type="title" idx="2"/>
          </p:nvPr>
        </p:nvSpPr>
        <p:spPr>
          <a:xfrm>
            <a:off x="713225" y="986040"/>
            <a:ext cx="2125500" cy="11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0</a:t>
            </a:r>
            <a:r>
              <a:rPr lang="en-US" altLang="en-GB"/>
              <a:t>6</a:t>
            </a:r>
            <a:endParaRPr lang="en-US" altLang="en-GB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526" name="Shape 5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Google Shape;527;p48"/>
          <p:cNvSpPr txBox="1"/>
          <p:nvPr>
            <p:ph type="title"/>
          </p:nvPr>
        </p:nvSpPr>
        <p:spPr>
          <a:xfrm>
            <a:off x="3683000" y="539500"/>
            <a:ext cx="4747800" cy="53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Défis et limitations</a:t>
            </a:r>
            <a:endParaRPr lang="en-GB"/>
          </a:p>
        </p:txBody>
      </p:sp>
      <p:sp>
        <p:nvSpPr>
          <p:cNvPr id="528" name="Google Shape;528;p48"/>
          <p:cNvSpPr txBox="1"/>
          <p:nvPr>
            <p:ph type="sldNum" idx="12"/>
          </p:nvPr>
        </p:nvSpPr>
        <p:spPr>
          <a:xfrm>
            <a:off x="8472449" y="4607079"/>
            <a:ext cx="6714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  <p:sp>
        <p:nvSpPr>
          <p:cNvPr id="529" name="Google Shape;529;p48"/>
          <p:cNvSpPr txBox="1"/>
          <p:nvPr>
            <p:ph type="subTitle" idx="1"/>
          </p:nvPr>
        </p:nvSpPr>
        <p:spPr>
          <a:xfrm>
            <a:off x="3851620" y="1289708"/>
            <a:ext cx="3407400" cy="388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Structure</a:t>
            </a:r>
            <a:endParaRPr lang="en-GB"/>
          </a:p>
        </p:txBody>
      </p:sp>
      <p:sp>
        <p:nvSpPr>
          <p:cNvPr id="531" name="Google Shape;531;p48"/>
          <p:cNvSpPr txBox="1"/>
          <p:nvPr>
            <p:ph type="subTitle" idx="3"/>
          </p:nvPr>
        </p:nvSpPr>
        <p:spPr>
          <a:xfrm>
            <a:off x="3851620" y="1565431"/>
            <a:ext cx="3407400" cy="64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Changements dans les sites web</a:t>
            </a:r>
            <a:endParaRPr lang="en-GB"/>
          </a:p>
        </p:txBody>
      </p:sp>
      <p:sp>
        <p:nvSpPr>
          <p:cNvPr id="533" name="Google Shape;533;p48"/>
          <p:cNvSpPr/>
          <p:nvPr/>
        </p:nvSpPr>
        <p:spPr>
          <a:xfrm>
            <a:off x="7483146" y="1272334"/>
            <a:ext cx="813685" cy="730740"/>
          </a:xfrm>
          <a:custGeom>
            <a:avLst/>
            <a:gdLst/>
            <a:ahLst/>
            <a:cxnLst/>
            <a:rect l="l" t="t" r="r" b="b"/>
            <a:pathLst>
              <a:path w="101552" h="91200" extrusionOk="0">
                <a:moveTo>
                  <a:pt x="67692" y="1316"/>
                </a:moveTo>
                <a:cubicBezTo>
                  <a:pt x="73007" y="1316"/>
                  <a:pt x="77954" y="4172"/>
                  <a:pt x="80612" y="8774"/>
                </a:cubicBezTo>
                <a:lnTo>
                  <a:pt x="97524" y="38071"/>
                </a:lnTo>
                <a:cubicBezTo>
                  <a:pt x="100182" y="42673"/>
                  <a:pt x="100182" y="48388"/>
                  <a:pt x="97524" y="52990"/>
                </a:cubicBezTo>
                <a:lnTo>
                  <a:pt x="80612" y="82284"/>
                </a:lnTo>
                <a:cubicBezTo>
                  <a:pt x="77954" y="86886"/>
                  <a:pt x="73007" y="89745"/>
                  <a:pt x="67697" y="89745"/>
                </a:cubicBezTo>
                <a:cubicBezTo>
                  <a:pt x="64882" y="89699"/>
                  <a:pt x="62259" y="89681"/>
                  <a:pt x="59813" y="89681"/>
                </a:cubicBezTo>
                <a:cubicBezTo>
                  <a:pt x="55192" y="89681"/>
                  <a:pt x="51207" y="89745"/>
                  <a:pt x="47771" y="89800"/>
                </a:cubicBezTo>
                <a:lnTo>
                  <a:pt x="47241" y="89805"/>
                </a:lnTo>
                <a:cubicBezTo>
                  <a:pt x="44571" y="89847"/>
                  <a:pt x="42219" y="89885"/>
                  <a:pt x="40130" y="89885"/>
                </a:cubicBezTo>
                <a:cubicBezTo>
                  <a:pt x="33498" y="89885"/>
                  <a:pt x="29519" y="89506"/>
                  <a:pt x="26414" y="87711"/>
                </a:cubicBezTo>
                <a:cubicBezTo>
                  <a:pt x="22327" y="85351"/>
                  <a:pt x="19610" y="80457"/>
                  <a:pt x="14187" y="70715"/>
                </a:cubicBezTo>
                <a:lnTo>
                  <a:pt x="14163" y="70665"/>
                </a:lnTo>
                <a:cubicBezTo>
                  <a:pt x="11560" y="65984"/>
                  <a:pt x="8319" y="60160"/>
                  <a:pt x="4023" y="52985"/>
                </a:cubicBezTo>
                <a:cubicBezTo>
                  <a:pt x="1372" y="48384"/>
                  <a:pt x="1372" y="42668"/>
                  <a:pt x="4028" y="38071"/>
                </a:cubicBezTo>
                <a:lnTo>
                  <a:pt x="20941" y="8774"/>
                </a:lnTo>
                <a:cubicBezTo>
                  <a:pt x="23598" y="4172"/>
                  <a:pt x="28547" y="1316"/>
                  <a:pt x="33861" y="1316"/>
                </a:cubicBezTo>
                <a:close/>
                <a:moveTo>
                  <a:pt x="33861" y="0"/>
                </a:moveTo>
                <a:cubicBezTo>
                  <a:pt x="28081" y="0"/>
                  <a:pt x="22693" y="3108"/>
                  <a:pt x="19804" y="8115"/>
                </a:cubicBezTo>
                <a:lnTo>
                  <a:pt x="2886" y="37413"/>
                </a:lnTo>
                <a:cubicBezTo>
                  <a:pt x="0" y="42421"/>
                  <a:pt x="0" y="48640"/>
                  <a:pt x="2891" y="53648"/>
                </a:cubicBezTo>
                <a:lnTo>
                  <a:pt x="2895" y="53653"/>
                </a:lnTo>
                <a:cubicBezTo>
                  <a:pt x="7200" y="60853"/>
                  <a:pt x="10436" y="66672"/>
                  <a:pt x="13035" y="71348"/>
                </a:cubicBezTo>
                <a:lnTo>
                  <a:pt x="13039" y="71352"/>
                </a:lnTo>
                <a:cubicBezTo>
                  <a:pt x="17973" y="80225"/>
                  <a:pt x="20694" y="85114"/>
                  <a:pt x="24227" y="87880"/>
                </a:cubicBezTo>
                <a:cubicBezTo>
                  <a:pt x="25128" y="88583"/>
                  <a:pt x="26068" y="89136"/>
                  <a:pt x="27101" y="89581"/>
                </a:cubicBezTo>
                <a:cubicBezTo>
                  <a:pt x="28121" y="90017"/>
                  <a:pt x="29239" y="90349"/>
                  <a:pt x="30522" y="90591"/>
                </a:cubicBezTo>
                <a:cubicBezTo>
                  <a:pt x="32792" y="91027"/>
                  <a:pt x="35544" y="91200"/>
                  <a:pt x="40016" y="91200"/>
                </a:cubicBezTo>
                <a:cubicBezTo>
                  <a:pt x="42119" y="91200"/>
                  <a:pt x="44450" y="91166"/>
                  <a:pt x="47152" y="91120"/>
                </a:cubicBezTo>
                <a:lnTo>
                  <a:pt x="47379" y="91120"/>
                </a:lnTo>
                <a:cubicBezTo>
                  <a:pt x="50902" y="91061"/>
                  <a:pt x="54990" y="90997"/>
                  <a:pt x="59759" y="90997"/>
                </a:cubicBezTo>
                <a:cubicBezTo>
                  <a:pt x="62214" y="90997"/>
                  <a:pt x="64856" y="91012"/>
                  <a:pt x="67686" y="91061"/>
                </a:cubicBezTo>
                <a:lnTo>
                  <a:pt x="67692" y="91061"/>
                </a:lnTo>
                <a:cubicBezTo>
                  <a:pt x="73471" y="91061"/>
                  <a:pt x="78860" y="87948"/>
                  <a:pt x="81749" y="82942"/>
                </a:cubicBezTo>
                <a:lnTo>
                  <a:pt x="98663" y="53648"/>
                </a:lnTo>
                <a:cubicBezTo>
                  <a:pt x="101552" y="48640"/>
                  <a:pt x="101552" y="42421"/>
                  <a:pt x="98663" y="37413"/>
                </a:cubicBezTo>
                <a:lnTo>
                  <a:pt x="81749" y="8115"/>
                </a:lnTo>
                <a:cubicBezTo>
                  <a:pt x="78860" y="3108"/>
                  <a:pt x="73471" y="0"/>
                  <a:pt x="67692" y="0"/>
                </a:cubicBezTo>
                <a:close/>
              </a:path>
            </a:pathLst>
          </a:custGeom>
          <a:gradFill>
            <a:gsLst>
              <a:gs pos="0">
                <a:schemeClr val="dk1"/>
              </a:gs>
              <a:gs pos="19000">
                <a:schemeClr val="lt1"/>
              </a:gs>
              <a:gs pos="39000">
                <a:schemeClr val="dk1"/>
              </a:gs>
              <a:gs pos="58000">
                <a:schemeClr val="lt1"/>
              </a:gs>
              <a:gs pos="78000">
                <a:schemeClr val="dk1"/>
              </a:gs>
              <a:gs pos="100000">
                <a:schemeClr val="lt1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7" name="Google Shape;529;p48"/>
          <p:cNvSpPr txBox="1"/>
          <p:nvPr/>
        </p:nvSpPr>
        <p:spPr>
          <a:xfrm>
            <a:off x="3851620" y="2153308"/>
            <a:ext cx="3407400" cy="3885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0" i="0" u="none" strike="noStrike" cap="none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 i="0" u="none" strike="noStrike" cap="none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 i="0" u="none" strike="noStrike" cap="none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 i="0" u="none" strike="noStrike" cap="none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 i="0" u="none" strike="noStrike" cap="none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 i="0" u="none" strike="noStrike" cap="none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 i="0" u="none" strike="noStrike" cap="none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 i="0" u="none" strike="noStrike" cap="none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 i="0" u="none" strike="noStrike" cap="none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Protection</a:t>
            </a:r>
            <a:endParaRPr lang="en-GB"/>
          </a:p>
        </p:txBody>
      </p:sp>
      <p:sp>
        <p:nvSpPr>
          <p:cNvPr id="2" name="Google Shape;531;p48"/>
          <p:cNvSpPr txBox="1"/>
          <p:nvPr/>
        </p:nvSpPr>
        <p:spPr>
          <a:xfrm>
            <a:off x="3851620" y="2429031"/>
            <a:ext cx="3407400" cy="6495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Mesures anti-scraping (CAPTCHAs)</a:t>
            </a:r>
            <a:endParaRPr lang="en-GB"/>
          </a:p>
        </p:txBody>
      </p:sp>
      <p:sp>
        <p:nvSpPr>
          <p:cNvPr id="3" name="Google Shape;533;p48"/>
          <p:cNvSpPr/>
          <p:nvPr/>
        </p:nvSpPr>
        <p:spPr>
          <a:xfrm>
            <a:off x="7483146" y="2135934"/>
            <a:ext cx="813685" cy="730740"/>
          </a:xfrm>
          <a:custGeom>
            <a:avLst/>
            <a:gdLst/>
            <a:ahLst/>
            <a:cxnLst/>
            <a:rect l="l" t="t" r="r" b="b"/>
            <a:pathLst>
              <a:path w="101552" h="91200" extrusionOk="0">
                <a:moveTo>
                  <a:pt x="67692" y="1316"/>
                </a:moveTo>
                <a:cubicBezTo>
                  <a:pt x="73007" y="1316"/>
                  <a:pt x="77954" y="4172"/>
                  <a:pt x="80612" y="8774"/>
                </a:cubicBezTo>
                <a:lnTo>
                  <a:pt x="97524" y="38071"/>
                </a:lnTo>
                <a:cubicBezTo>
                  <a:pt x="100182" y="42673"/>
                  <a:pt x="100182" y="48388"/>
                  <a:pt x="97524" y="52990"/>
                </a:cubicBezTo>
                <a:lnTo>
                  <a:pt x="80612" y="82284"/>
                </a:lnTo>
                <a:cubicBezTo>
                  <a:pt x="77954" y="86886"/>
                  <a:pt x="73007" y="89745"/>
                  <a:pt x="67697" y="89745"/>
                </a:cubicBezTo>
                <a:cubicBezTo>
                  <a:pt x="64882" y="89699"/>
                  <a:pt x="62259" y="89681"/>
                  <a:pt x="59813" y="89681"/>
                </a:cubicBezTo>
                <a:cubicBezTo>
                  <a:pt x="55192" y="89681"/>
                  <a:pt x="51207" y="89745"/>
                  <a:pt x="47771" y="89800"/>
                </a:cubicBezTo>
                <a:lnTo>
                  <a:pt x="47241" y="89805"/>
                </a:lnTo>
                <a:cubicBezTo>
                  <a:pt x="44571" y="89847"/>
                  <a:pt x="42219" y="89885"/>
                  <a:pt x="40130" y="89885"/>
                </a:cubicBezTo>
                <a:cubicBezTo>
                  <a:pt x="33498" y="89885"/>
                  <a:pt x="29519" y="89506"/>
                  <a:pt x="26414" y="87711"/>
                </a:cubicBezTo>
                <a:cubicBezTo>
                  <a:pt x="22327" y="85351"/>
                  <a:pt x="19610" y="80457"/>
                  <a:pt x="14187" y="70715"/>
                </a:cubicBezTo>
                <a:lnTo>
                  <a:pt x="14163" y="70665"/>
                </a:lnTo>
                <a:cubicBezTo>
                  <a:pt x="11560" y="65984"/>
                  <a:pt x="8319" y="60160"/>
                  <a:pt x="4023" y="52985"/>
                </a:cubicBezTo>
                <a:cubicBezTo>
                  <a:pt x="1372" y="48384"/>
                  <a:pt x="1372" y="42668"/>
                  <a:pt x="4028" y="38071"/>
                </a:cubicBezTo>
                <a:lnTo>
                  <a:pt x="20941" y="8774"/>
                </a:lnTo>
                <a:cubicBezTo>
                  <a:pt x="23598" y="4172"/>
                  <a:pt x="28547" y="1316"/>
                  <a:pt x="33861" y="1316"/>
                </a:cubicBezTo>
                <a:close/>
                <a:moveTo>
                  <a:pt x="33861" y="0"/>
                </a:moveTo>
                <a:cubicBezTo>
                  <a:pt x="28081" y="0"/>
                  <a:pt x="22693" y="3108"/>
                  <a:pt x="19804" y="8115"/>
                </a:cubicBezTo>
                <a:lnTo>
                  <a:pt x="2886" y="37413"/>
                </a:lnTo>
                <a:cubicBezTo>
                  <a:pt x="0" y="42421"/>
                  <a:pt x="0" y="48640"/>
                  <a:pt x="2891" y="53648"/>
                </a:cubicBezTo>
                <a:lnTo>
                  <a:pt x="2895" y="53653"/>
                </a:lnTo>
                <a:cubicBezTo>
                  <a:pt x="7200" y="60853"/>
                  <a:pt x="10436" y="66672"/>
                  <a:pt x="13035" y="71348"/>
                </a:cubicBezTo>
                <a:lnTo>
                  <a:pt x="13039" y="71352"/>
                </a:lnTo>
                <a:cubicBezTo>
                  <a:pt x="17973" y="80225"/>
                  <a:pt x="20694" y="85114"/>
                  <a:pt x="24227" y="87880"/>
                </a:cubicBezTo>
                <a:cubicBezTo>
                  <a:pt x="25128" y="88583"/>
                  <a:pt x="26068" y="89136"/>
                  <a:pt x="27101" y="89581"/>
                </a:cubicBezTo>
                <a:cubicBezTo>
                  <a:pt x="28121" y="90017"/>
                  <a:pt x="29239" y="90349"/>
                  <a:pt x="30522" y="90591"/>
                </a:cubicBezTo>
                <a:cubicBezTo>
                  <a:pt x="32792" y="91027"/>
                  <a:pt x="35544" y="91200"/>
                  <a:pt x="40016" y="91200"/>
                </a:cubicBezTo>
                <a:cubicBezTo>
                  <a:pt x="42119" y="91200"/>
                  <a:pt x="44450" y="91166"/>
                  <a:pt x="47152" y="91120"/>
                </a:cubicBezTo>
                <a:lnTo>
                  <a:pt x="47379" y="91120"/>
                </a:lnTo>
                <a:cubicBezTo>
                  <a:pt x="50902" y="91061"/>
                  <a:pt x="54990" y="90997"/>
                  <a:pt x="59759" y="90997"/>
                </a:cubicBezTo>
                <a:cubicBezTo>
                  <a:pt x="62214" y="90997"/>
                  <a:pt x="64856" y="91012"/>
                  <a:pt x="67686" y="91061"/>
                </a:cubicBezTo>
                <a:lnTo>
                  <a:pt x="67692" y="91061"/>
                </a:lnTo>
                <a:cubicBezTo>
                  <a:pt x="73471" y="91061"/>
                  <a:pt x="78860" y="87948"/>
                  <a:pt x="81749" y="82942"/>
                </a:cubicBezTo>
                <a:lnTo>
                  <a:pt x="98663" y="53648"/>
                </a:lnTo>
                <a:cubicBezTo>
                  <a:pt x="101552" y="48640"/>
                  <a:pt x="101552" y="42421"/>
                  <a:pt x="98663" y="37413"/>
                </a:cubicBezTo>
                <a:lnTo>
                  <a:pt x="81749" y="8115"/>
                </a:lnTo>
                <a:cubicBezTo>
                  <a:pt x="78860" y="3108"/>
                  <a:pt x="73471" y="0"/>
                  <a:pt x="67692" y="0"/>
                </a:cubicBezTo>
                <a:close/>
              </a:path>
            </a:pathLst>
          </a:custGeom>
          <a:gradFill>
            <a:gsLst>
              <a:gs pos="0">
                <a:schemeClr val="dk1"/>
              </a:gs>
              <a:gs pos="19000">
                <a:schemeClr val="lt1"/>
              </a:gs>
              <a:gs pos="39000">
                <a:schemeClr val="dk1"/>
              </a:gs>
              <a:gs pos="58000">
                <a:schemeClr val="lt1"/>
              </a:gs>
              <a:gs pos="78000">
                <a:schemeClr val="dk1"/>
              </a:gs>
              <a:gs pos="100000">
                <a:schemeClr val="lt1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9" name="Google Shape;529;p48"/>
          <p:cNvSpPr txBox="1"/>
          <p:nvPr/>
        </p:nvSpPr>
        <p:spPr>
          <a:xfrm>
            <a:off x="3851620" y="3035958"/>
            <a:ext cx="3407400" cy="3885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0" i="0" u="none" strike="noStrike" cap="none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 i="0" u="none" strike="noStrike" cap="none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 i="0" u="none" strike="noStrike" cap="none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 i="0" u="none" strike="noStrike" cap="none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 i="0" u="none" strike="noStrike" cap="none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 i="0" u="none" strike="noStrike" cap="none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 i="0" u="none" strike="noStrike" cap="none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 i="0" u="none" strike="noStrike" cap="none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 i="0" u="none" strike="noStrike" cap="none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Restrictions</a:t>
            </a:r>
            <a:endParaRPr lang="en-GB"/>
          </a:p>
        </p:txBody>
      </p:sp>
      <p:sp>
        <p:nvSpPr>
          <p:cNvPr id="30" name="Google Shape;531;p48"/>
          <p:cNvSpPr txBox="1"/>
          <p:nvPr/>
        </p:nvSpPr>
        <p:spPr>
          <a:xfrm>
            <a:off x="3851620" y="3311681"/>
            <a:ext cx="3407400" cy="6495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Fichier robots.txt</a:t>
            </a:r>
            <a:endParaRPr lang="en-GB"/>
          </a:p>
        </p:txBody>
      </p:sp>
      <p:sp>
        <p:nvSpPr>
          <p:cNvPr id="31" name="Google Shape;533;p48"/>
          <p:cNvSpPr/>
          <p:nvPr/>
        </p:nvSpPr>
        <p:spPr>
          <a:xfrm>
            <a:off x="7483146" y="3018584"/>
            <a:ext cx="813685" cy="730740"/>
          </a:xfrm>
          <a:custGeom>
            <a:avLst/>
            <a:gdLst/>
            <a:ahLst/>
            <a:cxnLst/>
            <a:rect l="l" t="t" r="r" b="b"/>
            <a:pathLst>
              <a:path w="101552" h="91200" extrusionOk="0">
                <a:moveTo>
                  <a:pt x="67692" y="1316"/>
                </a:moveTo>
                <a:cubicBezTo>
                  <a:pt x="73007" y="1316"/>
                  <a:pt x="77954" y="4172"/>
                  <a:pt x="80612" y="8774"/>
                </a:cubicBezTo>
                <a:lnTo>
                  <a:pt x="97524" y="38071"/>
                </a:lnTo>
                <a:cubicBezTo>
                  <a:pt x="100182" y="42673"/>
                  <a:pt x="100182" y="48388"/>
                  <a:pt x="97524" y="52990"/>
                </a:cubicBezTo>
                <a:lnTo>
                  <a:pt x="80612" y="82284"/>
                </a:lnTo>
                <a:cubicBezTo>
                  <a:pt x="77954" y="86886"/>
                  <a:pt x="73007" y="89745"/>
                  <a:pt x="67697" y="89745"/>
                </a:cubicBezTo>
                <a:cubicBezTo>
                  <a:pt x="64882" y="89699"/>
                  <a:pt x="62259" y="89681"/>
                  <a:pt x="59813" y="89681"/>
                </a:cubicBezTo>
                <a:cubicBezTo>
                  <a:pt x="55192" y="89681"/>
                  <a:pt x="51207" y="89745"/>
                  <a:pt x="47771" y="89800"/>
                </a:cubicBezTo>
                <a:lnTo>
                  <a:pt x="47241" y="89805"/>
                </a:lnTo>
                <a:cubicBezTo>
                  <a:pt x="44571" y="89847"/>
                  <a:pt x="42219" y="89885"/>
                  <a:pt x="40130" y="89885"/>
                </a:cubicBezTo>
                <a:cubicBezTo>
                  <a:pt x="33498" y="89885"/>
                  <a:pt x="29519" y="89506"/>
                  <a:pt x="26414" y="87711"/>
                </a:cubicBezTo>
                <a:cubicBezTo>
                  <a:pt x="22327" y="85351"/>
                  <a:pt x="19610" y="80457"/>
                  <a:pt x="14187" y="70715"/>
                </a:cubicBezTo>
                <a:lnTo>
                  <a:pt x="14163" y="70665"/>
                </a:lnTo>
                <a:cubicBezTo>
                  <a:pt x="11560" y="65984"/>
                  <a:pt x="8319" y="60160"/>
                  <a:pt x="4023" y="52985"/>
                </a:cubicBezTo>
                <a:cubicBezTo>
                  <a:pt x="1372" y="48384"/>
                  <a:pt x="1372" y="42668"/>
                  <a:pt x="4028" y="38071"/>
                </a:cubicBezTo>
                <a:lnTo>
                  <a:pt x="20941" y="8774"/>
                </a:lnTo>
                <a:cubicBezTo>
                  <a:pt x="23598" y="4172"/>
                  <a:pt x="28547" y="1316"/>
                  <a:pt x="33861" y="1316"/>
                </a:cubicBezTo>
                <a:close/>
                <a:moveTo>
                  <a:pt x="33861" y="0"/>
                </a:moveTo>
                <a:cubicBezTo>
                  <a:pt x="28081" y="0"/>
                  <a:pt x="22693" y="3108"/>
                  <a:pt x="19804" y="8115"/>
                </a:cubicBezTo>
                <a:lnTo>
                  <a:pt x="2886" y="37413"/>
                </a:lnTo>
                <a:cubicBezTo>
                  <a:pt x="0" y="42421"/>
                  <a:pt x="0" y="48640"/>
                  <a:pt x="2891" y="53648"/>
                </a:cubicBezTo>
                <a:lnTo>
                  <a:pt x="2895" y="53653"/>
                </a:lnTo>
                <a:cubicBezTo>
                  <a:pt x="7200" y="60853"/>
                  <a:pt x="10436" y="66672"/>
                  <a:pt x="13035" y="71348"/>
                </a:cubicBezTo>
                <a:lnTo>
                  <a:pt x="13039" y="71352"/>
                </a:lnTo>
                <a:cubicBezTo>
                  <a:pt x="17973" y="80225"/>
                  <a:pt x="20694" y="85114"/>
                  <a:pt x="24227" y="87880"/>
                </a:cubicBezTo>
                <a:cubicBezTo>
                  <a:pt x="25128" y="88583"/>
                  <a:pt x="26068" y="89136"/>
                  <a:pt x="27101" y="89581"/>
                </a:cubicBezTo>
                <a:cubicBezTo>
                  <a:pt x="28121" y="90017"/>
                  <a:pt x="29239" y="90349"/>
                  <a:pt x="30522" y="90591"/>
                </a:cubicBezTo>
                <a:cubicBezTo>
                  <a:pt x="32792" y="91027"/>
                  <a:pt x="35544" y="91200"/>
                  <a:pt x="40016" y="91200"/>
                </a:cubicBezTo>
                <a:cubicBezTo>
                  <a:pt x="42119" y="91200"/>
                  <a:pt x="44450" y="91166"/>
                  <a:pt x="47152" y="91120"/>
                </a:cubicBezTo>
                <a:lnTo>
                  <a:pt x="47379" y="91120"/>
                </a:lnTo>
                <a:cubicBezTo>
                  <a:pt x="50902" y="91061"/>
                  <a:pt x="54990" y="90997"/>
                  <a:pt x="59759" y="90997"/>
                </a:cubicBezTo>
                <a:cubicBezTo>
                  <a:pt x="62214" y="90997"/>
                  <a:pt x="64856" y="91012"/>
                  <a:pt x="67686" y="91061"/>
                </a:cubicBezTo>
                <a:lnTo>
                  <a:pt x="67692" y="91061"/>
                </a:lnTo>
                <a:cubicBezTo>
                  <a:pt x="73471" y="91061"/>
                  <a:pt x="78860" y="87948"/>
                  <a:pt x="81749" y="82942"/>
                </a:cubicBezTo>
                <a:lnTo>
                  <a:pt x="98663" y="53648"/>
                </a:lnTo>
                <a:cubicBezTo>
                  <a:pt x="101552" y="48640"/>
                  <a:pt x="101552" y="42421"/>
                  <a:pt x="98663" y="37413"/>
                </a:cubicBezTo>
                <a:lnTo>
                  <a:pt x="81749" y="8115"/>
                </a:lnTo>
                <a:cubicBezTo>
                  <a:pt x="78860" y="3108"/>
                  <a:pt x="73471" y="0"/>
                  <a:pt x="67692" y="0"/>
                </a:cubicBezTo>
                <a:close/>
              </a:path>
            </a:pathLst>
          </a:custGeom>
          <a:gradFill>
            <a:gsLst>
              <a:gs pos="0">
                <a:schemeClr val="dk1"/>
              </a:gs>
              <a:gs pos="19000">
                <a:schemeClr val="lt1"/>
              </a:gs>
              <a:gs pos="39000">
                <a:schemeClr val="dk1"/>
              </a:gs>
              <a:gs pos="58000">
                <a:schemeClr val="lt1"/>
              </a:gs>
              <a:gs pos="78000">
                <a:schemeClr val="dk1"/>
              </a:gs>
              <a:gs pos="100000">
                <a:schemeClr val="lt1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5" name="Google Shape;529;p48"/>
          <p:cNvSpPr txBox="1"/>
          <p:nvPr/>
        </p:nvSpPr>
        <p:spPr>
          <a:xfrm>
            <a:off x="3851620" y="3939563"/>
            <a:ext cx="3407400" cy="3885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0" i="0" u="none" strike="noStrike" cap="none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 i="0" u="none" strike="noStrike" cap="none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 i="0" u="none" strike="noStrike" cap="none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 i="0" u="none" strike="noStrike" cap="none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 i="0" u="none" strike="noStrike" cap="none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 i="0" u="none" strike="noStrike" cap="none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 i="0" u="none" strike="noStrike" cap="none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 i="0" u="none" strike="noStrike" cap="none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 i="0" u="none" strike="noStrike" cap="none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Performance</a:t>
            </a:r>
            <a:endParaRPr lang="en-GB"/>
          </a:p>
        </p:txBody>
      </p:sp>
      <p:sp>
        <p:nvSpPr>
          <p:cNvPr id="56" name="Google Shape;531;p48"/>
          <p:cNvSpPr txBox="1"/>
          <p:nvPr/>
        </p:nvSpPr>
        <p:spPr>
          <a:xfrm>
            <a:off x="3851620" y="4215286"/>
            <a:ext cx="3407400" cy="6495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Poppins"/>
              <a:buNone/>
              <a:defRPr sz="1400" b="0" i="0" u="none" strike="noStrike" cap="none"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Surcharge des serveurs</a:t>
            </a:r>
            <a:endParaRPr lang="en-GB"/>
          </a:p>
        </p:txBody>
      </p:sp>
      <p:sp>
        <p:nvSpPr>
          <p:cNvPr id="57" name="Google Shape;533;p48"/>
          <p:cNvSpPr/>
          <p:nvPr/>
        </p:nvSpPr>
        <p:spPr>
          <a:xfrm>
            <a:off x="7483146" y="3922189"/>
            <a:ext cx="813685" cy="730740"/>
          </a:xfrm>
          <a:custGeom>
            <a:avLst/>
            <a:gdLst/>
            <a:ahLst/>
            <a:cxnLst/>
            <a:rect l="l" t="t" r="r" b="b"/>
            <a:pathLst>
              <a:path w="101552" h="91200" extrusionOk="0">
                <a:moveTo>
                  <a:pt x="67692" y="1316"/>
                </a:moveTo>
                <a:cubicBezTo>
                  <a:pt x="73007" y="1316"/>
                  <a:pt x="77954" y="4172"/>
                  <a:pt x="80612" y="8774"/>
                </a:cubicBezTo>
                <a:lnTo>
                  <a:pt x="97524" y="38071"/>
                </a:lnTo>
                <a:cubicBezTo>
                  <a:pt x="100182" y="42673"/>
                  <a:pt x="100182" y="48388"/>
                  <a:pt x="97524" y="52990"/>
                </a:cubicBezTo>
                <a:lnTo>
                  <a:pt x="80612" y="82284"/>
                </a:lnTo>
                <a:cubicBezTo>
                  <a:pt x="77954" y="86886"/>
                  <a:pt x="73007" y="89745"/>
                  <a:pt x="67697" y="89745"/>
                </a:cubicBezTo>
                <a:cubicBezTo>
                  <a:pt x="64882" y="89699"/>
                  <a:pt x="62259" y="89681"/>
                  <a:pt x="59813" y="89681"/>
                </a:cubicBezTo>
                <a:cubicBezTo>
                  <a:pt x="55192" y="89681"/>
                  <a:pt x="51207" y="89745"/>
                  <a:pt x="47771" y="89800"/>
                </a:cubicBezTo>
                <a:lnTo>
                  <a:pt x="47241" y="89805"/>
                </a:lnTo>
                <a:cubicBezTo>
                  <a:pt x="44571" y="89847"/>
                  <a:pt x="42219" y="89885"/>
                  <a:pt x="40130" y="89885"/>
                </a:cubicBezTo>
                <a:cubicBezTo>
                  <a:pt x="33498" y="89885"/>
                  <a:pt x="29519" y="89506"/>
                  <a:pt x="26414" y="87711"/>
                </a:cubicBezTo>
                <a:cubicBezTo>
                  <a:pt x="22327" y="85351"/>
                  <a:pt x="19610" y="80457"/>
                  <a:pt x="14187" y="70715"/>
                </a:cubicBezTo>
                <a:lnTo>
                  <a:pt x="14163" y="70665"/>
                </a:lnTo>
                <a:cubicBezTo>
                  <a:pt x="11560" y="65984"/>
                  <a:pt x="8319" y="60160"/>
                  <a:pt x="4023" y="52985"/>
                </a:cubicBezTo>
                <a:cubicBezTo>
                  <a:pt x="1372" y="48384"/>
                  <a:pt x="1372" y="42668"/>
                  <a:pt x="4028" y="38071"/>
                </a:cubicBezTo>
                <a:lnTo>
                  <a:pt x="20941" y="8774"/>
                </a:lnTo>
                <a:cubicBezTo>
                  <a:pt x="23598" y="4172"/>
                  <a:pt x="28547" y="1316"/>
                  <a:pt x="33861" y="1316"/>
                </a:cubicBezTo>
                <a:close/>
                <a:moveTo>
                  <a:pt x="33861" y="0"/>
                </a:moveTo>
                <a:cubicBezTo>
                  <a:pt x="28081" y="0"/>
                  <a:pt x="22693" y="3108"/>
                  <a:pt x="19804" y="8115"/>
                </a:cubicBezTo>
                <a:lnTo>
                  <a:pt x="2886" y="37413"/>
                </a:lnTo>
                <a:cubicBezTo>
                  <a:pt x="0" y="42421"/>
                  <a:pt x="0" y="48640"/>
                  <a:pt x="2891" y="53648"/>
                </a:cubicBezTo>
                <a:lnTo>
                  <a:pt x="2895" y="53653"/>
                </a:lnTo>
                <a:cubicBezTo>
                  <a:pt x="7200" y="60853"/>
                  <a:pt x="10436" y="66672"/>
                  <a:pt x="13035" y="71348"/>
                </a:cubicBezTo>
                <a:lnTo>
                  <a:pt x="13039" y="71352"/>
                </a:lnTo>
                <a:cubicBezTo>
                  <a:pt x="17973" y="80225"/>
                  <a:pt x="20694" y="85114"/>
                  <a:pt x="24227" y="87880"/>
                </a:cubicBezTo>
                <a:cubicBezTo>
                  <a:pt x="25128" y="88583"/>
                  <a:pt x="26068" y="89136"/>
                  <a:pt x="27101" y="89581"/>
                </a:cubicBezTo>
                <a:cubicBezTo>
                  <a:pt x="28121" y="90017"/>
                  <a:pt x="29239" y="90349"/>
                  <a:pt x="30522" y="90591"/>
                </a:cubicBezTo>
                <a:cubicBezTo>
                  <a:pt x="32792" y="91027"/>
                  <a:pt x="35544" y="91200"/>
                  <a:pt x="40016" y="91200"/>
                </a:cubicBezTo>
                <a:cubicBezTo>
                  <a:pt x="42119" y="91200"/>
                  <a:pt x="44450" y="91166"/>
                  <a:pt x="47152" y="91120"/>
                </a:cubicBezTo>
                <a:lnTo>
                  <a:pt x="47379" y="91120"/>
                </a:lnTo>
                <a:cubicBezTo>
                  <a:pt x="50902" y="91061"/>
                  <a:pt x="54990" y="90997"/>
                  <a:pt x="59759" y="90997"/>
                </a:cubicBezTo>
                <a:cubicBezTo>
                  <a:pt x="62214" y="90997"/>
                  <a:pt x="64856" y="91012"/>
                  <a:pt x="67686" y="91061"/>
                </a:cubicBezTo>
                <a:lnTo>
                  <a:pt x="67692" y="91061"/>
                </a:lnTo>
                <a:cubicBezTo>
                  <a:pt x="73471" y="91061"/>
                  <a:pt x="78860" y="87948"/>
                  <a:pt x="81749" y="82942"/>
                </a:cubicBezTo>
                <a:lnTo>
                  <a:pt x="98663" y="53648"/>
                </a:lnTo>
                <a:cubicBezTo>
                  <a:pt x="101552" y="48640"/>
                  <a:pt x="101552" y="42421"/>
                  <a:pt x="98663" y="37413"/>
                </a:cubicBezTo>
                <a:lnTo>
                  <a:pt x="81749" y="8115"/>
                </a:lnTo>
                <a:cubicBezTo>
                  <a:pt x="78860" y="3108"/>
                  <a:pt x="73471" y="0"/>
                  <a:pt x="67692" y="0"/>
                </a:cubicBezTo>
                <a:close/>
              </a:path>
            </a:pathLst>
          </a:custGeom>
          <a:gradFill>
            <a:gsLst>
              <a:gs pos="0">
                <a:schemeClr val="dk1"/>
              </a:gs>
              <a:gs pos="19000">
                <a:schemeClr val="lt1"/>
              </a:gs>
              <a:gs pos="39000">
                <a:schemeClr val="dk1"/>
              </a:gs>
              <a:gs pos="58000">
                <a:schemeClr val="lt1"/>
              </a:gs>
              <a:gs pos="78000">
                <a:schemeClr val="dk1"/>
              </a:gs>
              <a:gs pos="100000">
                <a:schemeClr val="lt1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grpSp>
        <p:nvGrpSpPr>
          <p:cNvPr id="1806" name="Google Shape;1806;p75"/>
          <p:cNvGrpSpPr/>
          <p:nvPr/>
        </p:nvGrpSpPr>
        <p:grpSpPr>
          <a:xfrm>
            <a:off x="7649538" y="1463716"/>
            <a:ext cx="466344" cy="384048"/>
            <a:chOff x="1449036" y="3404866"/>
            <a:chExt cx="367542" cy="367508"/>
          </a:xfrm>
        </p:grpSpPr>
        <p:sp>
          <p:nvSpPr>
            <p:cNvPr id="1807" name="Google Shape;1807;p75"/>
            <p:cNvSpPr/>
            <p:nvPr/>
          </p:nvSpPr>
          <p:spPr>
            <a:xfrm>
              <a:off x="1472271" y="3600636"/>
              <a:ext cx="68904" cy="68068"/>
            </a:xfrm>
            <a:custGeom>
              <a:avLst/>
              <a:gdLst/>
              <a:ahLst/>
              <a:cxnLst/>
              <a:rect l="l" t="t" r="r" b="b"/>
              <a:pathLst>
                <a:path w="1978" h="1954" extrusionOk="0">
                  <a:moveTo>
                    <a:pt x="1644" y="286"/>
                  </a:moveTo>
                  <a:lnTo>
                    <a:pt x="1644" y="1644"/>
                  </a:lnTo>
                  <a:lnTo>
                    <a:pt x="310" y="1644"/>
                  </a:lnTo>
                  <a:lnTo>
                    <a:pt x="310" y="286"/>
                  </a:lnTo>
                  <a:close/>
                  <a:moveTo>
                    <a:pt x="1" y="0"/>
                  </a:moveTo>
                  <a:lnTo>
                    <a:pt x="1" y="1953"/>
                  </a:lnTo>
                  <a:lnTo>
                    <a:pt x="1977" y="1953"/>
                  </a:lnTo>
                  <a:lnTo>
                    <a:pt x="197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808" name="Google Shape;1808;p75"/>
            <p:cNvSpPr/>
            <p:nvPr/>
          </p:nvSpPr>
          <p:spPr>
            <a:xfrm>
              <a:off x="1449872" y="3472863"/>
              <a:ext cx="195808" cy="219042"/>
            </a:xfrm>
            <a:custGeom>
              <a:avLst/>
              <a:gdLst/>
              <a:ahLst/>
              <a:cxnLst/>
              <a:rect l="l" t="t" r="r" b="b"/>
              <a:pathLst>
                <a:path w="5621" h="6288" extrusionOk="0">
                  <a:moveTo>
                    <a:pt x="1" y="1"/>
                  </a:moveTo>
                  <a:lnTo>
                    <a:pt x="1" y="6288"/>
                  </a:lnTo>
                  <a:lnTo>
                    <a:pt x="5621" y="6288"/>
                  </a:lnTo>
                  <a:lnTo>
                    <a:pt x="5621" y="5978"/>
                  </a:lnTo>
                  <a:lnTo>
                    <a:pt x="334" y="5978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809" name="Google Shape;1809;p75"/>
            <p:cNvSpPr/>
            <p:nvPr/>
          </p:nvSpPr>
          <p:spPr>
            <a:xfrm>
              <a:off x="1449036" y="3404866"/>
              <a:ext cx="287075" cy="68033"/>
            </a:xfrm>
            <a:custGeom>
              <a:avLst/>
              <a:gdLst/>
              <a:ahLst/>
              <a:cxnLst/>
              <a:rect l="l" t="t" r="r" b="b"/>
              <a:pathLst>
                <a:path w="8241" h="1953" extrusionOk="0">
                  <a:moveTo>
                    <a:pt x="7931" y="310"/>
                  </a:moveTo>
                  <a:lnTo>
                    <a:pt x="7931" y="1334"/>
                  </a:lnTo>
                  <a:lnTo>
                    <a:pt x="310" y="1334"/>
                  </a:lnTo>
                  <a:lnTo>
                    <a:pt x="310" y="310"/>
                  </a:lnTo>
                  <a:close/>
                  <a:moveTo>
                    <a:pt x="1" y="0"/>
                  </a:moveTo>
                  <a:lnTo>
                    <a:pt x="1" y="1620"/>
                  </a:lnTo>
                  <a:lnTo>
                    <a:pt x="7907" y="1620"/>
                  </a:lnTo>
                  <a:lnTo>
                    <a:pt x="7907" y="1953"/>
                  </a:lnTo>
                  <a:lnTo>
                    <a:pt x="8241" y="1953"/>
                  </a:lnTo>
                  <a:lnTo>
                    <a:pt x="824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810" name="Google Shape;1810;p75"/>
            <p:cNvSpPr/>
            <p:nvPr/>
          </p:nvSpPr>
          <p:spPr>
            <a:xfrm>
              <a:off x="1478088" y="3427264"/>
              <a:ext cx="10799" cy="10799"/>
            </a:xfrm>
            <a:custGeom>
              <a:avLst/>
              <a:gdLst/>
              <a:ahLst/>
              <a:cxnLst/>
              <a:rect l="l" t="t" r="r" b="b"/>
              <a:pathLst>
                <a:path w="310" h="310" extrusionOk="0">
                  <a:moveTo>
                    <a:pt x="0" y="0"/>
                  </a:moveTo>
                  <a:lnTo>
                    <a:pt x="0" y="310"/>
                  </a:lnTo>
                  <a:lnTo>
                    <a:pt x="310" y="310"/>
                  </a:lnTo>
                  <a:lnTo>
                    <a:pt x="31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811" name="Google Shape;1811;p75"/>
            <p:cNvSpPr/>
            <p:nvPr/>
          </p:nvSpPr>
          <p:spPr>
            <a:xfrm>
              <a:off x="1500487" y="3427264"/>
              <a:ext cx="11635" cy="10799"/>
            </a:xfrm>
            <a:custGeom>
              <a:avLst/>
              <a:gdLst/>
              <a:ahLst/>
              <a:cxnLst/>
              <a:rect l="l" t="t" r="r" b="b"/>
              <a:pathLst>
                <a:path w="334" h="310" extrusionOk="0">
                  <a:moveTo>
                    <a:pt x="0" y="0"/>
                  </a:moveTo>
                  <a:lnTo>
                    <a:pt x="0" y="310"/>
                  </a:lnTo>
                  <a:lnTo>
                    <a:pt x="334" y="310"/>
                  </a:lnTo>
                  <a:lnTo>
                    <a:pt x="33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812" name="Google Shape;1812;p75"/>
            <p:cNvSpPr/>
            <p:nvPr/>
          </p:nvSpPr>
          <p:spPr>
            <a:xfrm>
              <a:off x="1524523" y="3427264"/>
              <a:ext cx="11670" cy="10799"/>
            </a:xfrm>
            <a:custGeom>
              <a:avLst/>
              <a:gdLst/>
              <a:ahLst/>
              <a:cxnLst/>
              <a:rect l="l" t="t" r="r" b="b"/>
              <a:pathLst>
                <a:path w="335" h="310" extrusionOk="0">
                  <a:moveTo>
                    <a:pt x="1" y="0"/>
                  </a:moveTo>
                  <a:lnTo>
                    <a:pt x="1" y="310"/>
                  </a:lnTo>
                  <a:lnTo>
                    <a:pt x="334" y="310"/>
                  </a:lnTo>
                  <a:lnTo>
                    <a:pt x="33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813" name="Google Shape;1813;p75"/>
            <p:cNvSpPr/>
            <p:nvPr/>
          </p:nvSpPr>
          <p:spPr>
            <a:xfrm>
              <a:off x="1472271" y="3474535"/>
              <a:ext cx="172573" cy="79668"/>
            </a:xfrm>
            <a:custGeom>
              <a:avLst/>
              <a:gdLst/>
              <a:ahLst/>
              <a:cxnLst/>
              <a:rect l="l" t="t" r="r" b="b"/>
              <a:pathLst>
                <a:path w="4954" h="2287" extrusionOk="0">
                  <a:moveTo>
                    <a:pt x="1" y="1"/>
                  </a:moveTo>
                  <a:lnTo>
                    <a:pt x="1" y="2287"/>
                  </a:lnTo>
                  <a:lnTo>
                    <a:pt x="4954" y="2287"/>
                  </a:lnTo>
                  <a:lnTo>
                    <a:pt x="4954" y="1977"/>
                  </a:lnTo>
                  <a:lnTo>
                    <a:pt x="310" y="1977"/>
                  </a:lnTo>
                  <a:lnTo>
                    <a:pt x="310" y="310"/>
                  </a:lnTo>
                  <a:lnTo>
                    <a:pt x="4954" y="310"/>
                  </a:lnTo>
                  <a:lnTo>
                    <a:pt x="495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814" name="Google Shape;1814;p75"/>
            <p:cNvSpPr/>
            <p:nvPr/>
          </p:nvSpPr>
          <p:spPr>
            <a:xfrm>
              <a:off x="1472271" y="3571584"/>
              <a:ext cx="172573" cy="9998"/>
            </a:xfrm>
            <a:custGeom>
              <a:avLst/>
              <a:gdLst/>
              <a:ahLst/>
              <a:cxnLst/>
              <a:rect l="l" t="t" r="r" b="b"/>
              <a:pathLst>
                <a:path w="4954" h="287" extrusionOk="0">
                  <a:moveTo>
                    <a:pt x="1" y="1"/>
                  </a:moveTo>
                  <a:lnTo>
                    <a:pt x="1" y="287"/>
                  </a:lnTo>
                  <a:lnTo>
                    <a:pt x="4954" y="287"/>
                  </a:lnTo>
                  <a:lnTo>
                    <a:pt x="495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815" name="Google Shape;1815;p75"/>
            <p:cNvSpPr/>
            <p:nvPr/>
          </p:nvSpPr>
          <p:spPr>
            <a:xfrm>
              <a:off x="1552739" y="3629653"/>
              <a:ext cx="92104" cy="9998"/>
            </a:xfrm>
            <a:custGeom>
              <a:avLst/>
              <a:gdLst/>
              <a:ahLst/>
              <a:cxnLst/>
              <a:rect l="l" t="t" r="r" b="b"/>
              <a:pathLst>
                <a:path w="2644" h="287" extrusionOk="0">
                  <a:moveTo>
                    <a:pt x="1" y="1"/>
                  </a:moveTo>
                  <a:lnTo>
                    <a:pt x="1" y="287"/>
                  </a:lnTo>
                  <a:lnTo>
                    <a:pt x="2644" y="287"/>
                  </a:lnTo>
                  <a:lnTo>
                    <a:pt x="264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816" name="Google Shape;1816;p75"/>
            <p:cNvSpPr/>
            <p:nvPr/>
          </p:nvSpPr>
          <p:spPr>
            <a:xfrm>
              <a:off x="1552739" y="3600636"/>
              <a:ext cx="92104" cy="9998"/>
            </a:xfrm>
            <a:custGeom>
              <a:avLst/>
              <a:gdLst/>
              <a:ahLst/>
              <a:cxnLst/>
              <a:rect l="l" t="t" r="r" b="b"/>
              <a:pathLst>
                <a:path w="2644" h="287" extrusionOk="0">
                  <a:moveTo>
                    <a:pt x="1" y="0"/>
                  </a:moveTo>
                  <a:lnTo>
                    <a:pt x="1" y="286"/>
                  </a:lnTo>
                  <a:lnTo>
                    <a:pt x="2644" y="286"/>
                  </a:lnTo>
                  <a:lnTo>
                    <a:pt x="264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817" name="Google Shape;1817;p75"/>
            <p:cNvSpPr/>
            <p:nvPr/>
          </p:nvSpPr>
          <p:spPr>
            <a:xfrm>
              <a:off x="1552739" y="3657869"/>
              <a:ext cx="92104" cy="9998"/>
            </a:xfrm>
            <a:custGeom>
              <a:avLst/>
              <a:gdLst/>
              <a:ahLst/>
              <a:cxnLst/>
              <a:rect l="l" t="t" r="r" b="b"/>
              <a:pathLst>
                <a:path w="2644" h="287" extrusionOk="0">
                  <a:moveTo>
                    <a:pt x="1" y="1"/>
                  </a:moveTo>
                  <a:lnTo>
                    <a:pt x="1" y="286"/>
                  </a:lnTo>
                  <a:lnTo>
                    <a:pt x="2644" y="286"/>
                  </a:lnTo>
                  <a:lnTo>
                    <a:pt x="264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818" name="Google Shape;1818;p75"/>
            <p:cNvSpPr/>
            <p:nvPr/>
          </p:nvSpPr>
          <p:spPr>
            <a:xfrm>
              <a:off x="1678840" y="3681104"/>
              <a:ext cx="68869" cy="68869"/>
            </a:xfrm>
            <a:custGeom>
              <a:avLst/>
              <a:gdLst/>
              <a:ahLst/>
              <a:cxnLst/>
              <a:rect l="l" t="t" r="r" b="b"/>
              <a:pathLst>
                <a:path w="1977" h="1977" extrusionOk="0">
                  <a:moveTo>
                    <a:pt x="1667" y="310"/>
                  </a:moveTo>
                  <a:lnTo>
                    <a:pt x="1667" y="1644"/>
                  </a:lnTo>
                  <a:lnTo>
                    <a:pt x="334" y="1644"/>
                  </a:lnTo>
                  <a:lnTo>
                    <a:pt x="334" y="310"/>
                  </a:lnTo>
                  <a:close/>
                  <a:moveTo>
                    <a:pt x="0" y="0"/>
                  </a:moveTo>
                  <a:lnTo>
                    <a:pt x="0" y="1977"/>
                  </a:lnTo>
                  <a:lnTo>
                    <a:pt x="1977" y="1977"/>
                  </a:lnTo>
                  <a:lnTo>
                    <a:pt x="197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819" name="Google Shape;1819;p75"/>
            <p:cNvSpPr/>
            <p:nvPr/>
          </p:nvSpPr>
          <p:spPr>
            <a:xfrm>
              <a:off x="1656441" y="3485333"/>
              <a:ext cx="160136" cy="287040"/>
            </a:xfrm>
            <a:custGeom>
              <a:avLst/>
              <a:gdLst/>
              <a:ahLst/>
              <a:cxnLst/>
              <a:rect l="l" t="t" r="r" b="b"/>
              <a:pathLst>
                <a:path w="4597" h="8240" extrusionOk="0">
                  <a:moveTo>
                    <a:pt x="4287" y="310"/>
                  </a:moveTo>
                  <a:lnTo>
                    <a:pt x="4287" y="1310"/>
                  </a:lnTo>
                  <a:lnTo>
                    <a:pt x="286" y="1310"/>
                  </a:lnTo>
                  <a:lnTo>
                    <a:pt x="286" y="310"/>
                  </a:lnTo>
                  <a:close/>
                  <a:moveTo>
                    <a:pt x="4287" y="1643"/>
                  </a:moveTo>
                  <a:lnTo>
                    <a:pt x="4287" y="7930"/>
                  </a:lnTo>
                  <a:lnTo>
                    <a:pt x="286" y="7930"/>
                  </a:lnTo>
                  <a:lnTo>
                    <a:pt x="286" y="1643"/>
                  </a:lnTo>
                  <a:close/>
                  <a:moveTo>
                    <a:pt x="0" y="0"/>
                  </a:moveTo>
                  <a:lnTo>
                    <a:pt x="0" y="8240"/>
                  </a:lnTo>
                  <a:lnTo>
                    <a:pt x="4597" y="8240"/>
                  </a:lnTo>
                  <a:lnTo>
                    <a:pt x="459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820" name="Google Shape;1820;p75"/>
            <p:cNvSpPr/>
            <p:nvPr/>
          </p:nvSpPr>
          <p:spPr>
            <a:xfrm>
              <a:off x="1685459" y="3508533"/>
              <a:ext cx="10834" cy="9998"/>
            </a:xfrm>
            <a:custGeom>
              <a:avLst/>
              <a:gdLst/>
              <a:ahLst/>
              <a:cxnLst/>
              <a:rect l="l" t="t" r="r" b="b"/>
              <a:pathLst>
                <a:path w="311" h="287" extrusionOk="0">
                  <a:moveTo>
                    <a:pt x="1" y="1"/>
                  </a:moveTo>
                  <a:lnTo>
                    <a:pt x="1" y="287"/>
                  </a:lnTo>
                  <a:lnTo>
                    <a:pt x="310" y="287"/>
                  </a:lnTo>
                  <a:lnTo>
                    <a:pt x="31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821" name="Google Shape;1821;p75"/>
            <p:cNvSpPr/>
            <p:nvPr/>
          </p:nvSpPr>
          <p:spPr>
            <a:xfrm>
              <a:off x="1707857" y="3508533"/>
              <a:ext cx="11670" cy="9998"/>
            </a:xfrm>
            <a:custGeom>
              <a:avLst/>
              <a:gdLst/>
              <a:ahLst/>
              <a:cxnLst/>
              <a:rect l="l" t="t" r="r" b="b"/>
              <a:pathLst>
                <a:path w="335" h="287" extrusionOk="0">
                  <a:moveTo>
                    <a:pt x="1" y="1"/>
                  </a:moveTo>
                  <a:lnTo>
                    <a:pt x="1" y="287"/>
                  </a:lnTo>
                  <a:lnTo>
                    <a:pt x="334" y="287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822" name="Google Shape;1822;p75"/>
            <p:cNvSpPr/>
            <p:nvPr/>
          </p:nvSpPr>
          <p:spPr>
            <a:xfrm>
              <a:off x="1731092" y="3508533"/>
              <a:ext cx="10834" cy="9998"/>
            </a:xfrm>
            <a:custGeom>
              <a:avLst/>
              <a:gdLst/>
              <a:ahLst/>
              <a:cxnLst/>
              <a:rect l="l" t="t" r="r" b="b"/>
              <a:pathLst>
                <a:path w="311" h="287" extrusionOk="0">
                  <a:moveTo>
                    <a:pt x="1" y="1"/>
                  </a:moveTo>
                  <a:lnTo>
                    <a:pt x="1" y="287"/>
                  </a:lnTo>
                  <a:lnTo>
                    <a:pt x="310" y="287"/>
                  </a:lnTo>
                  <a:lnTo>
                    <a:pt x="31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823" name="Google Shape;1823;p75"/>
            <p:cNvSpPr/>
            <p:nvPr/>
          </p:nvSpPr>
          <p:spPr>
            <a:xfrm>
              <a:off x="1679676" y="3554167"/>
              <a:ext cx="114503" cy="79668"/>
            </a:xfrm>
            <a:custGeom>
              <a:avLst/>
              <a:gdLst/>
              <a:ahLst/>
              <a:cxnLst/>
              <a:rect l="l" t="t" r="r" b="b"/>
              <a:pathLst>
                <a:path w="3287" h="2287" extrusionOk="0">
                  <a:moveTo>
                    <a:pt x="2953" y="310"/>
                  </a:moveTo>
                  <a:lnTo>
                    <a:pt x="2953" y="1977"/>
                  </a:lnTo>
                  <a:lnTo>
                    <a:pt x="310" y="1977"/>
                  </a:lnTo>
                  <a:lnTo>
                    <a:pt x="310" y="310"/>
                  </a:lnTo>
                  <a:close/>
                  <a:moveTo>
                    <a:pt x="0" y="1"/>
                  </a:moveTo>
                  <a:lnTo>
                    <a:pt x="0" y="2287"/>
                  </a:lnTo>
                  <a:lnTo>
                    <a:pt x="3287" y="2287"/>
                  </a:lnTo>
                  <a:lnTo>
                    <a:pt x="328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824" name="Google Shape;1824;p75"/>
            <p:cNvSpPr/>
            <p:nvPr/>
          </p:nvSpPr>
          <p:spPr>
            <a:xfrm>
              <a:off x="1678840" y="3652052"/>
              <a:ext cx="115339" cy="10834"/>
            </a:xfrm>
            <a:custGeom>
              <a:avLst/>
              <a:gdLst/>
              <a:ahLst/>
              <a:cxnLst/>
              <a:rect l="l" t="t" r="r" b="b"/>
              <a:pathLst>
                <a:path w="3311" h="311" extrusionOk="0">
                  <a:moveTo>
                    <a:pt x="0" y="1"/>
                  </a:moveTo>
                  <a:lnTo>
                    <a:pt x="0" y="310"/>
                  </a:lnTo>
                  <a:lnTo>
                    <a:pt x="3311" y="310"/>
                  </a:lnTo>
                  <a:lnTo>
                    <a:pt x="331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825" name="Google Shape;1825;p75"/>
            <p:cNvSpPr/>
            <p:nvPr/>
          </p:nvSpPr>
          <p:spPr>
            <a:xfrm>
              <a:off x="1760144" y="3709320"/>
              <a:ext cx="34034" cy="10799"/>
            </a:xfrm>
            <a:custGeom>
              <a:avLst/>
              <a:gdLst/>
              <a:ahLst/>
              <a:cxnLst/>
              <a:rect l="l" t="t" r="r" b="b"/>
              <a:pathLst>
                <a:path w="977" h="310" extrusionOk="0">
                  <a:moveTo>
                    <a:pt x="0" y="0"/>
                  </a:moveTo>
                  <a:lnTo>
                    <a:pt x="0" y="310"/>
                  </a:lnTo>
                  <a:lnTo>
                    <a:pt x="977" y="310"/>
                  </a:lnTo>
                  <a:lnTo>
                    <a:pt x="97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826" name="Google Shape;1826;p75"/>
            <p:cNvSpPr/>
            <p:nvPr/>
          </p:nvSpPr>
          <p:spPr>
            <a:xfrm>
              <a:off x="1760144" y="3681104"/>
              <a:ext cx="34034" cy="10799"/>
            </a:xfrm>
            <a:custGeom>
              <a:avLst/>
              <a:gdLst/>
              <a:ahLst/>
              <a:cxnLst/>
              <a:rect l="l" t="t" r="r" b="b"/>
              <a:pathLst>
                <a:path w="977" h="310" extrusionOk="0">
                  <a:moveTo>
                    <a:pt x="0" y="0"/>
                  </a:moveTo>
                  <a:lnTo>
                    <a:pt x="0" y="310"/>
                  </a:lnTo>
                  <a:lnTo>
                    <a:pt x="977" y="310"/>
                  </a:lnTo>
                  <a:lnTo>
                    <a:pt x="97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827" name="Google Shape;1827;p75"/>
            <p:cNvSpPr/>
            <p:nvPr/>
          </p:nvSpPr>
          <p:spPr>
            <a:xfrm>
              <a:off x="1760144" y="3738337"/>
              <a:ext cx="34034" cy="10834"/>
            </a:xfrm>
            <a:custGeom>
              <a:avLst/>
              <a:gdLst/>
              <a:ahLst/>
              <a:cxnLst/>
              <a:rect l="l" t="t" r="r" b="b"/>
              <a:pathLst>
                <a:path w="977" h="311" extrusionOk="0">
                  <a:moveTo>
                    <a:pt x="0" y="1"/>
                  </a:moveTo>
                  <a:lnTo>
                    <a:pt x="0" y="310"/>
                  </a:lnTo>
                  <a:lnTo>
                    <a:pt x="977" y="310"/>
                  </a:lnTo>
                  <a:lnTo>
                    <a:pt x="97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1517" name="Google Shape;1517;p75"/>
          <p:cNvGrpSpPr/>
          <p:nvPr/>
        </p:nvGrpSpPr>
        <p:grpSpPr>
          <a:xfrm>
            <a:off x="7672277" y="4081175"/>
            <a:ext cx="466344" cy="384048"/>
            <a:chOff x="1609825" y="2850650"/>
            <a:chExt cx="271500" cy="263750"/>
          </a:xfrm>
        </p:grpSpPr>
        <p:sp>
          <p:nvSpPr>
            <p:cNvPr id="1518" name="Google Shape;1518;p75"/>
            <p:cNvSpPr/>
            <p:nvPr/>
          </p:nvSpPr>
          <p:spPr>
            <a:xfrm>
              <a:off x="1711625" y="3029250"/>
              <a:ext cx="8375" cy="8350"/>
            </a:xfrm>
            <a:custGeom>
              <a:avLst/>
              <a:gdLst/>
              <a:ahLst/>
              <a:cxnLst/>
              <a:rect l="l" t="t" r="r" b="b"/>
              <a:pathLst>
                <a:path w="335" h="334" extrusionOk="0">
                  <a:moveTo>
                    <a:pt x="1" y="0"/>
                  </a:moveTo>
                  <a:lnTo>
                    <a:pt x="1" y="334"/>
                  </a:lnTo>
                  <a:lnTo>
                    <a:pt x="334" y="334"/>
                  </a:lnTo>
                  <a:lnTo>
                    <a:pt x="33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519" name="Google Shape;1519;p75"/>
            <p:cNvSpPr/>
            <p:nvPr/>
          </p:nvSpPr>
          <p:spPr>
            <a:xfrm>
              <a:off x="1728900" y="3029250"/>
              <a:ext cx="8350" cy="8350"/>
            </a:xfrm>
            <a:custGeom>
              <a:avLst/>
              <a:gdLst/>
              <a:ahLst/>
              <a:cxnLst/>
              <a:rect l="l" t="t" r="r" b="b"/>
              <a:pathLst>
                <a:path w="334" h="334" extrusionOk="0">
                  <a:moveTo>
                    <a:pt x="0" y="0"/>
                  </a:moveTo>
                  <a:lnTo>
                    <a:pt x="0" y="334"/>
                  </a:lnTo>
                  <a:lnTo>
                    <a:pt x="334" y="334"/>
                  </a:lnTo>
                  <a:lnTo>
                    <a:pt x="33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520" name="Google Shape;1520;p75"/>
            <p:cNvSpPr/>
            <p:nvPr/>
          </p:nvSpPr>
          <p:spPr>
            <a:xfrm>
              <a:off x="1746175" y="3029250"/>
              <a:ext cx="7750" cy="8350"/>
            </a:xfrm>
            <a:custGeom>
              <a:avLst/>
              <a:gdLst/>
              <a:ahLst/>
              <a:cxnLst/>
              <a:rect l="l" t="t" r="r" b="b"/>
              <a:pathLst>
                <a:path w="310" h="334" extrusionOk="0">
                  <a:moveTo>
                    <a:pt x="0" y="0"/>
                  </a:moveTo>
                  <a:lnTo>
                    <a:pt x="0" y="334"/>
                  </a:lnTo>
                  <a:lnTo>
                    <a:pt x="310" y="334"/>
                  </a:lnTo>
                  <a:lnTo>
                    <a:pt x="31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521" name="Google Shape;1521;p75"/>
            <p:cNvSpPr/>
            <p:nvPr/>
          </p:nvSpPr>
          <p:spPr>
            <a:xfrm>
              <a:off x="1609825" y="2901250"/>
              <a:ext cx="245900" cy="213150"/>
            </a:xfrm>
            <a:custGeom>
              <a:avLst/>
              <a:gdLst/>
              <a:ahLst/>
              <a:cxnLst/>
              <a:rect l="l" t="t" r="r" b="b"/>
              <a:pathLst>
                <a:path w="9836" h="8526" extrusionOk="0">
                  <a:moveTo>
                    <a:pt x="9526" y="6144"/>
                  </a:moveTo>
                  <a:lnTo>
                    <a:pt x="9526" y="6859"/>
                  </a:lnTo>
                  <a:lnTo>
                    <a:pt x="334" y="6859"/>
                  </a:lnTo>
                  <a:lnTo>
                    <a:pt x="286" y="6835"/>
                  </a:lnTo>
                  <a:lnTo>
                    <a:pt x="286" y="6144"/>
                  </a:lnTo>
                  <a:close/>
                  <a:moveTo>
                    <a:pt x="5597" y="7192"/>
                  </a:moveTo>
                  <a:lnTo>
                    <a:pt x="5597" y="8216"/>
                  </a:lnTo>
                  <a:lnTo>
                    <a:pt x="4192" y="8216"/>
                  </a:lnTo>
                  <a:lnTo>
                    <a:pt x="4192" y="7192"/>
                  </a:lnTo>
                  <a:close/>
                  <a:moveTo>
                    <a:pt x="334" y="0"/>
                  </a:moveTo>
                  <a:cubicBezTo>
                    <a:pt x="143" y="0"/>
                    <a:pt x="1" y="167"/>
                    <a:pt x="1" y="334"/>
                  </a:cubicBezTo>
                  <a:lnTo>
                    <a:pt x="1" y="6835"/>
                  </a:lnTo>
                  <a:cubicBezTo>
                    <a:pt x="1" y="7002"/>
                    <a:pt x="143" y="7145"/>
                    <a:pt x="334" y="7145"/>
                  </a:cubicBezTo>
                  <a:lnTo>
                    <a:pt x="3906" y="7145"/>
                  </a:lnTo>
                  <a:lnTo>
                    <a:pt x="3906" y="8192"/>
                  </a:lnTo>
                  <a:lnTo>
                    <a:pt x="3216" y="8192"/>
                  </a:lnTo>
                  <a:lnTo>
                    <a:pt x="3216" y="8526"/>
                  </a:lnTo>
                  <a:lnTo>
                    <a:pt x="6645" y="8526"/>
                  </a:lnTo>
                  <a:lnTo>
                    <a:pt x="6645" y="8192"/>
                  </a:lnTo>
                  <a:lnTo>
                    <a:pt x="5930" y="8192"/>
                  </a:lnTo>
                  <a:lnTo>
                    <a:pt x="5930" y="7145"/>
                  </a:lnTo>
                  <a:lnTo>
                    <a:pt x="9526" y="7145"/>
                  </a:lnTo>
                  <a:cubicBezTo>
                    <a:pt x="9693" y="7145"/>
                    <a:pt x="9836" y="7002"/>
                    <a:pt x="9836" y="6835"/>
                  </a:cubicBezTo>
                  <a:lnTo>
                    <a:pt x="9836" y="2382"/>
                  </a:lnTo>
                  <a:lnTo>
                    <a:pt x="9526" y="2382"/>
                  </a:lnTo>
                  <a:lnTo>
                    <a:pt x="9526" y="5811"/>
                  </a:lnTo>
                  <a:lnTo>
                    <a:pt x="286" y="5811"/>
                  </a:lnTo>
                  <a:lnTo>
                    <a:pt x="286" y="334"/>
                  </a:lnTo>
                  <a:lnTo>
                    <a:pt x="6121" y="334"/>
                  </a:lnTo>
                  <a:lnTo>
                    <a:pt x="612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522" name="Google Shape;1522;p75"/>
            <p:cNvSpPr/>
            <p:nvPr/>
          </p:nvSpPr>
          <p:spPr>
            <a:xfrm>
              <a:off x="1652100" y="2935775"/>
              <a:ext cx="24425" cy="84575"/>
            </a:xfrm>
            <a:custGeom>
              <a:avLst/>
              <a:gdLst/>
              <a:ahLst/>
              <a:cxnLst/>
              <a:rect l="l" t="t" r="r" b="b"/>
              <a:pathLst>
                <a:path w="977" h="3383" extrusionOk="0">
                  <a:moveTo>
                    <a:pt x="501" y="1525"/>
                  </a:moveTo>
                  <a:cubicBezTo>
                    <a:pt x="596" y="1525"/>
                    <a:pt x="691" y="1596"/>
                    <a:pt x="691" y="1691"/>
                  </a:cubicBezTo>
                  <a:cubicBezTo>
                    <a:pt x="691" y="1787"/>
                    <a:pt x="596" y="1882"/>
                    <a:pt x="501" y="1882"/>
                  </a:cubicBezTo>
                  <a:cubicBezTo>
                    <a:pt x="405" y="1882"/>
                    <a:pt x="334" y="1787"/>
                    <a:pt x="334" y="1691"/>
                  </a:cubicBezTo>
                  <a:cubicBezTo>
                    <a:pt x="334" y="1596"/>
                    <a:pt x="429" y="1525"/>
                    <a:pt x="501" y="1525"/>
                  </a:cubicBezTo>
                  <a:close/>
                  <a:moveTo>
                    <a:pt x="334" y="1"/>
                  </a:moveTo>
                  <a:lnTo>
                    <a:pt x="334" y="1215"/>
                  </a:lnTo>
                  <a:cubicBezTo>
                    <a:pt x="143" y="1263"/>
                    <a:pt x="0" y="1477"/>
                    <a:pt x="0" y="1691"/>
                  </a:cubicBezTo>
                  <a:cubicBezTo>
                    <a:pt x="0" y="1906"/>
                    <a:pt x="143" y="2096"/>
                    <a:pt x="334" y="2168"/>
                  </a:cubicBezTo>
                  <a:lnTo>
                    <a:pt x="334" y="3382"/>
                  </a:lnTo>
                  <a:lnTo>
                    <a:pt x="667" y="3382"/>
                  </a:lnTo>
                  <a:lnTo>
                    <a:pt x="667" y="2168"/>
                  </a:lnTo>
                  <a:cubicBezTo>
                    <a:pt x="858" y="2120"/>
                    <a:pt x="977" y="1906"/>
                    <a:pt x="977" y="1691"/>
                  </a:cubicBezTo>
                  <a:cubicBezTo>
                    <a:pt x="977" y="1477"/>
                    <a:pt x="858" y="1287"/>
                    <a:pt x="667" y="1215"/>
                  </a:cubicBezTo>
                  <a:lnTo>
                    <a:pt x="66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523" name="Google Shape;1523;p75"/>
            <p:cNvSpPr/>
            <p:nvPr/>
          </p:nvSpPr>
          <p:spPr>
            <a:xfrm>
              <a:off x="1686625" y="2934575"/>
              <a:ext cx="24450" cy="85775"/>
            </a:xfrm>
            <a:custGeom>
              <a:avLst/>
              <a:gdLst/>
              <a:ahLst/>
              <a:cxnLst/>
              <a:rect l="l" t="t" r="r" b="b"/>
              <a:pathLst>
                <a:path w="978" h="3431" extrusionOk="0">
                  <a:moveTo>
                    <a:pt x="501" y="2430"/>
                  </a:moveTo>
                  <a:cubicBezTo>
                    <a:pt x="596" y="2430"/>
                    <a:pt x="667" y="2525"/>
                    <a:pt x="667" y="2597"/>
                  </a:cubicBezTo>
                  <a:cubicBezTo>
                    <a:pt x="667" y="2692"/>
                    <a:pt x="596" y="2787"/>
                    <a:pt x="501" y="2787"/>
                  </a:cubicBezTo>
                  <a:cubicBezTo>
                    <a:pt x="405" y="2787"/>
                    <a:pt x="310" y="2692"/>
                    <a:pt x="310" y="2597"/>
                  </a:cubicBezTo>
                  <a:cubicBezTo>
                    <a:pt x="310" y="2478"/>
                    <a:pt x="382" y="2430"/>
                    <a:pt x="501" y="2430"/>
                  </a:cubicBezTo>
                  <a:close/>
                  <a:moveTo>
                    <a:pt x="310" y="1"/>
                  </a:moveTo>
                  <a:lnTo>
                    <a:pt x="310" y="2097"/>
                  </a:lnTo>
                  <a:cubicBezTo>
                    <a:pt x="144" y="2144"/>
                    <a:pt x="1" y="2359"/>
                    <a:pt x="1" y="2573"/>
                  </a:cubicBezTo>
                  <a:cubicBezTo>
                    <a:pt x="1" y="2787"/>
                    <a:pt x="144" y="2978"/>
                    <a:pt x="310" y="3049"/>
                  </a:cubicBezTo>
                  <a:lnTo>
                    <a:pt x="310" y="3430"/>
                  </a:lnTo>
                  <a:lnTo>
                    <a:pt x="644" y="3430"/>
                  </a:lnTo>
                  <a:lnTo>
                    <a:pt x="644" y="3049"/>
                  </a:lnTo>
                  <a:cubicBezTo>
                    <a:pt x="858" y="3002"/>
                    <a:pt x="977" y="2787"/>
                    <a:pt x="977" y="2573"/>
                  </a:cubicBezTo>
                  <a:cubicBezTo>
                    <a:pt x="977" y="2359"/>
                    <a:pt x="858" y="2168"/>
                    <a:pt x="644" y="2097"/>
                  </a:cubicBezTo>
                  <a:lnTo>
                    <a:pt x="64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524" name="Google Shape;1524;p75"/>
            <p:cNvSpPr/>
            <p:nvPr/>
          </p:nvSpPr>
          <p:spPr>
            <a:xfrm>
              <a:off x="1720575" y="2935775"/>
              <a:ext cx="24425" cy="84575"/>
            </a:xfrm>
            <a:custGeom>
              <a:avLst/>
              <a:gdLst/>
              <a:ahLst/>
              <a:cxnLst/>
              <a:rect l="l" t="t" r="r" b="b"/>
              <a:pathLst>
                <a:path w="977" h="3383" extrusionOk="0">
                  <a:moveTo>
                    <a:pt x="500" y="1501"/>
                  </a:moveTo>
                  <a:cubicBezTo>
                    <a:pt x="595" y="1501"/>
                    <a:pt x="691" y="1596"/>
                    <a:pt x="691" y="1691"/>
                  </a:cubicBezTo>
                  <a:cubicBezTo>
                    <a:pt x="691" y="1787"/>
                    <a:pt x="595" y="1882"/>
                    <a:pt x="500" y="1882"/>
                  </a:cubicBezTo>
                  <a:cubicBezTo>
                    <a:pt x="429" y="1882"/>
                    <a:pt x="333" y="1787"/>
                    <a:pt x="333" y="1691"/>
                  </a:cubicBezTo>
                  <a:cubicBezTo>
                    <a:pt x="333" y="1596"/>
                    <a:pt x="429" y="1501"/>
                    <a:pt x="500" y="1501"/>
                  </a:cubicBezTo>
                  <a:close/>
                  <a:moveTo>
                    <a:pt x="333" y="1"/>
                  </a:moveTo>
                  <a:lnTo>
                    <a:pt x="333" y="1215"/>
                  </a:lnTo>
                  <a:cubicBezTo>
                    <a:pt x="143" y="1263"/>
                    <a:pt x="0" y="1477"/>
                    <a:pt x="0" y="1691"/>
                  </a:cubicBezTo>
                  <a:cubicBezTo>
                    <a:pt x="0" y="1906"/>
                    <a:pt x="143" y="2096"/>
                    <a:pt x="333" y="2168"/>
                  </a:cubicBezTo>
                  <a:lnTo>
                    <a:pt x="333" y="3382"/>
                  </a:lnTo>
                  <a:lnTo>
                    <a:pt x="667" y="3382"/>
                  </a:lnTo>
                  <a:lnTo>
                    <a:pt x="667" y="2168"/>
                  </a:lnTo>
                  <a:cubicBezTo>
                    <a:pt x="857" y="2120"/>
                    <a:pt x="976" y="1906"/>
                    <a:pt x="976" y="1691"/>
                  </a:cubicBezTo>
                  <a:cubicBezTo>
                    <a:pt x="976" y="1477"/>
                    <a:pt x="857" y="1287"/>
                    <a:pt x="667" y="1215"/>
                  </a:cubicBezTo>
                  <a:lnTo>
                    <a:pt x="66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525" name="Google Shape;1525;p75"/>
            <p:cNvSpPr/>
            <p:nvPr/>
          </p:nvSpPr>
          <p:spPr>
            <a:xfrm>
              <a:off x="1753900" y="2934575"/>
              <a:ext cx="24450" cy="85775"/>
            </a:xfrm>
            <a:custGeom>
              <a:avLst/>
              <a:gdLst/>
              <a:ahLst/>
              <a:cxnLst/>
              <a:rect l="l" t="t" r="r" b="b"/>
              <a:pathLst>
                <a:path w="978" h="3431" extrusionOk="0">
                  <a:moveTo>
                    <a:pt x="525" y="692"/>
                  </a:moveTo>
                  <a:cubicBezTo>
                    <a:pt x="596" y="692"/>
                    <a:pt x="691" y="787"/>
                    <a:pt x="691" y="882"/>
                  </a:cubicBezTo>
                  <a:cubicBezTo>
                    <a:pt x="691" y="1001"/>
                    <a:pt x="644" y="1049"/>
                    <a:pt x="525" y="1049"/>
                  </a:cubicBezTo>
                  <a:cubicBezTo>
                    <a:pt x="429" y="1049"/>
                    <a:pt x="334" y="977"/>
                    <a:pt x="334" y="882"/>
                  </a:cubicBezTo>
                  <a:cubicBezTo>
                    <a:pt x="334" y="787"/>
                    <a:pt x="429" y="692"/>
                    <a:pt x="525" y="692"/>
                  </a:cubicBezTo>
                  <a:close/>
                  <a:moveTo>
                    <a:pt x="334" y="1"/>
                  </a:moveTo>
                  <a:lnTo>
                    <a:pt x="334" y="406"/>
                  </a:lnTo>
                  <a:cubicBezTo>
                    <a:pt x="167" y="501"/>
                    <a:pt x="1" y="668"/>
                    <a:pt x="1" y="882"/>
                  </a:cubicBezTo>
                  <a:cubicBezTo>
                    <a:pt x="1" y="1096"/>
                    <a:pt x="167" y="1287"/>
                    <a:pt x="334" y="1358"/>
                  </a:cubicBezTo>
                  <a:lnTo>
                    <a:pt x="334" y="3430"/>
                  </a:lnTo>
                  <a:lnTo>
                    <a:pt x="667" y="3430"/>
                  </a:lnTo>
                  <a:lnTo>
                    <a:pt x="667" y="1358"/>
                  </a:lnTo>
                  <a:cubicBezTo>
                    <a:pt x="858" y="1287"/>
                    <a:pt x="977" y="1096"/>
                    <a:pt x="977" y="882"/>
                  </a:cubicBezTo>
                  <a:cubicBezTo>
                    <a:pt x="977" y="668"/>
                    <a:pt x="858" y="453"/>
                    <a:pt x="667" y="406"/>
                  </a:cubicBezTo>
                  <a:lnTo>
                    <a:pt x="66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526" name="Google Shape;1526;p75"/>
            <p:cNvSpPr/>
            <p:nvPr/>
          </p:nvSpPr>
          <p:spPr>
            <a:xfrm>
              <a:off x="1788425" y="2960775"/>
              <a:ext cx="24450" cy="59575"/>
            </a:xfrm>
            <a:custGeom>
              <a:avLst/>
              <a:gdLst/>
              <a:ahLst/>
              <a:cxnLst/>
              <a:rect l="l" t="t" r="r" b="b"/>
              <a:pathLst>
                <a:path w="978" h="2383" extrusionOk="0">
                  <a:moveTo>
                    <a:pt x="501" y="1025"/>
                  </a:moveTo>
                  <a:cubicBezTo>
                    <a:pt x="596" y="1025"/>
                    <a:pt x="692" y="1096"/>
                    <a:pt x="692" y="1192"/>
                  </a:cubicBezTo>
                  <a:cubicBezTo>
                    <a:pt x="692" y="1287"/>
                    <a:pt x="620" y="1382"/>
                    <a:pt x="501" y="1382"/>
                  </a:cubicBezTo>
                  <a:cubicBezTo>
                    <a:pt x="406" y="1382"/>
                    <a:pt x="334" y="1287"/>
                    <a:pt x="334" y="1192"/>
                  </a:cubicBezTo>
                  <a:cubicBezTo>
                    <a:pt x="334" y="1096"/>
                    <a:pt x="406" y="1025"/>
                    <a:pt x="501" y="1025"/>
                  </a:cubicBezTo>
                  <a:close/>
                  <a:moveTo>
                    <a:pt x="334" y="1"/>
                  </a:moveTo>
                  <a:lnTo>
                    <a:pt x="334" y="715"/>
                  </a:lnTo>
                  <a:cubicBezTo>
                    <a:pt x="144" y="787"/>
                    <a:pt x="1" y="977"/>
                    <a:pt x="1" y="1192"/>
                  </a:cubicBezTo>
                  <a:cubicBezTo>
                    <a:pt x="1" y="1406"/>
                    <a:pt x="144" y="1620"/>
                    <a:pt x="334" y="1668"/>
                  </a:cubicBezTo>
                  <a:lnTo>
                    <a:pt x="334" y="2382"/>
                  </a:lnTo>
                  <a:lnTo>
                    <a:pt x="644" y="2382"/>
                  </a:lnTo>
                  <a:lnTo>
                    <a:pt x="644" y="1668"/>
                  </a:lnTo>
                  <a:cubicBezTo>
                    <a:pt x="858" y="1620"/>
                    <a:pt x="977" y="1406"/>
                    <a:pt x="977" y="1192"/>
                  </a:cubicBezTo>
                  <a:cubicBezTo>
                    <a:pt x="977" y="977"/>
                    <a:pt x="858" y="787"/>
                    <a:pt x="644" y="715"/>
                  </a:cubicBezTo>
                  <a:lnTo>
                    <a:pt x="64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527" name="Google Shape;1527;p75"/>
            <p:cNvSpPr/>
            <p:nvPr/>
          </p:nvSpPr>
          <p:spPr>
            <a:xfrm>
              <a:off x="1809875" y="2888750"/>
              <a:ext cx="34550" cy="34550"/>
            </a:xfrm>
            <a:custGeom>
              <a:avLst/>
              <a:gdLst/>
              <a:ahLst/>
              <a:cxnLst/>
              <a:rect l="l" t="t" r="r" b="b"/>
              <a:pathLst>
                <a:path w="1382" h="1382" extrusionOk="0">
                  <a:moveTo>
                    <a:pt x="691" y="310"/>
                  </a:moveTo>
                  <a:cubicBezTo>
                    <a:pt x="905" y="310"/>
                    <a:pt x="1048" y="453"/>
                    <a:pt x="1048" y="667"/>
                  </a:cubicBezTo>
                  <a:cubicBezTo>
                    <a:pt x="1024" y="858"/>
                    <a:pt x="858" y="1024"/>
                    <a:pt x="691" y="1024"/>
                  </a:cubicBezTo>
                  <a:cubicBezTo>
                    <a:pt x="477" y="1024"/>
                    <a:pt x="334" y="858"/>
                    <a:pt x="334" y="667"/>
                  </a:cubicBezTo>
                  <a:cubicBezTo>
                    <a:pt x="334" y="453"/>
                    <a:pt x="477" y="310"/>
                    <a:pt x="691" y="310"/>
                  </a:cubicBezTo>
                  <a:close/>
                  <a:moveTo>
                    <a:pt x="691" y="0"/>
                  </a:moveTo>
                  <a:cubicBezTo>
                    <a:pt x="334" y="0"/>
                    <a:pt x="0" y="286"/>
                    <a:pt x="0" y="691"/>
                  </a:cubicBezTo>
                  <a:cubicBezTo>
                    <a:pt x="0" y="1048"/>
                    <a:pt x="310" y="1381"/>
                    <a:pt x="691" y="1381"/>
                  </a:cubicBezTo>
                  <a:cubicBezTo>
                    <a:pt x="1048" y="1381"/>
                    <a:pt x="1381" y="1072"/>
                    <a:pt x="1381" y="691"/>
                  </a:cubicBezTo>
                  <a:cubicBezTo>
                    <a:pt x="1334" y="286"/>
                    <a:pt x="1048" y="0"/>
                    <a:pt x="69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528" name="Google Shape;1528;p75"/>
            <p:cNvSpPr/>
            <p:nvPr/>
          </p:nvSpPr>
          <p:spPr>
            <a:xfrm>
              <a:off x="1771175" y="2850650"/>
              <a:ext cx="110150" cy="110150"/>
            </a:xfrm>
            <a:custGeom>
              <a:avLst/>
              <a:gdLst/>
              <a:ahLst/>
              <a:cxnLst/>
              <a:rect l="l" t="t" r="r" b="b"/>
              <a:pathLst>
                <a:path w="4406" h="4406" extrusionOk="0">
                  <a:moveTo>
                    <a:pt x="2382" y="334"/>
                  </a:moveTo>
                  <a:lnTo>
                    <a:pt x="2382" y="691"/>
                  </a:lnTo>
                  <a:lnTo>
                    <a:pt x="2025" y="691"/>
                  </a:lnTo>
                  <a:lnTo>
                    <a:pt x="2025" y="334"/>
                  </a:lnTo>
                  <a:close/>
                  <a:moveTo>
                    <a:pt x="1024" y="715"/>
                  </a:moveTo>
                  <a:lnTo>
                    <a:pt x="1286" y="1000"/>
                  </a:lnTo>
                  <a:cubicBezTo>
                    <a:pt x="1191" y="1072"/>
                    <a:pt x="1096" y="1143"/>
                    <a:pt x="1024" y="1262"/>
                  </a:cubicBezTo>
                  <a:lnTo>
                    <a:pt x="739" y="1000"/>
                  </a:lnTo>
                  <a:lnTo>
                    <a:pt x="1024" y="715"/>
                  </a:lnTo>
                  <a:close/>
                  <a:moveTo>
                    <a:pt x="3430" y="762"/>
                  </a:moveTo>
                  <a:lnTo>
                    <a:pt x="3692" y="1024"/>
                  </a:lnTo>
                  <a:lnTo>
                    <a:pt x="3430" y="1286"/>
                  </a:lnTo>
                  <a:cubicBezTo>
                    <a:pt x="3334" y="1191"/>
                    <a:pt x="3287" y="1096"/>
                    <a:pt x="3168" y="1024"/>
                  </a:cubicBezTo>
                  <a:lnTo>
                    <a:pt x="3430" y="762"/>
                  </a:lnTo>
                  <a:close/>
                  <a:moveTo>
                    <a:pt x="715" y="2024"/>
                  </a:moveTo>
                  <a:lnTo>
                    <a:pt x="715" y="2215"/>
                  </a:lnTo>
                  <a:lnTo>
                    <a:pt x="715" y="2382"/>
                  </a:lnTo>
                  <a:lnTo>
                    <a:pt x="334" y="2382"/>
                  </a:lnTo>
                  <a:lnTo>
                    <a:pt x="334" y="2024"/>
                  </a:lnTo>
                  <a:close/>
                  <a:moveTo>
                    <a:pt x="4120" y="2024"/>
                  </a:moveTo>
                  <a:lnTo>
                    <a:pt x="4120" y="2382"/>
                  </a:lnTo>
                  <a:lnTo>
                    <a:pt x="3763" y="2382"/>
                  </a:lnTo>
                  <a:lnTo>
                    <a:pt x="3763" y="2215"/>
                  </a:lnTo>
                  <a:lnTo>
                    <a:pt x="3763" y="2024"/>
                  </a:lnTo>
                  <a:close/>
                  <a:moveTo>
                    <a:pt x="2239" y="1024"/>
                  </a:moveTo>
                  <a:cubicBezTo>
                    <a:pt x="2882" y="1024"/>
                    <a:pt x="3430" y="1548"/>
                    <a:pt x="3430" y="2215"/>
                  </a:cubicBezTo>
                  <a:cubicBezTo>
                    <a:pt x="3430" y="2858"/>
                    <a:pt x="2882" y="3406"/>
                    <a:pt x="2239" y="3406"/>
                  </a:cubicBezTo>
                  <a:cubicBezTo>
                    <a:pt x="1572" y="3406"/>
                    <a:pt x="1048" y="2858"/>
                    <a:pt x="1048" y="2215"/>
                  </a:cubicBezTo>
                  <a:cubicBezTo>
                    <a:pt x="1048" y="1548"/>
                    <a:pt x="1572" y="1024"/>
                    <a:pt x="2239" y="1024"/>
                  </a:cubicBezTo>
                  <a:close/>
                  <a:moveTo>
                    <a:pt x="1024" y="3144"/>
                  </a:moveTo>
                  <a:cubicBezTo>
                    <a:pt x="1096" y="3215"/>
                    <a:pt x="1167" y="3310"/>
                    <a:pt x="1286" y="3406"/>
                  </a:cubicBezTo>
                  <a:lnTo>
                    <a:pt x="1024" y="3668"/>
                  </a:lnTo>
                  <a:lnTo>
                    <a:pt x="739" y="3406"/>
                  </a:lnTo>
                  <a:lnTo>
                    <a:pt x="1024" y="3144"/>
                  </a:lnTo>
                  <a:close/>
                  <a:moveTo>
                    <a:pt x="3430" y="3144"/>
                  </a:moveTo>
                  <a:lnTo>
                    <a:pt x="3692" y="3406"/>
                  </a:lnTo>
                  <a:lnTo>
                    <a:pt x="3430" y="3668"/>
                  </a:lnTo>
                  <a:lnTo>
                    <a:pt x="3168" y="3406"/>
                  </a:lnTo>
                  <a:cubicBezTo>
                    <a:pt x="3239" y="3310"/>
                    <a:pt x="3334" y="3263"/>
                    <a:pt x="3430" y="3144"/>
                  </a:cubicBezTo>
                  <a:close/>
                  <a:moveTo>
                    <a:pt x="2382" y="3691"/>
                  </a:moveTo>
                  <a:lnTo>
                    <a:pt x="2382" y="4096"/>
                  </a:lnTo>
                  <a:lnTo>
                    <a:pt x="2025" y="4096"/>
                  </a:lnTo>
                  <a:lnTo>
                    <a:pt x="2025" y="3691"/>
                  </a:lnTo>
                  <a:close/>
                  <a:moveTo>
                    <a:pt x="1691" y="0"/>
                  </a:moveTo>
                  <a:lnTo>
                    <a:pt x="1691" y="762"/>
                  </a:lnTo>
                  <a:cubicBezTo>
                    <a:pt x="1667" y="786"/>
                    <a:pt x="1572" y="786"/>
                    <a:pt x="1548" y="810"/>
                  </a:cubicBezTo>
                  <a:lnTo>
                    <a:pt x="1024" y="286"/>
                  </a:lnTo>
                  <a:lnTo>
                    <a:pt x="310" y="977"/>
                  </a:lnTo>
                  <a:lnTo>
                    <a:pt x="834" y="1524"/>
                  </a:lnTo>
                  <a:cubicBezTo>
                    <a:pt x="810" y="1572"/>
                    <a:pt x="786" y="1620"/>
                    <a:pt x="786" y="1715"/>
                  </a:cubicBezTo>
                  <a:lnTo>
                    <a:pt x="0" y="1715"/>
                  </a:lnTo>
                  <a:lnTo>
                    <a:pt x="0" y="2715"/>
                  </a:lnTo>
                  <a:lnTo>
                    <a:pt x="786" y="2715"/>
                  </a:lnTo>
                  <a:cubicBezTo>
                    <a:pt x="810" y="2739"/>
                    <a:pt x="810" y="2834"/>
                    <a:pt x="834" y="2858"/>
                  </a:cubicBezTo>
                  <a:lnTo>
                    <a:pt x="286" y="3406"/>
                  </a:lnTo>
                  <a:lnTo>
                    <a:pt x="1001" y="4120"/>
                  </a:lnTo>
                  <a:lnTo>
                    <a:pt x="1548" y="3572"/>
                  </a:lnTo>
                  <a:cubicBezTo>
                    <a:pt x="1596" y="3596"/>
                    <a:pt x="1667" y="3644"/>
                    <a:pt x="1691" y="3644"/>
                  </a:cubicBezTo>
                  <a:lnTo>
                    <a:pt x="1691" y="4406"/>
                  </a:lnTo>
                  <a:lnTo>
                    <a:pt x="2715" y="4406"/>
                  </a:lnTo>
                  <a:lnTo>
                    <a:pt x="2715" y="3644"/>
                  </a:lnTo>
                  <a:cubicBezTo>
                    <a:pt x="2763" y="3596"/>
                    <a:pt x="2834" y="3596"/>
                    <a:pt x="2882" y="3572"/>
                  </a:cubicBezTo>
                  <a:lnTo>
                    <a:pt x="3430" y="4120"/>
                  </a:lnTo>
                  <a:lnTo>
                    <a:pt x="4144" y="3406"/>
                  </a:lnTo>
                  <a:lnTo>
                    <a:pt x="3596" y="2858"/>
                  </a:lnTo>
                  <a:cubicBezTo>
                    <a:pt x="3644" y="2810"/>
                    <a:pt x="3668" y="2739"/>
                    <a:pt x="3668" y="2715"/>
                  </a:cubicBezTo>
                  <a:lnTo>
                    <a:pt x="4406" y="2715"/>
                  </a:lnTo>
                  <a:lnTo>
                    <a:pt x="4406" y="1715"/>
                  </a:lnTo>
                  <a:lnTo>
                    <a:pt x="3668" y="1715"/>
                  </a:lnTo>
                  <a:cubicBezTo>
                    <a:pt x="3644" y="1643"/>
                    <a:pt x="3644" y="1596"/>
                    <a:pt x="3596" y="1524"/>
                  </a:cubicBezTo>
                  <a:lnTo>
                    <a:pt x="4144" y="977"/>
                  </a:lnTo>
                  <a:lnTo>
                    <a:pt x="3430" y="286"/>
                  </a:lnTo>
                  <a:lnTo>
                    <a:pt x="2882" y="810"/>
                  </a:lnTo>
                  <a:cubicBezTo>
                    <a:pt x="2834" y="786"/>
                    <a:pt x="2810" y="762"/>
                    <a:pt x="2715" y="762"/>
                  </a:cubicBezTo>
                  <a:lnTo>
                    <a:pt x="271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1366" name="Google Shape;1366;p75"/>
          <p:cNvGrpSpPr/>
          <p:nvPr/>
        </p:nvGrpSpPr>
        <p:grpSpPr>
          <a:xfrm>
            <a:off x="7667813" y="3244187"/>
            <a:ext cx="411480" cy="384048"/>
            <a:chOff x="714862" y="1199871"/>
            <a:chExt cx="285438" cy="367544"/>
          </a:xfrm>
        </p:grpSpPr>
        <p:sp>
          <p:nvSpPr>
            <p:cNvPr id="1367" name="Google Shape;1367;p75"/>
            <p:cNvSpPr/>
            <p:nvPr/>
          </p:nvSpPr>
          <p:spPr>
            <a:xfrm>
              <a:off x="737261" y="1395641"/>
              <a:ext cx="68068" cy="68904"/>
            </a:xfrm>
            <a:custGeom>
              <a:avLst/>
              <a:gdLst/>
              <a:ahLst/>
              <a:cxnLst/>
              <a:rect l="l" t="t" r="r" b="b"/>
              <a:pathLst>
                <a:path w="1954" h="1978" extrusionOk="0">
                  <a:moveTo>
                    <a:pt x="1668" y="310"/>
                  </a:moveTo>
                  <a:lnTo>
                    <a:pt x="1668" y="1644"/>
                  </a:lnTo>
                  <a:lnTo>
                    <a:pt x="334" y="1644"/>
                  </a:lnTo>
                  <a:lnTo>
                    <a:pt x="334" y="310"/>
                  </a:lnTo>
                  <a:close/>
                  <a:moveTo>
                    <a:pt x="1" y="1"/>
                  </a:moveTo>
                  <a:lnTo>
                    <a:pt x="1" y="1977"/>
                  </a:lnTo>
                  <a:lnTo>
                    <a:pt x="1954" y="1977"/>
                  </a:lnTo>
                  <a:lnTo>
                    <a:pt x="195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368" name="Google Shape;1368;p75"/>
            <p:cNvSpPr/>
            <p:nvPr/>
          </p:nvSpPr>
          <p:spPr>
            <a:xfrm>
              <a:off x="714862" y="1268739"/>
              <a:ext cx="195842" cy="218206"/>
            </a:xfrm>
            <a:custGeom>
              <a:avLst/>
              <a:gdLst/>
              <a:ahLst/>
              <a:cxnLst/>
              <a:rect l="l" t="t" r="r" b="b"/>
              <a:pathLst>
                <a:path w="5622" h="6264" extrusionOk="0">
                  <a:moveTo>
                    <a:pt x="1" y="0"/>
                  </a:moveTo>
                  <a:lnTo>
                    <a:pt x="1" y="6263"/>
                  </a:lnTo>
                  <a:lnTo>
                    <a:pt x="5621" y="6263"/>
                  </a:lnTo>
                  <a:lnTo>
                    <a:pt x="5621" y="5978"/>
                  </a:lnTo>
                  <a:lnTo>
                    <a:pt x="311" y="5978"/>
                  </a:lnTo>
                  <a:lnTo>
                    <a:pt x="31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369" name="Google Shape;1369;p75"/>
            <p:cNvSpPr/>
            <p:nvPr/>
          </p:nvSpPr>
          <p:spPr>
            <a:xfrm>
              <a:off x="714862" y="1199871"/>
              <a:ext cx="285438" cy="367544"/>
            </a:xfrm>
            <a:custGeom>
              <a:avLst/>
              <a:gdLst/>
              <a:ahLst/>
              <a:cxnLst/>
              <a:rect l="l" t="t" r="r" b="b"/>
              <a:pathLst>
                <a:path w="8194" h="10551" extrusionOk="0">
                  <a:moveTo>
                    <a:pt x="7907" y="334"/>
                  </a:moveTo>
                  <a:lnTo>
                    <a:pt x="7907" y="1334"/>
                  </a:lnTo>
                  <a:lnTo>
                    <a:pt x="287" y="1334"/>
                  </a:lnTo>
                  <a:lnTo>
                    <a:pt x="287" y="334"/>
                  </a:lnTo>
                  <a:close/>
                  <a:moveTo>
                    <a:pt x="6740" y="4454"/>
                  </a:moveTo>
                  <a:lnTo>
                    <a:pt x="7169" y="5311"/>
                  </a:lnTo>
                  <a:lnTo>
                    <a:pt x="6336" y="5311"/>
                  </a:lnTo>
                  <a:lnTo>
                    <a:pt x="6740" y="4454"/>
                  </a:lnTo>
                  <a:close/>
                  <a:moveTo>
                    <a:pt x="6598" y="5597"/>
                  </a:moveTo>
                  <a:lnTo>
                    <a:pt x="6598" y="9264"/>
                  </a:lnTo>
                  <a:lnTo>
                    <a:pt x="6240" y="9264"/>
                  </a:lnTo>
                  <a:lnTo>
                    <a:pt x="6240" y="5597"/>
                  </a:lnTo>
                  <a:close/>
                  <a:moveTo>
                    <a:pt x="7241" y="5597"/>
                  </a:moveTo>
                  <a:lnTo>
                    <a:pt x="7241" y="9264"/>
                  </a:lnTo>
                  <a:lnTo>
                    <a:pt x="6907" y="9264"/>
                  </a:lnTo>
                  <a:lnTo>
                    <a:pt x="6907" y="5597"/>
                  </a:lnTo>
                  <a:close/>
                  <a:moveTo>
                    <a:pt x="7264" y="9550"/>
                  </a:moveTo>
                  <a:lnTo>
                    <a:pt x="7264" y="10241"/>
                  </a:lnTo>
                  <a:lnTo>
                    <a:pt x="6264" y="10241"/>
                  </a:lnTo>
                  <a:lnTo>
                    <a:pt x="6240" y="10217"/>
                  </a:lnTo>
                  <a:lnTo>
                    <a:pt x="6240" y="9550"/>
                  </a:lnTo>
                  <a:close/>
                  <a:moveTo>
                    <a:pt x="1" y="1"/>
                  </a:moveTo>
                  <a:lnTo>
                    <a:pt x="1" y="1644"/>
                  </a:lnTo>
                  <a:lnTo>
                    <a:pt x="7907" y="1644"/>
                  </a:lnTo>
                  <a:lnTo>
                    <a:pt x="7907" y="7931"/>
                  </a:lnTo>
                  <a:lnTo>
                    <a:pt x="7550" y="7931"/>
                  </a:lnTo>
                  <a:lnTo>
                    <a:pt x="7550" y="5383"/>
                  </a:lnTo>
                  <a:lnTo>
                    <a:pt x="6979" y="4263"/>
                  </a:lnTo>
                  <a:lnTo>
                    <a:pt x="7550" y="4263"/>
                  </a:lnTo>
                  <a:lnTo>
                    <a:pt x="7550" y="1977"/>
                  </a:lnTo>
                  <a:lnTo>
                    <a:pt x="644" y="1977"/>
                  </a:lnTo>
                  <a:lnTo>
                    <a:pt x="644" y="4263"/>
                  </a:lnTo>
                  <a:lnTo>
                    <a:pt x="6264" y="4263"/>
                  </a:lnTo>
                  <a:lnTo>
                    <a:pt x="6264" y="3954"/>
                  </a:lnTo>
                  <a:lnTo>
                    <a:pt x="977" y="3954"/>
                  </a:lnTo>
                  <a:lnTo>
                    <a:pt x="977" y="2287"/>
                  </a:lnTo>
                  <a:lnTo>
                    <a:pt x="7264" y="2287"/>
                  </a:lnTo>
                  <a:lnTo>
                    <a:pt x="7264" y="3954"/>
                  </a:lnTo>
                  <a:lnTo>
                    <a:pt x="6860" y="3954"/>
                  </a:lnTo>
                  <a:lnTo>
                    <a:pt x="6764" y="3763"/>
                  </a:lnTo>
                  <a:lnTo>
                    <a:pt x="5931" y="5383"/>
                  </a:lnTo>
                  <a:lnTo>
                    <a:pt x="5931" y="10217"/>
                  </a:lnTo>
                  <a:cubicBezTo>
                    <a:pt x="5931" y="10384"/>
                    <a:pt x="6097" y="10550"/>
                    <a:pt x="6264" y="10550"/>
                  </a:cubicBezTo>
                  <a:lnTo>
                    <a:pt x="7241" y="10550"/>
                  </a:lnTo>
                  <a:cubicBezTo>
                    <a:pt x="7431" y="10550"/>
                    <a:pt x="7550" y="10384"/>
                    <a:pt x="7550" y="10217"/>
                  </a:cubicBezTo>
                  <a:lnTo>
                    <a:pt x="7550" y="8217"/>
                  </a:lnTo>
                  <a:lnTo>
                    <a:pt x="8193" y="8217"/>
                  </a:lnTo>
                  <a:lnTo>
                    <a:pt x="819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370" name="Google Shape;1370;p75"/>
            <p:cNvSpPr/>
            <p:nvPr/>
          </p:nvSpPr>
          <p:spPr>
            <a:xfrm>
              <a:off x="743914" y="1223105"/>
              <a:ext cx="10834" cy="9998"/>
            </a:xfrm>
            <a:custGeom>
              <a:avLst/>
              <a:gdLst/>
              <a:ahLst/>
              <a:cxnLst/>
              <a:rect l="l" t="t" r="r" b="b"/>
              <a:pathLst>
                <a:path w="311" h="287" extrusionOk="0">
                  <a:moveTo>
                    <a:pt x="0" y="0"/>
                  </a:moveTo>
                  <a:lnTo>
                    <a:pt x="0" y="286"/>
                  </a:lnTo>
                  <a:lnTo>
                    <a:pt x="310" y="286"/>
                  </a:lnTo>
                  <a:lnTo>
                    <a:pt x="31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371" name="Google Shape;1371;p75"/>
            <p:cNvSpPr/>
            <p:nvPr/>
          </p:nvSpPr>
          <p:spPr>
            <a:xfrm>
              <a:off x="766313" y="1223105"/>
              <a:ext cx="11635" cy="9998"/>
            </a:xfrm>
            <a:custGeom>
              <a:avLst/>
              <a:gdLst/>
              <a:ahLst/>
              <a:cxnLst/>
              <a:rect l="l" t="t" r="r" b="b"/>
              <a:pathLst>
                <a:path w="334" h="287" extrusionOk="0">
                  <a:moveTo>
                    <a:pt x="0" y="0"/>
                  </a:moveTo>
                  <a:lnTo>
                    <a:pt x="0" y="286"/>
                  </a:lnTo>
                  <a:lnTo>
                    <a:pt x="334" y="286"/>
                  </a:lnTo>
                  <a:lnTo>
                    <a:pt x="33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372" name="Google Shape;1372;p75"/>
            <p:cNvSpPr/>
            <p:nvPr/>
          </p:nvSpPr>
          <p:spPr>
            <a:xfrm>
              <a:off x="789548" y="1223105"/>
              <a:ext cx="10799" cy="9998"/>
            </a:xfrm>
            <a:custGeom>
              <a:avLst/>
              <a:gdLst/>
              <a:ahLst/>
              <a:cxnLst/>
              <a:rect l="l" t="t" r="r" b="b"/>
              <a:pathLst>
                <a:path w="310" h="287" extrusionOk="0">
                  <a:moveTo>
                    <a:pt x="0" y="0"/>
                  </a:moveTo>
                  <a:lnTo>
                    <a:pt x="0" y="286"/>
                  </a:lnTo>
                  <a:lnTo>
                    <a:pt x="310" y="286"/>
                  </a:lnTo>
                  <a:lnTo>
                    <a:pt x="31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373" name="Google Shape;1373;p75"/>
            <p:cNvSpPr/>
            <p:nvPr/>
          </p:nvSpPr>
          <p:spPr>
            <a:xfrm>
              <a:off x="737261" y="1366624"/>
              <a:ext cx="171771" cy="10799"/>
            </a:xfrm>
            <a:custGeom>
              <a:avLst/>
              <a:gdLst/>
              <a:ahLst/>
              <a:cxnLst/>
              <a:rect l="l" t="t" r="r" b="b"/>
              <a:pathLst>
                <a:path w="4931" h="310" extrusionOk="0">
                  <a:moveTo>
                    <a:pt x="1" y="0"/>
                  </a:moveTo>
                  <a:lnTo>
                    <a:pt x="1" y="310"/>
                  </a:lnTo>
                  <a:lnTo>
                    <a:pt x="4931" y="310"/>
                  </a:lnTo>
                  <a:lnTo>
                    <a:pt x="493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374" name="Google Shape;1374;p75"/>
            <p:cNvSpPr/>
            <p:nvPr/>
          </p:nvSpPr>
          <p:spPr>
            <a:xfrm>
              <a:off x="818565" y="1424693"/>
              <a:ext cx="92139" cy="10799"/>
            </a:xfrm>
            <a:custGeom>
              <a:avLst/>
              <a:gdLst/>
              <a:ahLst/>
              <a:cxnLst/>
              <a:rect l="l" t="t" r="r" b="b"/>
              <a:pathLst>
                <a:path w="2645" h="310" extrusionOk="0">
                  <a:moveTo>
                    <a:pt x="1" y="0"/>
                  </a:moveTo>
                  <a:lnTo>
                    <a:pt x="1" y="310"/>
                  </a:lnTo>
                  <a:lnTo>
                    <a:pt x="2644" y="310"/>
                  </a:lnTo>
                  <a:lnTo>
                    <a:pt x="264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375" name="Google Shape;1375;p75"/>
            <p:cNvSpPr/>
            <p:nvPr/>
          </p:nvSpPr>
          <p:spPr>
            <a:xfrm>
              <a:off x="818565" y="1395641"/>
              <a:ext cx="92139" cy="10834"/>
            </a:xfrm>
            <a:custGeom>
              <a:avLst/>
              <a:gdLst/>
              <a:ahLst/>
              <a:cxnLst/>
              <a:rect l="l" t="t" r="r" b="b"/>
              <a:pathLst>
                <a:path w="2645" h="311" extrusionOk="0">
                  <a:moveTo>
                    <a:pt x="1" y="1"/>
                  </a:moveTo>
                  <a:lnTo>
                    <a:pt x="1" y="310"/>
                  </a:lnTo>
                  <a:lnTo>
                    <a:pt x="2644" y="310"/>
                  </a:lnTo>
                  <a:lnTo>
                    <a:pt x="264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376" name="Google Shape;1376;p75"/>
            <p:cNvSpPr/>
            <p:nvPr/>
          </p:nvSpPr>
          <p:spPr>
            <a:xfrm>
              <a:off x="818565" y="1452874"/>
              <a:ext cx="92139" cy="10834"/>
            </a:xfrm>
            <a:custGeom>
              <a:avLst/>
              <a:gdLst/>
              <a:ahLst/>
              <a:cxnLst/>
              <a:rect l="l" t="t" r="r" b="b"/>
              <a:pathLst>
                <a:path w="2645" h="311" extrusionOk="0">
                  <a:moveTo>
                    <a:pt x="1" y="1"/>
                  </a:moveTo>
                  <a:lnTo>
                    <a:pt x="1" y="311"/>
                  </a:lnTo>
                  <a:lnTo>
                    <a:pt x="2644" y="311"/>
                  </a:lnTo>
                  <a:lnTo>
                    <a:pt x="264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1854" name="Google Shape;1854;p75"/>
          <p:cNvGrpSpPr/>
          <p:nvPr/>
        </p:nvGrpSpPr>
        <p:grpSpPr>
          <a:xfrm>
            <a:off x="7670792" y="2323371"/>
            <a:ext cx="466344" cy="384048"/>
            <a:chOff x="3654031" y="3405702"/>
            <a:chExt cx="368380" cy="287040"/>
          </a:xfrm>
        </p:grpSpPr>
        <p:sp>
          <p:nvSpPr>
            <p:cNvPr id="1855" name="Google Shape;1855;p75"/>
            <p:cNvSpPr/>
            <p:nvPr/>
          </p:nvSpPr>
          <p:spPr>
            <a:xfrm>
              <a:off x="3799222" y="3485333"/>
              <a:ext cx="43997" cy="57269"/>
            </a:xfrm>
            <a:custGeom>
              <a:avLst/>
              <a:gdLst/>
              <a:ahLst/>
              <a:cxnLst/>
              <a:rect l="l" t="t" r="r" b="b"/>
              <a:pathLst>
                <a:path w="1263" h="1644" extrusionOk="0">
                  <a:moveTo>
                    <a:pt x="0" y="0"/>
                  </a:moveTo>
                  <a:lnTo>
                    <a:pt x="0" y="1643"/>
                  </a:lnTo>
                  <a:lnTo>
                    <a:pt x="334" y="1643"/>
                  </a:lnTo>
                  <a:lnTo>
                    <a:pt x="667" y="1096"/>
                  </a:lnTo>
                  <a:lnTo>
                    <a:pt x="1000" y="1643"/>
                  </a:lnTo>
                  <a:lnTo>
                    <a:pt x="1262" y="1643"/>
                  </a:lnTo>
                  <a:lnTo>
                    <a:pt x="1262" y="0"/>
                  </a:lnTo>
                  <a:lnTo>
                    <a:pt x="953" y="0"/>
                  </a:lnTo>
                  <a:lnTo>
                    <a:pt x="953" y="1072"/>
                  </a:lnTo>
                  <a:lnTo>
                    <a:pt x="643" y="548"/>
                  </a:lnTo>
                  <a:lnTo>
                    <a:pt x="310" y="1072"/>
                  </a:lnTo>
                  <a:lnTo>
                    <a:pt x="31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856" name="Google Shape;1856;p75"/>
            <p:cNvSpPr/>
            <p:nvPr/>
          </p:nvSpPr>
          <p:spPr>
            <a:xfrm>
              <a:off x="3854783" y="3484497"/>
              <a:ext cx="43997" cy="57269"/>
            </a:xfrm>
            <a:custGeom>
              <a:avLst/>
              <a:gdLst/>
              <a:ahLst/>
              <a:cxnLst/>
              <a:rect l="l" t="t" r="r" b="b"/>
              <a:pathLst>
                <a:path w="1263" h="1644" extrusionOk="0">
                  <a:moveTo>
                    <a:pt x="1" y="0"/>
                  </a:moveTo>
                  <a:lnTo>
                    <a:pt x="1" y="1644"/>
                  </a:lnTo>
                  <a:lnTo>
                    <a:pt x="310" y="1644"/>
                  </a:lnTo>
                  <a:lnTo>
                    <a:pt x="644" y="1096"/>
                  </a:lnTo>
                  <a:lnTo>
                    <a:pt x="977" y="1644"/>
                  </a:lnTo>
                  <a:lnTo>
                    <a:pt x="1263" y="1644"/>
                  </a:lnTo>
                  <a:lnTo>
                    <a:pt x="1263" y="0"/>
                  </a:lnTo>
                  <a:lnTo>
                    <a:pt x="977" y="0"/>
                  </a:lnTo>
                  <a:lnTo>
                    <a:pt x="977" y="1072"/>
                  </a:lnTo>
                  <a:lnTo>
                    <a:pt x="644" y="524"/>
                  </a:lnTo>
                  <a:lnTo>
                    <a:pt x="310" y="1072"/>
                  </a:lnTo>
                  <a:lnTo>
                    <a:pt x="31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857" name="Google Shape;1857;p75"/>
            <p:cNvSpPr/>
            <p:nvPr/>
          </p:nvSpPr>
          <p:spPr>
            <a:xfrm>
              <a:off x="3740316" y="3484497"/>
              <a:ext cx="44833" cy="57269"/>
            </a:xfrm>
            <a:custGeom>
              <a:avLst/>
              <a:gdLst/>
              <a:ahLst/>
              <a:cxnLst/>
              <a:rect l="l" t="t" r="r" b="b"/>
              <a:pathLst>
                <a:path w="1287" h="1644" extrusionOk="0">
                  <a:moveTo>
                    <a:pt x="0" y="0"/>
                  </a:moveTo>
                  <a:lnTo>
                    <a:pt x="0" y="1644"/>
                  </a:lnTo>
                  <a:lnTo>
                    <a:pt x="334" y="1644"/>
                  </a:lnTo>
                  <a:lnTo>
                    <a:pt x="667" y="1096"/>
                  </a:lnTo>
                  <a:lnTo>
                    <a:pt x="977" y="1644"/>
                  </a:lnTo>
                  <a:lnTo>
                    <a:pt x="1286" y="1644"/>
                  </a:lnTo>
                  <a:lnTo>
                    <a:pt x="1286" y="0"/>
                  </a:lnTo>
                  <a:lnTo>
                    <a:pt x="977" y="0"/>
                  </a:lnTo>
                  <a:lnTo>
                    <a:pt x="977" y="1072"/>
                  </a:lnTo>
                  <a:lnTo>
                    <a:pt x="667" y="524"/>
                  </a:lnTo>
                  <a:lnTo>
                    <a:pt x="334" y="1072"/>
                  </a:lnTo>
                  <a:lnTo>
                    <a:pt x="33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858" name="Google Shape;1858;p75"/>
            <p:cNvSpPr/>
            <p:nvPr/>
          </p:nvSpPr>
          <p:spPr>
            <a:xfrm>
              <a:off x="3906234" y="3530932"/>
              <a:ext cx="11635" cy="10834"/>
            </a:xfrm>
            <a:custGeom>
              <a:avLst/>
              <a:gdLst/>
              <a:ahLst/>
              <a:cxnLst/>
              <a:rect l="l" t="t" r="r" b="b"/>
              <a:pathLst>
                <a:path w="334" h="311" extrusionOk="0">
                  <a:moveTo>
                    <a:pt x="0" y="1"/>
                  </a:moveTo>
                  <a:lnTo>
                    <a:pt x="0" y="311"/>
                  </a:lnTo>
                  <a:lnTo>
                    <a:pt x="334" y="311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859" name="Google Shape;1859;p75"/>
            <p:cNvSpPr/>
            <p:nvPr/>
          </p:nvSpPr>
          <p:spPr>
            <a:xfrm>
              <a:off x="3792568" y="3576565"/>
              <a:ext cx="10834" cy="10834"/>
            </a:xfrm>
            <a:custGeom>
              <a:avLst/>
              <a:gdLst/>
              <a:ahLst/>
              <a:cxnLst/>
              <a:rect l="l" t="t" r="r" b="b"/>
              <a:pathLst>
                <a:path w="311" h="311" extrusionOk="0">
                  <a:moveTo>
                    <a:pt x="1" y="1"/>
                  </a:moveTo>
                  <a:lnTo>
                    <a:pt x="1" y="310"/>
                  </a:lnTo>
                  <a:lnTo>
                    <a:pt x="310" y="310"/>
                  </a:lnTo>
                  <a:lnTo>
                    <a:pt x="31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860" name="Google Shape;1860;p75"/>
            <p:cNvSpPr/>
            <p:nvPr/>
          </p:nvSpPr>
          <p:spPr>
            <a:xfrm>
              <a:off x="3814967" y="3576565"/>
              <a:ext cx="11670" cy="10834"/>
            </a:xfrm>
            <a:custGeom>
              <a:avLst/>
              <a:gdLst/>
              <a:ahLst/>
              <a:cxnLst/>
              <a:rect l="l" t="t" r="r" b="b"/>
              <a:pathLst>
                <a:path w="335" h="311" extrusionOk="0">
                  <a:moveTo>
                    <a:pt x="1" y="1"/>
                  </a:moveTo>
                  <a:lnTo>
                    <a:pt x="1" y="310"/>
                  </a:lnTo>
                  <a:lnTo>
                    <a:pt x="334" y="310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861" name="Google Shape;1861;p75"/>
            <p:cNvSpPr/>
            <p:nvPr/>
          </p:nvSpPr>
          <p:spPr>
            <a:xfrm>
              <a:off x="3838202" y="3576565"/>
              <a:ext cx="10834" cy="10834"/>
            </a:xfrm>
            <a:custGeom>
              <a:avLst/>
              <a:gdLst/>
              <a:ahLst/>
              <a:cxnLst/>
              <a:rect l="l" t="t" r="r" b="b"/>
              <a:pathLst>
                <a:path w="311" h="311" extrusionOk="0">
                  <a:moveTo>
                    <a:pt x="0" y="1"/>
                  </a:moveTo>
                  <a:lnTo>
                    <a:pt x="0" y="310"/>
                  </a:lnTo>
                  <a:lnTo>
                    <a:pt x="310" y="310"/>
                  </a:lnTo>
                  <a:lnTo>
                    <a:pt x="31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862" name="Google Shape;1862;p75"/>
            <p:cNvSpPr/>
            <p:nvPr/>
          </p:nvSpPr>
          <p:spPr>
            <a:xfrm>
              <a:off x="3654031" y="3405702"/>
              <a:ext cx="368380" cy="287040"/>
            </a:xfrm>
            <a:custGeom>
              <a:avLst/>
              <a:gdLst/>
              <a:ahLst/>
              <a:cxnLst/>
              <a:rect l="l" t="t" r="r" b="b"/>
              <a:pathLst>
                <a:path w="10575" h="8240" extrusionOk="0">
                  <a:moveTo>
                    <a:pt x="7550" y="4453"/>
                  </a:moveTo>
                  <a:cubicBezTo>
                    <a:pt x="7502" y="4501"/>
                    <a:pt x="7478" y="4549"/>
                    <a:pt x="7455" y="4572"/>
                  </a:cubicBezTo>
                  <a:cubicBezTo>
                    <a:pt x="7336" y="4787"/>
                    <a:pt x="7240" y="5001"/>
                    <a:pt x="7193" y="5239"/>
                  </a:cubicBezTo>
                  <a:lnTo>
                    <a:pt x="6764" y="5239"/>
                  </a:lnTo>
                  <a:cubicBezTo>
                    <a:pt x="6954" y="4906"/>
                    <a:pt x="7216" y="4644"/>
                    <a:pt x="7550" y="4453"/>
                  </a:cubicBezTo>
                  <a:close/>
                  <a:moveTo>
                    <a:pt x="8264" y="4263"/>
                  </a:moveTo>
                  <a:lnTo>
                    <a:pt x="8264" y="5263"/>
                  </a:lnTo>
                  <a:lnTo>
                    <a:pt x="7550" y="5263"/>
                  </a:lnTo>
                  <a:cubicBezTo>
                    <a:pt x="7669" y="4739"/>
                    <a:pt x="7931" y="4334"/>
                    <a:pt x="8264" y="4263"/>
                  </a:cubicBezTo>
                  <a:close/>
                  <a:moveTo>
                    <a:pt x="8550" y="4263"/>
                  </a:moveTo>
                  <a:cubicBezTo>
                    <a:pt x="8883" y="4334"/>
                    <a:pt x="9145" y="4739"/>
                    <a:pt x="9288" y="5263"/>
                  </a:cubicBezTo>
                  <a:lnTo>
                    <a:pt x="8550" y="5263"/>
                  </a:lnTo>
                  <a:lnTo>
                    <a:pt x="8550" y="4263"/>
                  </a:lnTo>
                  <a:close/>
                  <a:moveTo>
                    <a:pt x="9265" y="4501"/>
                  </a:moveTo>
                  <a:cubicBezTo>
                    <a:pt x="9598" y="4644"/>
                    <a:pt x="9860" y="4906"/>
                    <a:pt x="10050" y="5263"/>
                  </a:cubicBezTo>
                  <a:lnTo>
                    <a:pt x="9622" y="5263"/>
                  </a:lnTo>
                  <a:cubicBezTo>
                    <a:pt x="9574" y="5025"/>
                    <a:pt x="9479" y="4787"/>
                    <a:pt x="9360" y="4620"/>
                  </a:cubicBezTo>
                  <a:cubicBezTo>
                    <a:pt x="9336" y="4572"/>
                    <a:pt x="9288" y="4525"/>
                    <a:pt x="9265" y="4501"/>
                  </a:cubicBezTo>
                  <a:close/>
                  <a:moveTo>
                    <a:pt x="7121" y="5573"/>
                  </a:moveTo>
                  <a:cubicBezTo>
                    <a:pt x="7097" y="5715"/>
                    <a:pt x="7097" y="5882"/>
                    <a:pt x="7097" y="6073"/>
                  </a:cubicBezTo>
                  <a:cubicBezTo>
                    <a:pt x="7097" y="6239"/>
                    <a:pt x="7097" y="6406"/>
                    <a:pt x="7121" y="6573"/>
                  </a:cubicBezTo>
                  <a:lnTo>
                    <a:pt x="6645" y="6573"/>
                  </a:lnTo>
                  <a:cubicBezTo>
                    <a:pt x="6597" y="6406"/>
                    <a:pt x="6597" y="6239"/>
                    <a:pt x="6597" y="6073"/>
                  </a:cubicBezTo>
                  <a:cubicBezTo>
                    <a:pt x="6597" y="5882"/>
                    <a:pt x="6621" y="5715"/>
                    <a:pt x="6645" y="5573"/>
                  </a:cubicBezTo>
                  <a:close/>
                  <a:moveTo>
                    <a:pt x="8264" y="5573"/>
                  </a:moveTo>
                  <a:lnTo>
                    <a:pt x="8264" y="6573"/>
                  </a:lnTo>
                  <a:lnTo>
                    <a:pt x="7455" y="6573"/>
                  </a:lnTo>
                  <a:cubicBezTo>
                    <a:pt x="7431" y="6406"/>
                    <a:pt x="7431" y="6239"/>
                    <a:pt x="7431" y="6073"/>
                  </a:cubicBezTo>
                  <a:cubicBezTo>
                    <a:pt x="7431" y="5882"/>
                    <a:pt x="7431" y="5715"/>
                    <a:pt x="7455" y="5573"/>
                  </a:cubicBezTo>
                  <a:close/>
                  <a:moveTo>
                    <a:pt x="9360" y="5573"/>
                  </a:moveTo>
                  <a:cubicBezTo>
                    <a:pt x="9384" y="5715"/>
                    <a:pt x="9384" y="5882"/>
                    <a:pt x="9384" y="6073"/>
                  </a:cubicBezTo>
                  <a:cubicBezTo>
                    <a:pt x="9384" y="6239"/>
                    <a:pt x="9384" y="6406"/>
                    <a:pt x="9360" y="6573"/>
                  </a:cubicBezTo>
                  <a:lnTo>
                    <a:pt x="8550" y="6573"/>
                  </a:lnTo>
                  <a:lnTo>
                    <a:pt x="8550" y="5573"/>
                  </a:lnTo>
                  <a:close/>
                  <a:moveTo>
                    <a:pt x="10169" y="5573"/>
                  </a:moveTo>
                  <a:cubicBezTo>
                    <a:pt x="10217" y="5715"/>
                    <a:pt x="10217" y="5882"/>
                    <a:pt x="10217" y="6073"/>
                  </a:cubicBezTo>
                  <a:cubicBezTo>
                    <a:pt x="10217" y="6239"/>
                    <a:pt x="10193" y="6406"/>
                    <a:pt x="10169" y="6573"/>
                  </a:cubicBezTo>
                  <a:lnTo>
                    <a:pt x="9693" y="6573"/>
                  </a:lnTo>
                  <a:cubicBezTo>
                    <a:pt x="9717" y="6406"/>
                    <a:pt x="9717" y="6239"/>
                    <a:pt x="9717" y="6073"/>
                  </a:cubicBezTo>
                  <a:cubicBezTo>
                    <a:pt x="9717" y="5882"/>
                    <a:pt x="9717" y="5715"/>
                    <a:pt x="9693" y="5573"/>
                  </a:cubicBezTo>
                  <a:close/>
                  <a:moveTo>
                    <a:pt x="7193" y="6882"/>
                  </a:moveTo>
                  <a:cubicBezTo>
                    <a:pt x="7240" y="7120"/>
                    <a:pt x="7336" y="7359"/>
                    <a:pt x="7455" y="7525"/>
                  </a:cubicBezTo>
                  <a:cubicBezTo>
                    <a:pt x="7478" y="7549"/>
                    <a:pt x="7502" y="7621"/>
                    <a:pt x="7550" y="7644"/>
                  </a:cubicBezTo>
                  <a:cubicBezTo>
                    <a:pt x="7216" y="7502"/>
                    <a:pt x="6954" y="7192"/>
                    <a:pt x="6764" y="6882"/>
                  </a:cubicBezTo>
                  <a:close/>
                  <a:moveTo>
                    <a:pt x="10050" y="6906"/>
                  </a:moveTo>
                  <a:cubicBezTo>
                    <a:pt x="9860" y="7192"/>
                    <a:pt x="9598" y="7502"/>
                    <a:pt x="9265" y="7668"/>
                  </a:cubicBezTo>
                  <a:cubicBezTo>
                    <a:pt x="9288" y="7644"/>
                    <a:pt x="9336" y="7597"/>
                    <a:pt x="9360" y="7549"/>
                  </a:cubicBezTo>
                  <a:cubicBezTo>
                    <a:pt x="9479" y="7359"/>
                    <a:pt x="9574" y="7120"/>
                    <a:pt x="9622" y="6906"/>
                  </a:cubicBezTo>
                  <a:close/>
                  <a:moveTo>
                    <a:pt x="8264" y="6882"/>
                  </a:moveTo>
                  <a:lnTo>
                    <a:pt x="8264" y="7859"/>
                  </a:lnTo>
                  <a:cubicBezTo>
                    <a:pt x="7955" y="7763"/>
                    <a:pt x="7669" y="7382"/>
                    <a:pt x="7550" y="6882"/>
                  </a:cubicBezTo>
                  <a:close/>
                  <a:moveTo>
                    <a:pt x="9288" y="6882"/>
                  </a:moveTo>
                  <a:cubicBezTo>
                    <a:pt x="9145" y="7382"/>
                    <a:pt x="8883" y="7763"/>
                    <a:pt x="8550" y="7859"/>
                  </a:cubicBezTo>
                  <a:lnTo>
                    <a:pt x="8550" y="6882"/>
                  </a:lnTo>
                  <a:close/>
                  <a:moveTo>
                    <a:pt x="5430" y="6882"/>
                  </a:moveTo>
                  <a:lnTo>
                    <a:pt x="5430" y="7883"/>
                  </a:lnTo>
                  <a:lnTo>
                    <a:pt x="4097" y="7883"/>
                  </a:lnTo>
                  <a:lnTo>
                    <a:pt x="4097" y="6882"/>
                  </a:lnTo>
                  <a:close/>
                  <a:moveTo>
                    <a:pt x="334" y="0"/>
                  </a:moveTo>
                  <a:cubicBezTo>
                    <a:pt x="167" y="0"/>
                    <a:pt x="1" y="119"/>
                    <a:pt x="1" y="286"/>
                  </a:cubicBezTo>
                  <a:lnTo>
                    <a:pt x="1" y="6573"/>
                  </a:lnTo>
                  <a:cubicBezTo>
                    <a:pt x="1" y="6763"/>
                    <a:pt x="167" y="6906"/>
                    <a:pt x="334" y="6906"/>
                  </a:cubicBezTo>
                  <a:lnTo>
                    <a:pt x="3787" y="6906"/>
                  </a:lnTo>
                  <a:lnTo>
                    <a:pt x="3787" y="7906"/>
                  </a:lnTo>
                  <a:lnTo>
                    <a:pt x="3144" y="7906"/>
                  </a:lnTo>
                  <a:lnTo>
                    <a:pt x="3144" y="8216"/>
                  </a:lnTo>
                  <a:lnTo>
                    <a:pt x="6431" y="8216"/>
                  </a:lnTo>
                  <a:lnTo>
                    <a:pt x="6431" y="7906"/>
                  </a:lnTo>
                  <a:lnTo>
                    <a:pt x="5764" y="7906"/>
                  </a:lnTo>
                  <a:lnTo>
                    <a:pt x="5764" y="6906"/>
                  </a:lnTo>
                  <a:lnTo>
                    <a:pt x="6121" y="6906"/>
                  </a:lnTo>
                  <a:lnTo>
                    <a:pt x="6121" y="6597"/>
                  </a:lnTo>
                  <a:lnTo>
                    <a:pt x="334" y="6597"/>
                  </a:lnTo>
                  <a:lnTo>
                    <a:pt x="310" y="6573"/>
                  </a:lnTo>
                  <a:lnTo>
                    <a:pt x="310" y="5930"/>
                  </a:lnTo>
                  <a:lnTo>
                    <a:pt x="6288" y="5930"/>
                  </a:lnTo>
                  <a:lnTo>
                    <a:pt x="6288" y="6096"/>
                  </a:lnTo>
                  <a:cubicBezTo>
                    <a:pt x="6288" y="7287"/>
                    <a:pt x="7240" y="8240"/>
                    <a:pt x="8431" y="8240"/>
                  </a:cubicBezTo>
                  <a:cubicBezTo>
                    <a:pt x="9622" y="8240"/>
                    <a:pt x="10574" y="7287"/>
                    <a:pt x="10574" y="6096"/>
                  </a:cubicBezTo>
                  <a:cubicBezTo>
                    <a:pt x="10550" y="4882"/>
                    <a:pt x="9598" y="3929"/>
                    <a:pt x="8407" y="3929"/>
                  </a:cubicBezTo>
                  <a:cubicBezTo>
                    <a:pt x="7383" y="3929"/>
                    <a:pt x="6550" y="4644"/>
                    <a:pt x="6312" y="5596"/>
                  </a:cubicBezTo>
                  <a:lnTo>
                    <a:pt x="310" y="5596"/>
                  </a:lnTo>
                  <a:lnTo>
                    <a:pt x="310" y="286"/>
                  </a:lnTo>
                  <a:lnTo>
                    <a:pt x="9241" y="286"/>
                  </a:lnTo>
                  <a:lnTo>
                    <a:pt x="9241" y="3739"/>
                  </a:lnTo>
                  <a:lnTo>
                    <a:pt x="9526" y="3739"/>
                  </a:lnTo>
                  <a:lnTo>
                    <a:pt x="9526" y="286"/>
                  </a:lnTo>
                  <a:cubicBezTo>
                    <a:pt x="9526" y="119"/>
                    <a:pt x="9407" y="0"/>
                    <a:pt x="924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526" name="Shape 5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1342;p74"/>
          <p:cNvSpPr txBox="1"/>
          <p:nvPr>
            <p:ph type="title"/>
          </p:nvPr>
        </p:nvSpPr>
        <p:spPr>
          <a:xfrm>
            <a:off x="3142075" y="1902845"/>
            <a:ext cx="5288700" cy="1015800"/>
          </a:xfrm>
          <a:prstGeom prst="rect">
            <a:avLst/>
          </a:prstGeom>
        </p:spPr>
        <p:txBody>
          <a:bodyPr spcFirstLastPara="1" wrap="square" lIns="91425" tIns="91425" rIns="0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GB" sz="7000"/>
              <a:t>Merci</a:t>
            </a:r>
            <a:r>
              <a:rPr lang="en-GB" sz="7000"/>
              <a:t>!</a:t>
            </a:r>
            <a:endParaRPr lang="en-GB" sz="7000"/>
          </a:p>
        </p:txBody>
      </p:sp>
      <p:sp>
        <p:nvSpPr>
          <p:cNvPr id="83" name="Google Shape;1343;p74"/>
          <p:cNvSpPr txBox="1"/>
          <p:nvPr>
            <p:ph type="subTitle" idx="1"/>
          </p:nvPr>
        </p:nvSpPr>
        <p:spPr>
          <a:xfrm>
            <a:off x="3142075" y="2751725"/>
            <a:ext cx="5288700" cy="1156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Arial" panose="020B0604020202020204"/>
              <a:buNone/>
            </a:pPr>
            <a:r>
              <a:rPr lang="en-GB"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rPr>
              <a:t>Avez-vous des questions?</a:t>
            </a:r>
            <a:endParaRPr sz="2200">
              <a:solidFill>
                <a:schemeClr val="accent1"/>
              </a:solidFill>
              <a:latin typeface="Space Mono"/>
              <a:ea typeface="Space Mono"/>
              <a:cs typeface="Space Mono"/>
              <a:sym typeface="Space Mono"/>
            </a:endParaRPr>
          </a:p>
          <a:p>
            <a:pPr marL="0" lvl="0" indent="0" algn="r" rtl="0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Arial" panose="020B0604020202020204"/>
              <a:buNone/>
            </a:pPr>
            <a:endParaRPr>
              <a:solidFill>
                <a:schemeClr val="lt2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Today Is Web Designer Day by Slidesgo">
  <a:themeElements>
    <a:clrScheme name="Simple Light">
      <a:dk1>
        <a:srgbClr val="00216E"/>
      </a:dk1>
      <a:lt1>
        <a:srgbClr val="E20030"/>
      </a:lt1>
      <a:dk2>
        <a:srgbClr val="EFEFEF"/>
      </a:dk2>
      <a:lt2>
        <a:srgbClr val="434343"/>
      </a:lt2>
      <a:accent1>
        <a:srgbClr val="000000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434343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1532</Words>
  <Application>WPS Presentation</Application>
  <PresentationFormat/>
  <Paragraphs>128</Paragraphs>
  <Slides>14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30" baseType="lpstr">
      <vt:lpstr>Arial</vt:lpstr>
      <vt:lpstr>SimSun</vt:lpstr>
      <vt:lpstr>Wingdings</vt:lpstr>
      <vt:lpstr>Arial</vt:lpstr>
      <vt:lpstr>Space Mono</vt:lpstr>
      <vt:lpstr>Gubbi</vt:lpstr>
      <vt:lpstr>Poppins</vt:lpstr>
      <vt:lpstr>Roboto Condensed Light</vt:lpstr>
      <vt:lpstr>Reggae One</vt:lpstr>
      <vt:lpstr>Roboto Condensed</vt:lpstr>
      <vt:lpstr>Roboto Mono</vt:lpstr>
      <vt:lpstr>Microsoft YaHei</vt:lpstr>
      <vt:lpstr>Droid Sans Fallback</vt:lpstr>
      <vt:lpstr>Arial Unicode MS</vt:lpstr>
      <vt:lpstr>OpenSymbol</vt:lpstr>
      <vt:lpstr>Today Is Web Designer Day by Slidesgo</vt:lpstr>
      <vt:lpstr>Le Web Scraping</vt:lpstr>
      <vt:lpstr>01</vt:lpstr>
      <vt:lpstr>Qu'est-ce que le web scraping ?</vt:lpstr>
      <vt:lpstr>02</vt:lpstr>
      <vt:lpstr>Pourquoi utiliser le web scraping ?</vt:lpstr>
      <vt:lpstr>03</vt:lpstr>
      <vt:lpstr>Comment fonctionne le web scraping ?</vt:lpstr>
      <vt:lpstr>04</vt:lpstr>
      <vt:lpstr>Outils pour le web scraping</vt:lpstr>
      <vt:lpstr>05</vt:lpstr>
      <vt:lpstr>Aspects légaux et éthiques</vt:lpstr>
      <vt:lpstr>06</vt:lpstr>
      <vt:lpstr>Défis et limitations</vt:lpstr>
      <vt:lpstr>Merci!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 Web Scraping</dc:title>
  <dc:creator/>
  <cp:lastModifiedBy>shito</cp:lastModifiedBy>
  <cp:revision>52</cp:revision>
  <dcterms:created xsi:type="dcterms:W3CDTF">2025-04-25T11:00:55Z</dcterms:created>
  <dcterms:modified xsi:type="dcterms:W3CDTF">2025-04-25T11:00:55Z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/>
  </property>
  <property fmtid="{D5CDD505-2E9C-101B-9397-08002B2CF9AE}" pid="3" name="KSOProductBuildVer">
    <vt:lpwstr>1033-11.1.0.11723</vt:lpwstr>
  </property>
</Properties>
</file>