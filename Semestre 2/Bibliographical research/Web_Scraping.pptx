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4"/>
  </p:notesMasterIdLst>
  <p:sldIdLst>
    <p:sldId id="256" r:id="rId3"/>
    <p:sldId id="262" r:id="rId5"/>
    <p:sldId id="261" r:id="rId6"/>
    <p:sldId id="312" r:id="rId7"/>
    <p:sldId id="272" r:id="rId8"/>
    <p:sldId id="321" r:id="rId9"/>
    <p:sldId id="313" r:id="rId10"/>
    <p:sldId id="263" r:id="rId11"/>
    <p:sldId id="322" r:id="rId12"/>
    <p:sldId id="324" r:id="rId13"/>
    <p:sldId id="323" r:id="rId14"/>
    <p:sldId id="330" r:id="rId15"/>
    <p:sldId id="325" r:id="rId16"/>
    <p:sldId id="327" r:id="rId17"/>
    <p:sldId id="328" r:id="rId18"/>
    <p:sldId id="332" r:id="rId19"/>
    <p:sldId id="318" r:id="rId20"/>
    <p:sldId id="264" r:id="rId21"/>
    <p:sldId id="334" r:id="rId22"/>
    <p:sldId id="319" r:id="rId23"/>
  </p:sldIdLst>
  <p:sldSz cx="9144000" cy="5143500"/>
  <p:notesSz cx="6858000" cy="9144000"/>
  <p:embeddedFontLst>
    <p:embeddedFont>
      <p:font typeface="Space Mono" charset="0"/>
      <p:regular r:id="rId27"/>
      <p:bold r:id="rId28"/>
      <p:italic r:id="rId29"/>
      <p:boldItalic r:id="rId30"/>
    </p:embeddedFont>
    <p:embeddedFont>
      <p:font typeface="Proxima Nova" charset="0"/>
      <p:regular r:id="rId31"/>
      <p:bold r:id="rId32"/>
      <p:italic r:id="rId33"/>
      <p:boldItalic r:id="rId34"/>
    </p:embeddedFont>
    <p:embeddedFont>
      <p:font typeface="Roboto Medium" charset="0"/>
      <p:regular r:id="rId35"/>
      <p:bold r:id="rId36"/>
      <p:italic r:id="rId37"/>
      <p:boldItalic r:id="rId38"/>
    </p:embeddedFont>
    <p:embeddedFont>
      <p:font typeface="Amatic SC" charset="0"/>
      <p:regular r:id="rId39"/>
      <p:bold r:id="rId40"/>
    </p:embeddedFont>
    <p:embeddedFont>
      <p:font typeface="Poppins" charset="0"/>
      <p:regular r:id="rId41"/>
      <p:bold r:id="rId42"/>
      <p:italic r:id="rId43"/>
      <p:boldItalic r:id="rId44"/>
    </p:embeddedFont>
    <p:embeddedFont>
      <p:font typeface="Reggae One" charset="0"/>
      <p:regular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5" Type="http://schemas.openxmlformats.org/officeDocument/2006/relationships/font" Target="fonts/font19.fntdata"/><Relationship Id="rId44" Type="http://schemas.openxmlformats.org/officeDocument/2006/relationships/font" Target="fonts/font18.fntdata"/><Relationship Id="rId43" Type="http://schemas.openxmlformats.org/officeDocument/2006/relationships/font" Target="fonts/font17.fntdata"/><Relationship Id="rId42" Type="http://schemas.openxmlformats.org/officeDocument/2006/relationships/font" Target="fonts/font16.fntdata"/><Relationship Id="rId41" Type="http://schemas.openxmlformats.org/officeDocument/2006/relationships/font" Target="fonts/font15.fntdata"/><Relationship Id="rId40" Type="http://schemas.openxmlformats.org/officeDocument/2006/relationships/font" Target="fonts/font14.fntdata"/><Relationship Id="rId4" Type="http://schemas.openxmlformats.org/officeDocument/2006/relationships/notesMaster" Target="notesMasters/notesMaster1.xml"/><Relationship Id="rId39" Type="http://schemas.openxmlformats.org/officeDocument/2006/relationships/font" Target="fonts/font13.fntdata"/><Relationship Id="rId38" Type="http://schemas.openxmlformats.org/officeDocument/2006/relationships/font" Target="fonts/font12.fntdata"/><Relationship Id="rId37" Type="http://schemas.openxmlformats.org/officeDocument/2006/relationships/font" Target="fonts/font11.fntdata"/><Relationship Id="rId36" Type="http://schemas.openxmlformats.org/officeDocument/2006/relationships/font" Target="fonts/font10.fntdata"/><Relationship Id="rId35" Type="http://schemas.openxmlformats.org/officeDocument/2006/relationships/font" Target="fonts/font9.fntdata"/><Relationship Id="rId34" Type="http://schemas.openxmlformats.org/officeDocument/2006/relationships/font" Target="fonts/font8.fntdata"/><Relationship Id="rId33" Type="http://schemas.openxmlformats.org/officeDocument/2006/relationships/font" Target="fonts/font7.fntdata"/><Relationship Id="rId32" Type="http://schemas.openxmlformats.org/officeDocument/2006/relationships/font" Target="fonts/font6.fntdata"/><Relationship Id="rId31" Type="http://schemas.openxmlformats.org/officeDocument/2006/relationships/font" Target="fonts/font5.fntdata"/><Relationship Id="rId30" Type="http://schemas.openxmlformats.org/officeDocument/2006/relationships/font" Target="fonts/font4.fntdata"/><Relationship Id="rId3" Type="http://schemas.openxmlformats.org/officeDocument/2006/relationships/slide" Target="slides/slide1.xml"/><Relationship Id="rId29" Type="http://schemas.openxmlformats.org/officeDocument/2006/relationships/font" Target="fonts/font3.fntdata"/><Relationship Id="rId28" Type="http://schemas.openxmlformats.org/officeDocument/2006/relationships/font" Target="fonts/font2.fntdata"/><Relationship Id="rId27" Type="http://schemas.openxmlformats.org/officeDocument/2006/relationships/font" Target="fonts/font1.fntdata"/><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4" name="Shape 444"/>
        <p:cNvGrpSpPr/>
        <p:nvPr/>
      </p:nvGrpSpPr>
      <p:grpSpPr>
        <a:xfrm>
          <a:off x="0" y="0"/>
          <a:ext cx="0" cy="0"/>
          <a:chOff x="0" y="0"/>
          <a:chExt cx="0" cy="0"/>
        </a:xfrm>
      </p:grpSpPr>
      <p:sp>
        <p:nvSpPr>
          <p:cNvPr id="445" name="Google Shape;4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6" name="Google Shape;4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8" name="Shape 508"/>
        <p:cNvGrpSpPr/>
        <p:nvPr/>
      </p:nvGrpSpPr>
      <p:grpSpPr>
        <a:xfrm>
          <a:off x="0" y="0"/>
          <a:ext cx="0" cy="0"/>
          <a:chOff x="0" y="0"/>
          <a:chExt cx="0" cy="0"/>
        </a:xfrm>
      </p:grpSpPr>
      <p:sp>
        <p:nvSpPr>
          <p:cNvPr id="509" name="Google Shape;509;gd200d38227_3_48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d200d38227_3_48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499" name="Shape 499"/>
        <p:cNvGrpSpPr/>
        <p:nvPr/>
      </p:nvGrpSpPr>
      <p:grpSpPr>
        <a:xfrm>
          <a:off x="0" y="0"/>
          <a:ext cx="0" cy="0"/>
          <a:chOff x="0" y="0"/>
          <a:chExt cx="0" cy="0"/>
        </a:xfrm>
      </p:grpSpPr>
      <p:sp>
        <p:nvSpPr>
          <p:cNvPr id="500" name="Google Shape;500;gd200d38227_3_3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d200d38227_3_3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8" name="Shape 508"/>
        <p:cNvGrpSpPr/>
        <p:nvPr/>
      </p:nvGrpSpPr>
      <p:grpSpPr>
        <a:xfrm>
          <a:off x="0" y="0"/>
          <a:ext cx="0" cy="0"/>
          <a:chOff x="0" y="0"/>
          <a:chExt cx="0" cy="0"/>
        </a:xfrm>
      </p:grpSpPr>
      <p:sp>
        <p:nvSpPr>
          <p:cNvPr id="509" name="Google Shape;509;gd200d38227_3_48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d200d38227_3_48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697" name="Shape 697"/>
        <p:cNvGrpSpPr/>
        <p:nvPr/>
      </p:nvGrpSpPr>
      <p:grpSpPr>
        <a:xfrm>
          <a:off x="0" y="0"/>
          <a:ext cx="0" cy="0"/>
          <a:chOff x="0" y="0"/>
          <a:chExt cx="0" cy="0"/>
        </a:xfrm>
      </p:grpSpPr>
      <p:sp>
        <p:nvSpPr>
          <p:cNvPr id="698" name="Google Shape;698;g11a41cb8921_1_110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9" name="Google Shape;699;g11a41cb8921_1_110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697" name="Shape 697"/>
        <p:cNvGrpSpPr/>
        <p:nvPr/>
      </p:nvGrpSpPr>
      <p:grpSpPr>
        <a:xfrm>
          <a:off x="0" y="0"/>
          <a:ext cx="0" cy="0"/>
          <a:chOff x="0" y="0"/>
          <a:chExt cx="0" cy="0"/>
        </a:xfrm>
      </p:grpSpPr>
      <p:sp>
        <p:nvSpPr>
          <p:cNvPr id="698" name="Google Shape;698;g11a41cb8921_1_110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9" name="Google Shape;699;g11a41cb8921_1_110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8" name="Shape 508"/>
        <p:cNvGrpSpPr/>
        <p:nvPr/>
      </p:nvGrpSpPr>
      <p:grpSpPr>
        <a:xfrm>
          <a:off x="0" y="0"/>
          <a:ext cx="0" cy="0"/>
          <a:chOff x="0" y="0"/>
          <a:chExt cx="0" cy="0"/>
        </a:xfrm>
      </p:grpSpPr>
      <p:sp>
        <p:nvSpPr>
          <p:cNvPr id="509" name="Google Shape;509;gd200d38227_3_48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d200d38227_3_48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15" name="Shape 515"/>
        <p:cNvGrpSpPr/>
        <p:nvPr/>
      </p:nvGrpSpPr>
      <p:grpSpPr>
        <a:xfrm>
          <a:off x="0" y="0"/>
          <a:ext cx="0" cy="0"/>
          <a:chOff x="0" y="0"/>
          <a:chExt cx="0" cy="0"/>
        </a:xfrm>
      </p:grpSpPr>
      <p:sp>
        <p:nvSpPr>
          <p:cNvPr id="516" name="Google Shape;516;gd200d38227_3_4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d200d38227_3_4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a:sym typeface="+mn-ea"/>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15" name="Shape 515"/>
        <p:cNvGrpSpPr/>
        <p:nvPr/>
      </p:nvGrpSpPr>
      <p:grpSpPr>
        <a:xfrm>
          <a:off x="0" y="0"/>
          <a:ext cx="0" cy="0"/>
          <a:chOff x="0" y="0"/>
          <a:chExt cx="0" cy="0"/>
        </a:xfrm>
      </p:grpSpPr>
      <p:sp>
        <p:nvSpPr>
          <p:cNvPr id="516" name="Google Shape;516;gd200d38227_3_4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d200d38227_3_4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a:sym typeface="+mn-ea"/>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8" name="Shape 508"/>
        <p:cNvGrpSpPr/>
        <p:nvPr/>
      </p:nvGrpSpPr>
      <p:grpSpPr>
        <a:xfrm>
          <a:off x="0" y="0"/>
          <a:ext cx="0" cy="0"/>
          <a:chOff x="0" y="0"/>
          <a:chExt cx="0" cy="0"/>
        </a:xfrm>
      </p:grpSpPr>
      <p:sp>
        <p:nvSpPr>
          <p:cNvPr id="509" name="Google Shape;509;gd200d38227_3_48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d200d38227_3_48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15" name="Shape 515"/>
        <p:cNvGrpSpPr/>
        <p:nvPr/>
      </p:nvGrpSpPr>
      <p:grpSpPr>
        <a:xfrm>
          <a:off x="0" y="0"/>
          <a:ext cx="0" cy="0"/>
          <a:chOff x="0" y="0"/>
          <a:chExt cx="0" cy="0"/>
        </a:xfrm>
      </p:grpSpPr>
      <p:sp>
        <p:nvSpPr>
          <p:cNvPr id="516" name="Google Shape;516;gd200d38227_3_4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d200d38227_3_4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a:sym typeface="+mn-ea"/>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697" name="Shape 697"/>
        <p:cNvGrpSpPr/>
        <p:nvPr/>
      </p:nvGrpSpPr>
      <p:grpSpPr>
        <a:xfrm>
          <a:off x="0" y="0"/>
          <a:ext cx="0" cy="0"/>
          <a:chOff x="0" y="0"/>
          <a:chExt cx="0" cy="0"/>
        </a:xfrm>
      </p:grpSpPr>
      <p:sp>
        <p:nvSpPr>
          <p:cNvPr id="698" name="Google Shape;698;g11a41cb8921_1_110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9" name="Google Shape;699;g11a41cb8921_1_110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15" name="Shape 515"/>
        <p:cNvGrpSpPr/>
        <p:nvPr/>
      </p:nvGrpSpPr>
      <p:grpSpPr>
        <a:xfrm>
          <a:off x="0" y="0"/>
          <a:ext cx="0" cy="0"/>
          <a:chOff x="0" y="0"/>
          <a:chExt cx="0" cy="0"/>
        </a:xfrm>
      </p:grpSpPr>
      <p:sp>
        <p:nvSpPr>
          <p:cNvPr id="516" name="Google Shape;516;gd200d38227_3_4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d200d38227_3_4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a:sym typeface="+mn-ea"/>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15" name="Shape 515"/>
        <p:cNvGrpSpPr/>
        <p:nvPr/>
      </p:nvGrpSpPr>
      <p:grpSpPr>
        <a:xfrm>
          <a:off x="0" y="0"/>
          <a:ext cx="0" cy="0"/>
          <a:chOff x="0" y="0"/>
          <a:chExt cx="0" cy="0"/>
        </a:xfrm>
      </p:grpSpPr>
      <p:sp>
        <p:nvSpPr>
          <p:cNvPr id="516" name="Google Shape;516;gd200d38227_3_4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d200d38227_3_4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a:sym typeface="+mn-ea"/>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15" name="Shape 515"/>
        <p:cNvGrpSpPr/>
        <p:nvPr/>
      </p:nvGrpSpPr>
      <p:grpSpPr>
        <a:xfrm>
          <a:off x="0" y="0"/>
          <a:ext cx="0" cy="0"/>
          <a:chOff x="0" y="0"/>
          <a:chExt cx="0" cy="0"/>
        </a:xfrm>
      </p:grpSpPr>
      <p:sp>
        <p:nvSpPr>
          <p:cNvPr id="516" name="Google Shape;516;gd200d38227_3_4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d200d38227_3_4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a:sym typeface="+mn-ea"/>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697" name="Shape 697"/>
        <p:cNvGrpSpPr/>
        <p:nvPr/>
      </p:nvGrpSpPr>
      <p:grpSpPr>
        <a:xfrm>
          <a:off x="0" y="0"/>
          <a:ext cx="0" cy="0"/>
          <a:chOff x="0" y="0"/>
          <a:chExt cx="0" cy="0"/>
        </a:xfrm>
      </p:grpSpPr>
      <p:sp>
        <p:nvSpPr>
          <p:cNvPr id="698" name="Google Shape;698;g11a41cb8921_1_110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9" name="Google Shape;699;g11a41cb8921_1_110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8" name="Shape 508"/>
        <p:cNvGrpSpPr/>
        <p:nvPr/>
      </p:nvGrpSpPr>
      <p:grpSpPr>
        <a:xfrm>
          <a:off x="0" y="0"/>
          <a:ext cx="0" cy="0"/>
          <a:chOff x="0" y="0"/>
          <a:chExt cx="0" cy="0"/>
        </a:xfrm>
      </p:grpSpPr>
      <p:sp>
        <p:nvSpPr>
          <p:cNvPr id="509" name="Google Shape;509;gd200d38227_3_48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d200d38227_3_48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23" name="Shape 523"/>
        <p:cNvGrpSpPr/>
        <p:nvPr/>
      </p:nvGrpSpPr>
      <p:grpSpPr>
        <a:xfrm>
          <a:off x="0" y="0"/>
          <a:ext cx="0" cy="0"/>
          <a:chOff x="0" y="0"/>
          <a:chExt cx="0" cy="0"/>
        </a:xfrm>
      </p:grpSpPr>
      <p:sp>
        <p:nvSpPr>
          <p:cNvPr id="524" name="Google Shape;524;gd200d38227_3_49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d200d38227_3_49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23" name="Shape 523"/>
        <p:cNvGrpSpPr/>
        <p:nvPr/>
      </p:nvGrpSpPr>
      <p:grpSpPr>
        <a:xfrm>
          <a:off x="0" y="0"/>
          <a:ext cx="0" cy="0"/>
          <a:chOff x="0" y="0"/>
          <a:chExt cx="0" cy="0"/>
        </a:xfrm>
      </p:grpSpPr>
      <p:sp>
        <p:nvSpPr>
          <p:cNvPr id="524" name="Google Shape;524;gd200d38227_3_49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d200d38227_3_49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23" name="Shape 523"/>
        <p:cNvGrpSpPr/>
        <p:nvPr/>
      </p:nvGrpSpPr>
      <p:grpSpPr>
        <a:xfrm>
          <a:off x="0" y="0"/>
          <a:ext cx="0" cy="0"/>
          <a:chOff x="0" y="0"/>
          <a:chExt cx="0" cy="0"/>
        </a:xfrm>
      </p:grpSpPr>
      <p:sp>
        <p:nvSpPr>
          <p:cNvPr id="524" name="Google Shape;524;gd200d38227_3_49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d200d38227_3_49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4" Type="http://schemas.openxmlformats.org/officeDocument/2006/relationships/hyperlink" Target="http://bit.ly/2TtBDfr" TargetMode="External"/><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bg>
      <p:bgPr>
        <a:gradFill>
          <a:gsLst>
            <a:gs pos="0">
              <a:srgbClr val="E20030"/>
            </a:gs>
            <a:gs pos="100000">
              <a:srgbClr val="00216E"/>
            </a:gs>
          </a:gsLst>
          <a:lin ang="2700006" scaled="0"/>
        </a:gradFill>
        <a:effectLst/>
      </p:bgPr>
    </p:bg>
    <p:spTree>
      <p:nvGrpSpPr>
        <p:cNvPr id="9" name="Shape 9"/>
        <p:cNvGrpSpPr/>
        <p:nvPr/>
      </p:nvGrpSpPr>
      <p:grpSpPr>
        <a:xfrm>
          <a:off x="0" y="0"/>
          <a:ext cx="0" cy="0"/>
          <a:chOff x="0" y="0"/>
          <a:chExt cx="0" cy="0"/>
        </a:xfrm>
      </p:grpSpPr>
      <p:sp>
        <p:nvSpPr>
          <p:cNvPr id="10" name="Google Shape;10;p2"/>
          <p:cNvSpPr/>
          <p:nvPr/>
        </p:nvSpPr>
        <p:spPr>
          <a:xfrm>
            <a:off x="2138448" y="-142087"/>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 name="Google Shape;11;p2"/>
          <p:cNvSpPr/>
          <p:nvPr/>
        </p:nvSpPr>
        <p:spPr>
          <a:xfrm>
            <a:off x="1626235"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 name="Google Shape;12;p2"/>
          <p:cNvSpPr/>
          <p:nvPr/>
        </p:nvSpPr>
        <p:spPr>
          <a:xfrm>
            <a:off x="-2708462" y="-142050"/>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3;p2"/>
          <p:cNvSpPr/>
          <p:nvPr/>
        </p:nvSpPr>
        <p:spPr>
          <a:xfrm>
            <a:off x="223500" y="-548699"/>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4" name="Google Shape;14;p2"/>
          <p:cNvSpPr/>
          <p:nvPr/>
        </p:nvSpPr>
        <p:spPr>
          <a:xfrm>
            <a:off x="2870975" y="4401125"/>
            <a:ext cx="1539000" cy="1539000"/>
          </a:xfrm>
          <a:prstGeom prst="donut">
            <a:avLst>
              <a:gd name="adj" fmla="val 815"/>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7341275" y="-69797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6" name="Google Shape;16;p2"/>
          <p:cNvSpPr/>
          <p:nvPr/>
        </p:nvSpPr>
        <p:spPr>
          <a:xfrm flipH="1">
            <a:off x="7673100" y="3625714"/>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7" name="Google Shape;17;p2"/>
          <p:cNvSpPr/>
          <p:nvPr/>
        </p:nvSpPr>
        <p:spPr>
          <a:xfrm flipH="1">
            <a:off x="8255925" y="337371"/>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8" name="Google Shape;18;p2"/>
          <p:cNvSpPr/>
          <p:nvPr/>
        </p:nvSpPr>
        <p:spPr>
          <a:xfrm flipH="1">
            <a:off x="8510411" y="1987905"/>
            <a:ext cx="1631789" cy="146443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9" name="Google Shape;19;p2"/>
          <p:cNvSpPr txBox="1"/>
          <p:nvPr>
            <p:ph type="ctrTitle"/>
          </p:nvPr>
        </p:nvSpPr>
        <p:spPr>
          <a:xfrm>
            <a:off x="713225" y="1772700"/>
            <a:ext cx="5405100" cy="15981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5500">
                <a:latin typeface="Space Mono"/>
                <a:ea typeface="Space Mono"/>
                <a:cs typeface="Space Mono"/>
                <a:sym typeface="Space Mono"/>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20" name="Google Shape;20;p2"/>
          <p:cNvSpPr txBox="1"/>
          <p:nvPr>
            <p:ph type="subTitle" idx="1"/>
          </p:nvPr>
        </p:nvSpPr>
        <p:spPr>
          <a:xfrm>
            <a:off x="713225" y="3668063"/>
            <a:ext cx="3016800" cy="683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800"/>
              <a:buNone/>
              <a:defRPr sz="1600">
                <a:latin typeface="Poppins"/>
                <a:ea typeface="Poppins"/>
                <a:cs typeface="Poppins"/>
                <a:sym typeface="Poppins"/>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1" name="Google Shape;21;p2"/>
          <p:cNvSpPr txBox="1"/>
          <p:nvPr>
            <p:ph type="ctrTitle" idx="2"/>
          </p:nvPr>
        </p:nvSpPr>
        <p:spPr>
          <a:xfrm>
            <a:off x="708400" y="851575"/>
            <a:ext cx="1281000" cy="3651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1600">
                <a:solidFill>
                  <a:schemeClr val="dk2"/>
                </a:solidFill>
                <a:latin typeface="Space Mono"/>
                <a:ea typeface="Space Mono"/>
                <a:cs typeface="Space Mono"/>
                <a:sym typeface="Space Mono"/>
              </a:defRPr>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bg>
      <p:bgPr>
        <a:gradFill>
          <a:gsLst>
            <a:gs pos="0">
              <a:srgbClr val="E20030"/>
            </a:gs>
            <a:gs pos="100000">
              <a:srgbClr val="00216E"/>
            </a:gs>
          </a:gsLst>
          <a:lin ang="13500032" scaled="0"/>
        </a:gradFill>
        <a:effectLst/>
      </p:bgPr>
    </p:bg>
    <p:spTree>
      <p:nvGrpSpPr>
        <p:cNvPr id="22" name="Shape 22"/>
        <p:cNvGrpSpPr/>
        <p:nvPr/>
      </p:nvGrpSpPr>
      <p:grpSpPr>
        <a:xfrm>
          <a:off x="0" y="0"/>
          <a:ext cx="0" cy="0"/>
          <a:chOff x="0" y="0"/>
          <a:chExt cx="0" cy="0"/>
        </a:xfrm>
      </p:grpSpPr>
      <p:sp>
        <p:nvSpPr>
          <p:cNvPr id="23" name="Google Shape;23;p3"/>
          <p:cNvSpPr txBox="1"/>
          <p:nvPr>
            <p:ph type="title"/>
          </p:nvPr>
        </p:nvSpPr>
        <p:spPr>
          <a:xfrm>
            <a:off x="713225" y="2449335"/>
            <a:ext cx="4130100" cy="949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5300">
                <a:solidFill>
                  <a:schemeClr val="dk2"/>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p:txBody>
      </p:sp>
      <p:sp>
        <p:nvSpPr>
          <p:cNvPr id="24" name="Google Shape;24;p3"/>
          <p:cNvSpPr txBox="1"/>
          <p:nvPr>
            <p:ph type="title" idx="2" hasCustomPrompt="1"/>
          </p:nvPr>
        </p:nvSpPr>
        <p:spPr>
          <a:xfrm>
            <a:off x="713225" y="986040"/>
            <a:ext cx="2125500" cy="11742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2000">
                <a:solidFill>
                  <a:schemeClr val="dk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25" name="Google Shape;25;p3"/>
          <p:cNvSpPr txBox="1"/>
          <p:nvPr>
            <p:ph type="subTitle" idx="1"/>
          </p:nvPr>
        </p:nvSpPr>
        <p:spPr>
          <a:xfrm>
            <a:off x="713225" y="3459360"/>
            <a:ext cx="2891700" cy="698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solidFill>
                  <a:schemeClr val="accent2"/>
                </a:solidFill>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26" name="Google Shape;26;p3"/>
          <p:cNvGrpSpPr/>
          <p:nvPr/>
        </p:nvGrpSpPr>
        <p:grpSpPr>
          <a:xfrm>
            <a:off x="4460295" y="-142030"/>
            <a:ext cx="6564681" cy="5427560"/>
            <a:chOff x="511350" y="-142050"/>
            <a:chExt cx="6564681" cy="5427560"/>
          </a:xfrm>
        </p:grpSpPr>
        <p:sp>
          <p:nvSpPr>
            <p:cNvPr id="27" name="Google Shape;27;p3"/>
            <p:cNvSpPr/>
            <p:nvPr/>
          </p:nvSpPr>
          <p:spPr>
            <a:xfrm flipH="1">
              <a:off x="51135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 name="Google Shape;28;p3"/>
            <p:cNvSpPr/>
            <p:nvPr/>
          </p:nvSpPr>
          <p:spPr>
            <a:xfrm flipH="1">
              <a:off x="102915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9" name="Google Shape;29;p3"/>
          <p:cNvSpPr/>
          <p:nvPr/>
        </p:nvSpPr>
        <p:spPr>
          <a:xfrm>
            <a:off x="5495900"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 name="Google Shape;30;p3"/>
          <p:cNvSpPr/>
          <p:nvPr/>
        </p:nvSpPr>
        <p:spPr>
          <a:xfrm>
            <a:off x="3594032" y="-69797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1" name="Google Shape;31;p3"/>
          <p:cNvSpPr/>
          <p:nvPr/>
        </p:nvSpPr>
        <p:spPr>
          <a:xfrm flipH="1">
            <a:off x="7417494" y="3625714"/>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2" name="Google Shape;32;p3"/>
          <p:cNvSpPr/>
          <p:nvPr/>
        </p:nvSpPr>
        <p:spPr>
          <a:xfrm flipH="1">
            <a:off x="6971556" y="174321"/>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108014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3" name="Google Shape;33;p3"/>
          <p:cNvSpPr/>
          <p:nvPr/>
        </p:nvSpPr>
        <p:spPr>
          <a:xfrm>
            <a:off x="8430785" y="1413851"/>
            <a:ext cx="1419951" cy="1275204"/>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bg>
      <p:bgPr>
        <a:gradFill>
          <a:gsLst>
            <a:gs pos="0">
              <a:schemeClr val="dk2"/>
            </a:gs>
            <a:gs pos="100000">
              <a:schemeClr val="accent2"/>
            </a:gs>
          </a:gsLst>
          <a:lin ang="10800025" scaled="0"/>
        </a:gradFill>
        <a:effectLst/>
      </p:bgPr>
    </p:bg>
    <p:spTree>
      <p:nvGrpSpPr>
        <p:cNvPr id="34" name="Shape 34"/>
        <p:cNvGrpSpPr/>
        <p:nvPr/>
      </p:nvGrpSpPr>
      <p:grpSpPr>
        <a:xfrm>
          <a:off x="0" y="0"/>
          <a:ext cx="0" cy="0"/>
          <a:chOff x="0" y="0"/>
          <a:chExt cx="0" cy="0"/>
        </a:xfrm>
      </p:grpSpPr>
      <p:sp>
        <p:nvSpPr>
          <p:cNvPr id="35" name="Google Shape;35;p4"/>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6" name="Google Shape;36;p4"/>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a:spcBef>
                <a:spcPts val="0"/>
              </a:spcBef>
              <a:spcAft>
                <a:spcPts val="0"/>
              </a:spcAft>
              <a:buSzPts val="3200"/>
              <a:buNone/>
              <a:defRPr sz="3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7" name="Google Shape;37;p4"/>
          <p:cNvSpPr txBox="1"/>
          <p:nvPr>
            <p:ph type="body" idx="1"/>
          </p:nvPr>
        </p:nvSpPr>
        <p:spPr>
          <a:xfrm>
            <a:off x="713225" y="1300475"/>
            <a:ext cx="7624500" cy="33081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AutoNum type="arabicPeriod"/>
              <a:defRPr sz="1150"/>
            </a:lvl1pPr>
            <a:lvl2pPr marL="914400" lvl="1" indent="-304800" rtl="0">
              <a:spcBef>
                <a:spcPts val="0"/>
              </a:spcBef>
              <a:spcAft>
                <a:spcPts val="0"/>
              </a:spcAft>
              <a:buSzPts val="1200"/>
              <a:buFont typeface="Roboto Condensed Light"/>
              <a:buAutoNum type="alphaLcPeriod"/>
              <a:defRPr/>
            </a:lvl2pPr>
            <a:lvl3pPr marL="1371600" lvl="2" indent="-304800" rtl="0">
              <a:spcBef>
                <a:spcPts val="0"/>
              </a:spcBef>
              <a:spcAft>
                <a:spcPts val="0"/>
              </a:spcAft>
              <a:buSzPts val="1200"/>
              <a:buFont typeface="Roboto Condensed Light"/>
              <a:buAutoNum type="romanLcPeriod"/>
              <a:defRPr/>
            </a:lvl3pPr>
            <a:lvl4pPr marL="1828800" lvl="3" indent="-304800" rtl="0">
              <a:spcBef>
                <a:spcPts val="0"/>
              </a:spcBef>
              <a:spcAft>
                <a:spcPts val="0"/>
              </a:spcAft>
              <a:buSzPts val="1200"/>
              <a:buFont typeface="Roboto Condensed Light"/>
              <a:buAutoNum type="arabicPeriod"/>
              <a:defRPr/>
            </a:lvl4pPr>
            <a:lvl5pPr marL="2286000" lvl="4" indent="-304800" rtl="0">
              <a:spcBef>
                <a:spcPts val="0"/>
              </a:spcBef>
              <a:spcAft>
                <a:spcPts val="0"/>
              </a:spcAft>
              <a:buSzPts val="1200"/>
              <a:buFont typeface="Roboto Condensed Light"/>
              <a:buAutoNum type="alphaLcPeriod"/>
              <a:defRPr/>
            </a:lvl5pPr>
            <a:lvl6pPr marL="2743200" lvl="5" indent="-304800" rtl="0">
              <a:spcBef>
                <a:spcPts val="0"/>
              </a:spcBef>
              <a:spcAft>
                <a:spcPts val="0"/>
              </a:spcAft>
              <a:buSzPts val="1200"/>
              <a:buFont typeface="Roboto Condensed Light"/>
              <a:buAutoNum type="romanLcPeriod"/>
              <a:defRPr/>
            </a:lvl6pPr>
            <a:lvl7pPr marL="3200400" lvl="6" indent="-304800" rtl="0">
              <a:spcBef>
                <a:spcPts val="0"/>
              </a:spcBef>
              <a:spcAft>
                <a:spcPts val="0"/>
              </a:spcAft>
              <a:buSzPts val="1200"/>
              <a:buFont typeface="Roboto Condensed Light"/>
              <a:buAutoNum type="arabicPeriod"/>
              <a:defRPr/>
            </a:lvl7pPr>
            <a:lvl8pPr marL="3657600" lvl="7" indent="-304800" rtl="0">
              <a:spcBef>
                <a:spcPts val="0"/>
              </a:spcBef>
              <a:spcAft>
                <a:spcPts val="0"/>
              </a:spcAft>
              <a:buSzPts val="1200"/>
              <a:buFont typeface="Roboto Condensed Light"/>
              <a:buAutoNum type="alphaLcPeriod"/>
              <a:defRPr/>
            </a:lvl8pPr>
            <a:lvl9pPr marL="4114800" lvl="8" indent="-304800" rtl="0">
              <a:spcBef>
                <a:spcPts val="0"/>
              </a:spcBef>
              <a:spcAft>
                <a:spcPts val="0"/>
              </a:spcAft>
              <a:buSzPts val="1200"/>
              <a:buFont typeface="Roboto Condensed Light"/>
              <a:buAutoNum type="romanLcPeriod"/>
              <a:defRPr/>
            </a:lvl9pPr>
          </a:lstStyle>
          <a:p/>
        </p:txBody>
      </p:sp>
      <p:sp>
        <p:nvSpPr>
          <p:cNvPr id="38" name="Google Shape;38;p4"/>
          <p:cNvSpPr txBox="1"/>
          <p:nvPr>
            <p:ph type="sldNum" idx="12"/>
          </p:nvPr>
        </p:nvSpPr>
        <p:spPr>
          <a:xfrm>
            <a:off x="8472449" y="4607079"/>
            <a:ext cx="671400" cy="565500"/>
          </a:xfrm>
          <a:prstGeom prst="rect">
            <a:avLst/>
          </a:prstGeom>
          <a:ln>
            <a:noFill/>
          </a:ln>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bg>
      <p:bgPr>
        <a:gradFill>
          <a:gsLst>
            <a:gs pos="0">
              <a:srgbClr val="E20030"/>
            </a:gs>
            <a:gs pos="100000">
              <a:srgbClr val="00216E"/>
            </a:gs>
          </a:gsLst>
          <a:lin ang="13500032" scaled="0"/>
        </a:gradFill>
        <a:effectLst/>
      </p:bgPr>
    </p:bg>
    <p:spTree>
      <p:nvGrpSpPr>
        <p:cNvPr id="39" name="Shape 39"/>
        <p:cNvGrpSpPr/>
        <p:nvPr/>
      </p:nvGrpSpPr>
      <p:grpSpPr>
        <a:xfrm>
          <a:off x="0" y="0"/>
          <a:ext cx="0" cy="0"/>
          <a:chOff x="0" y="0"/>
          <a:chExt cx="0" cy="0"/>
        </a:xfrm>
      </p:grpSpPr>
      <p:sp>
        <p:nvSpPr>
          <p:cNvPr id="40" name="Google Shape;40;p5"/>
          <p:cNvSpPr/>
          <p:nvPr/>
        </p:nvSpPr>
        <p:spPr>
          <a:xfrm flipH="1">
            <a:off x="154855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5"/>
          <p:cNvSpPr/>
          <p:nvPr/>
        </p:nvSpPr>
        <p:spPr>
          <a:xfrm flipH="1">
            <a:off x="2073004"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5"/>
          <p:cNvSpPr/>
          <p:nvPr/>
        </p:nvSpPr>
        <p:spPr>
          <a:xfrm flipH="1">
            <a:off x="2590800"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43;p5"/>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4" name="Google Shape;44;p5"/>
          <p:cNvSpPr txBox="1"/>
          <p:nvPr>
            <p:ph type="title"/>
          </p:nvPr>
        </p:nvSpPr>
        <p:spPr>
          <a:xfrm>
            <a:off x="3683000" y="539500"/>
            <a:ext cx="4747800" cy="538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 name="Google Shape;45;p5"/>
          <p:cNvSpPr txBox="1"/>
          <p:nvPr>
            <p:ph type="subTitle" idx="1"/>
          </p:nvPr>
        </p:nvSpPr>
        <p:spPr>
          <a:xfrm>
            <a:off x="3856700" y="1497988"/>
            <a:ext cx="3407400" cy="388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46" name="Google Shape;46;p5"/>
          <p:cNvSpPr txBox="1"/>
          <p:nvPr>
            <p:ph type="subTitle" idx="2"/>
          </p:nvPr>
        </p:nvSpPr>
        <p:spPr>
          <a:xfrm>
            <a:off x="3856700" y="2987238"/>
            <a:ext cx="3407400" cy="388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47" name="Google Shape;47;p5"/>
          <p:cNvSpPr txBox="1"/>
          <p:nvPr>
            <p:ph type="subTitle" idx="3"/>
          </p:nvPr>
        </p:nvSpPr>
        <p:spPr>
          <a:xfrm>
            <a:off x="3856700" y="1988976"/>
            <a:ext cx="3407400" cy="649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48" name="Google Shape;48;p5"/>
          <p:cNvSpPr txBox="1"/>
          <p:nvPr>
            <p:ph type="subTitle" idx="4"/>
          </p:nvPr>
        </p:nvSpPr>
        <p:spPr>
          <a:xfrm>
            <a:off x="3856700" y="3478226"/>
            <a:ext cx="3407400" cy="649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49" name="Google Shape;49;p5"/>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
        <p:nvSpPr>
          <p:cNvPr id="50" name="Google Shape;50;p5"/>
          <p:cNvSpPr/>
          <p:nvPr/>
        </p:nvSpPr>
        <p:spPr>
          <a:xfrm rot="10800000" flipH="1">
            <a:off x="201084" y="227507"/>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51" name="Google Shape;51;p5"/>
          <p:cNvSpPr/>
          <p:nvPr/>
        </p:nvSpPr>
        <p:spPr>
          <a:xfrm>
            <a:off x="8335025" y="-676899"/>
            <a:ext cx="1323300" cy="1323300"/>
          </a:xfrm>
          <a:prstGeom prst="donut">
            <a:avLst>
              <a:gd name="adj" fmla="val 815"/>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5"/>
          <p:cNvSpPr/>
          <p:nvPr/>
        </p:nvSpPr>
        <p:spPr>
          <a:xfrm flipH="1">
            <a:off x="-381906" y="3625714"/>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53" name="Google Shape;53;p5"/>
          <p:cNvSpPr/>
          <p:nvPr/>
        </p:nvSpPr>
        <p:spPr>
          <a:xfrm>
            <a:off x="939953" y="48449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alpha val="40780"/>
                </a:srgbClr>
              </a:gs>
              <a:gs pos="100000">
                <a:srgbClr val="00216E">
                  <a:alpha val="39607"/>
                  <a:alpha val="40780"/>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bg>
      <p:bgPr>
        <a:gradFill>
          <a:gsLst>
            <a:gs pos="0">
              <a:srgbClr val="E20030"/>
            </a:gs>
            <a:gs pos="100000">
              <a:srgbClr val="00216E"/>
            </a:gs>
          </a:gsLst>
          <a:lin ang="5400700" scaled="0"/>
        </a:gradFill>
        <a:effectLst/>
      </p:bgPr>
    </p:bg>
    <p:spTree>
      <p:nvGrpSpPr>
        <p:cNvPr id="54" name="Shape 54"/>
        <p:cNvGrpSpPr/>
        <p:nvPr/>
      </p:nvGrpSpPr>
      <p:grpSpPr>
        <a:xfrm>
          <a:off x="0" y="0"/>
          <a:ext cx="0" cy="0"/>
          <a:chOff x="0" y="0"/>
          <a:chExt cx="0" cy="0"/>
        </a:xfrm>
      </p:grpSpPr>
      <p:grpSp>
        <p:nvGrpSpPr>
          <p:cNvPr id="55" name="Google Shape;55;p6"/>
          <p:cNvGrpSpPr/>
          <p:nvPr/>
        </p:nvGrpSpPr>
        <p:grpSpPr>
          <a:xfrm flipH="1">
            <a:off x="2599393" y="-142050"/>
            <a:ext cx="6544456" cy="5427560"/>
            <a:chOff x="577950" y="-142050"/>
            <a:chExt cx="6544456" cy="5427560"/>
          </a:xfrm>
        </p:grpSpPr>
        <p:sp>
          <p:nvSpPr>
            <p:cNvPr id="56" name="Google Shape;56;p6"/>
            <p:cNvSpPr/>
            <p:nvPr/>
          </p:nvSpPr>
          <p:spPr>
            <a:xfrm flipH="1">
              <a:off x="57795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 name="Google Shape;57;p6"/>
            <p:cNvSpPr/>
            <p:nvPr/>
          </p:nvSpPr>
          <p:spPr>
            <a:xfrm flipH="1">
              <a:off x="1075529"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8" name="Google Shape;58;p6"/>
          <p:cNvSpPr/>
          <p:nvPr/>
        </p:nvSpPr>
        <p:spPr>
          <a:xfrm flipH="1">
            <a:off x="-1731700"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59;p6"/>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60" name="Google Shape;60;p6"/>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a:spcBef>
                <a:spcPts val="0"/>
              </a:spcBef>
              <a:spcAft>
                <a:spcPts val="0"/>
              </a:spcAft>
              <a:buSzPts val="3200"/>
              <a:buNone/>
              <a:defRPr sz="3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61" name="Google Shape;61;p6"/>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
        <p:nvSpPr>
          <p:cNvPr id="62" name="Google Shape;62;p6"/>
          <p:cNvSpPr/>
          <p:nvPr/>
        </p:nvSpPr>
        <p:spPr>
          <a:xfrm>
            <a:off x="8179678" y="42379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63" name="Google Shape;63;p6"/>
          <p:cNvSpPr/>
          <p:nvPr/>
        </p:nvSpPr>
        <p:spPr>
          <a:xfrm rot="10800000" flipH="1">
            <a:off x="7440809" y="166807"/>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64" name="Google Shape;64;p6"/>
          <p:cNvSpPr/>
          <p:nvPr/>
        </p:nvSpPr>
        <p:spPr>
          <a:xfrm>
            <a:off x="-439011" y="4429300"/>
            <a:ext cx="1323300" cy="1323300"/>
          </a:xfrm>
          <a:prstGeom prst="donut">
            <a:avLst>
              <a:gd name="adj" fmla="val 1419"/>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6"/>
          <p:cNvSpPr/>
          <p:nvPr/>
        </p:nvSpPr>
        <p:spPr>
          <a:xfrm>
            <a:off x="8062187" y="1722838"/>
            <a:ext cx="671483" cy="6027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gradFill>
          <a:gsLst>
            <a:gs pos="0">
              <a:srgbClr val="E20030"/>
            </a:gs>
            <a:gs pos="100000">
              <a:srgbClr val="00216E"/>
            </a:gs>
          </a:gsLst>
          <a:lin ang="2700006" scaled="0"/>
        </a:gradFill>
        <a:effectLst/>
      </p:bgPr>
    </p:bg>
    <p:spTree>
      <p:nvGrpSpPr>
        <p:cNvPr id="66" name="Shape 66"/>
        <p:cNvGrpSpPr/>
        <p:nvPr/>
      </p:nvGrpSpPr>
      <p:grpSpPr>
        <a:xfrm>
          <a:off x="0" y="0"/>
          <a:ext cx="0" cy="0"/>
          <a:chOff x="0" y="0"/>
          <a:chExt cx="0" cy="0"/>
        </a:xfrm>
      </p:grpSpPr>
      <p:sp>
        <p:nvSpPr>
          <p:cNvPr id="67" name="Google Shape;67;p7"/>
          <p:cNvSpPr/>
          <p:nvPr/>
        </p:nvSpPr>
        <p:spPr>
          <a:xfrm>
            <a:off x="2435722"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7"/>
          <p:cNvSpPr/>
          <p:nvPr/>
        </p:nvSpPr>
        <p:spPr>
          <a:xfrm>
            <a:off x="1917918"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 name="Google Shape;69;p7"/>
          <p:cNvSpPr/>
          <p:nvPr/>
        </p:nvSpPr>
        <p:spPr>
          <a:xfrm flipH="1">
            <a:off x="-2413175"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 name="Google Shape;70;p7"/>
          <p:cNvSpPr/>
          <p:nvPr/>
        </p:nvSpPr>
        <p:spPr>
          <a:xfrm flipH="1">
            <a:off x="-164285" y="4291676"/>
            <a:ext cx="1389485" cy="1247616"/>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 name="Google Shape;71;p7"/>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72" name="Google Shape;72;p7"/>
          <p:cNvSpPr txBox="1"/>
          <p:nvPr>
            <p:ph type="body" idx="1"/>
          </p:nvPr>
        </p:nvSpPr>
        <p:spPr>
          <a:xfrm>
            <a:off x="713225" y="1472000"/>
            <a:ext cx="4837800" cy="2498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73" name="Google Shape;73;p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
        <p:nvSpPr>
          <p:cNvPr id="74" name="Google Shape;74;p7"/>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5" name="Google Shape;75;p7"/>
          <p:cNvSpPr/>
          <p:nvPr/>
        </p:nvSpPr>
        <p:spPr>
          <a:xfrm>
            <a:off x="6925856" y="277075"/>
            <a:ext cx="2053042" cy="184254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gradFill>
          <a:gsLst>
            <a:gs pos="0">
              <a:srgbClr val="E20030"/>
            </a:gs>
            <a:gs pos="100000">
              <a:srgbClr val="00216E"/>
            </a:gs>
          </a:gsLst>
          <a:lin ang="13500032" scaled="0"/>
        </a:gradFill>
        <a:effectLst/>
      </p:bgPr>
    </p:bg>
    <p:spTree>
      <p:nvGrpSpPr>
        <p:cNvPr id="76" name="Shape 76"/>
        <p:cNvGrpSpPr/>
        <p:nvPr/>
      </p:nvGrpSpPr>
      <p:grpSpPr>
        <a:xfrm>
          <a:off x="0" y="0"/>
          <a:ext cx="0" cy="0"/>
          <a:chOff x="0" y="0"/>
          <a:chExt cx="0" cy="0"/>
        </a:xfrm>
      </p:grpSpPr>
      <p:grpSp>
        <p:nvGrpSpPr>
          <p:cNvPr id="77" name="Google Shape;77;p8"/>
          <p:cNvGrpSpPr/>
          <p:nvPr/>
        </p:nvGrpSpPr>
        <p:grpSpPr>
          <a:xfrm flipH="1">
            <a:off x="564610" y="-142025"/>
            <a:ext cx="6563681" cy="5427560"/>
            <a:chOff x="1727035" y="-142050"/>
            <a:chExt cx="6563681" cy="5427560"/>
          </a:xfrm>
        </p:grpSpPr>
        <p:sp>
          <p:nvSpPr>
            <p:cNvPr id="78" name="Google Shape;78;p8"/>
            <p:cNvSpPr/>
            <p:nvPr/>
          </p:nvSpPr>
          <p:spPr>
            <a:xfrm>
              <a:off x="2243839"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 name="Google Shape;79;p8"/>
            <p:cNvSpPr/>
            <p:nvPr/>
          </p:nvSpPr>
          <p:spPr>
            <a:xfrm>
              <a:off x="1727035"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80" name="Google Shape;80;p8"/>
          <p:cNvSpPr/>
          <p:nvPr/>
        </p:nvSpPr>
        <p:spPr>
          <a:xfrm>
            <a:off x="1600200" y="-142050"/>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8"/>
          <p:cNvSpPr txBox="1"/>
          <p:nvPr>
            <p:ph type="title"/>
          </p:nvPr>
        </p:nvSpPr>
        <p:spPr>
          <a:xfrm>
            <a:off x="2382325" y="1331550"/>
            <a:ext cx="6048600" cy="24804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7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82" name="Google Shape;82;p8"/>
          <p:cNvSpPr/>
          <p:nvPr/>
        </p:nvSpPr>
        <p:spPr>
          <a:xfrm flipH="1">
            <a:off x="200919" y="337371"/>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17254"/>
                </a:srgbClr>
              </a:gs>
              <a:gs pos="48000">
                <a:srgbClr val="E20030">
                  <a:alpha val="12156"/>
                </a:srgbClr>
              </a:gs>
              <a:gs pos="100000">
                <a:srgbClr val="E20030">
                  <a:alpha val="40784"/>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83" name="Google Shape;83;p8"/>
          <p:cNvSpPr/>
          <p:nvPr/>
        </p:nvSpPr>
        <p:spPr>
          <a:xfrm flipH="1">
            <a:off x="-633353" y="3748900"/>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84" name="Google Shape;84;p8"/>
          <p:cNvSpPr/>
          <p:nvPr/>
        </p:nvSpPr>
        <p:spPr>
          <a:xfrm flipH="1">
            <a:off x="713233" y="-849787"/>
            <a:ext cx="2053042" cy="184254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17254"/>
                </a:srgbClr>
              </a:gs>
              <a:gs pos="100000">
                <a:srgbClr val="E20030">
                  <a:alpha val="40784"/>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85" name="Google Shape;85;p8"/>
          <p:cNvSpPr/>
          <p:nvPr/>
        </p:nvSpPr>
        <p:spPr>
          <a:xfrm>
            <a:off x="7775507" y="-69797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108014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86" name="Google Shape;86;p8"/>
          <p:cNvSpPr/>
          <p:nvPr/>
        </p:nvSpPr>
        <p:spPr>
          <a:xfrm>
            <a:off x="4872025" y="4256762"/>
            <a:ext cx="1452900" cy="1452900"/>
          </a:xfrm>
          <a:prstGeom prst="donut">
            <a:avLst>
              <a:gd name="adj" fmla="val 1199"/>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gradFill>
          <a:gsLst>
            <a:gs pos="0">
              <a:srgbClr val="E20030"/>
            </a:gs>
            <a:gs pos="100000">
              <a:srgbClr val="00216E"/>
            </a:gs>
          </a:gsLst>
          <a:lin ang="2698631" scaled="0"/>
        </a:gradFill>
        <a:effectLst/>
      </p:bgPr>
    </p:bg>
    <p:spTree>
      <p:nvGrpSpPr>
        <p:cNvPr id="87" name="Shape 87"/>
        <p:cNvGrpSpPr/>
        <p:nvPr/>
      </p:nvGrpSpPr>
      <p:grpSpPr>
        <a:xfrm>
          <a:off x="0" y="0"/>
          <a:ext cx="0" cy="0"/>
          <a:chOff x="0" y="0"/>
          <a:chExt cx="0" cy="0"/>
        </a:xfrm>
      </p:grpSpPr>
      <p:grpSp>
        <p:nvGrpSpPr>
          <p:cNvPr id="88" name="Google Shape;88;p9"/>
          <p:cNvGrpSpPr/>
          <p:nvPr/>
        </p:nvGrpSpPr>
        <p:grpSpPr>
          <a:xfrm>
            <a:off x="2014734" y="-142025"/>
            <a:ext cx="6564656" cy="5427560"/>
            <a:chOff x="1724085" y="-142050"/>
            <a:chExt cx="6564656" cy="5427560"/>
          </a:xfrm>
        </p:grpSpPr>
        <p:sp>
          <p:nvSpPr>
            <p:cNvPr id="89" name="Google Shape;89;p9"/>
            <p:cNvSpPr/>
            <p:nvPr/>
          </p:nvSpPr>
          <p:spPr>
            <a:xfrm>
              <a:off x="224186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9"/>
            <p:cNvSpPr/>
            <p:nvPr/>
          </p:nvSpPr>
          <p:spPr>
            <a:xfrm>
              <a:off x="1724085"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91" name="Google Shape;91;p9"/>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92" name="Google Shape;92;p9"/>
          <p:cNvSpPr/>
          <p:nvPr/>
        </p:nvSpPr>
        <p:spPr>
          <a:xfrm flipH="1">
            <a:off x="-2316375"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9"/>
          <p:cNvSpPr txBox="1"/>
          <p:nvPr>
            <p:ph type="title"/>
          </p:nvPr>
        </p:nvSpPr>
        <p:spPr>
          <a:xfrm>
            <a:off x="713225" y="1407000"/>
            <a:ext cx="4746600" cy="7782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94" name="Google Shape;94;p9"/>
          <p:cNvSpPr txBox="1"/>
          <p:nvPr>
            <p:ph type="subTitle" idx="1"/>
          </p:nvPr>
        </p:nvSpPr>
        <p:spPr>
          <a:xfrm>
            <a:off x="713225" y="2272825"/>
            <a:ext cx="4746600" cy="1363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1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95" name="Google Shape;95;p9"/>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
        <p:nvSpPr>
          <p:cNvPr id="96" name="Google Shape;96;p9"/>
          <p:cNvSpPr/>
          <p:nvPr/>
        </p:nvSpPr>
        <p:spPr>
          <a:xfrm>
            <a:off x="-288600" y="3991025"/>
            <a:ext cx="1619400" cy="1619400"/>
          </a:xfrm>
          <a:prstGeom prst="donut">
            <a:avLst>
              <a:gd name="adj" fmla="val 815"/>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 name="Google Shape;97;p9"/>
          <p:cNvSpPr/>
          <p:nvPr/>
        </p:nvSpPr>
        <p:spPr>
          <a:xfrm>
            <a:off x="7988360" y="-648249"/>
            <a:ext cx="1655500" cy="148571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98" name="Shape 98"/>
        <p:cNvGrpSpPr/>
        <p:nvPr/>
      </p:nvGrpSpPr>
      <p:grpSpPr>
        <a:xfrm>
          <a:off x="0" y="0"/>
          <a:ext cx="0" cy="0"/>
          <a:chOff x="0" y="0"/>
          <a:chExt cx="0" cy="0"/>
        </a:xfrm>
      </p:grpSpPr>
      <p:sp>
        <p:nvSpPr>
          <p:cNvPr id="99" name="Google Shape;99;p10"/>
          <p:cNvSpPr txBox="1"/>
          <p:nvPr>
            <p:ph type="body" idx="1"/>
          </p:nvPr>
        </p:nvSpPr>
        <p:spPr>
          <a:xfrm>
            <a:off x="2566344" y="1877375"/>
            <a:ext cx="4011300" cy="1388700"/>
          </a:xfrm>
          <a:prstGeom prst="rect">
            <a:avLst/>
          </a:prstGeom>
        </p:spPr>
        <p:txBody>
          <a:bodyPr spcFirstLastPara="1" wrap="square" lIns="91425" tIns="91425" rIns="91425" bIns="91425" anchor="ctr" anchorCtr="0">
            <a:noAutofit/>
          </a:bodyPr>
          <a:lstStyle>
            <a:lvl1pPr marL="457200" lvl="0" indent="-228600" algn="ctr">
              <a:lnSpc>
                <a:spcPct val="100000"/>
              </a:lnSpc>
              <a:spcBef>
                <a:spcPts val="0"/>
              </a:spcBef>
              <a:spcAft>
                <a:spcPts val="0"/>
              </a:spcAft>
              <a:buSzPts val="1400"/>
              <a:buNone/>
              <a:defRPr sz="3200">
                <a:solidFill>
                  <a:schemeClr val="dk2"/>
                </a:solidFill>
                <a:latin typeface="Space Mono"/>
                <a:ea typeface="Space Mono"/>
                <a:cs typeface="Space Mono"/>
                <a:sym typeface="Space Mono"/>
              </a:defRPr>
            </a:lvl1pPr>
          </a:lstStyle>
          <a:p/>
        </p:txBody>
      </p:sp>
      <p:sp>
        <p:nvSpPr>
          <p:cNvPr id="100" name="Google Shape;100;p10"/>
          <p:cNvSpPr/>
          <p:nvPr/>
        </p:nvSpPr>
        <p:spPr>
          <a:xfrm>
            <a:off x="-145175" y="4002525"/>
            <a:ext cx="1092600" cy="1092600"/>
          </a:xfrm>
          <a:prstGeom prst="donut">
            <a:avLst>
              <a:gd name="adj" fmla="val 815"/>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gradFill>
          <a:gsLst>
            <a:gs pos="0">
              <a:srgbClr val="E20030"/>
            </a:gs>
            <a:gs pos="100000">
              <a:srgbClr val="00216E"/>
            </a:gs>
          </a:gsLst>
          <a:lin ang="2698631" scaled="0"/>
        </a:gradFill>
        <a:effectLst/>
      </p:bgPr>
    </p:bg>
    <p:spTree>
      <p:nvGrpSpPr>
        <p:cNvPr id="101" name="Shape 101"/>
        <p:cNvGrpSpPr/>
        <p:nvPr/>
      </p:nvGrpSpPr>
      <p:grpSpPr>
        <a:xfrm>
          <a:off x="0" y="0"/>
          <a:ext cx="0" cy="0"/>
          <a:chOff x="0" y="0"/>
          <a:chExt cx="0" cy="0"/>
        </a:xfrm>
      </p:grpSpPr>
      <p:sp>
        <p:nvSpPr>
          <p:cNvPr id="102" name="Google Shape;102;p11"/>
          <p:cNvSpPr/>
          <p:nvPr/>
        </p:nvSpPr>
        <p:spPr>
          <a:xfrm>
            <a:off x="-431172" y="-328528"/>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alpha val="40780"/>
                </a:srgbClr>
              </a:gs>
              <a:gs pos="100000">
                <a:srgbClr val="00216E">
                  <a:alpha val="39607"/>
                  <a:alpha val="40780"/>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03" name="Google Shape;103;p11"/>
          <p:cNvSpPr/>
          <p:nvPr/>
        </p:nvSpPr>
        <p:spPr>
          <a:xfrm flipH="1">
            <a:off x="0" y="-142087"/>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 name="Google Shape;104;p11"/>
          <p:cNvSpPr/>
          <p:nvPr/>
        </p:nvSpPr>
        <p:spPr>
          <a:xfrm flipH="1">
            <a:off x="53240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05;p11"/>
          <p:cNvSpPr/>
          <p:nvPr/>
        </p:nvSpPr>
        <p:spPr>
          <a:xfrm>
            <a:off x="1035600" y="-142050"/>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 name="Google Shape;106;p11"/>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07" name="Google Shape;107;p11"/>
          <p:cNvSpPr txBox="1"/>
          <p:nvPr>
            <p:ph type="title" hasCustomPrompt="1"/>
          </p:nvPr>
        </p:nvSpPr>
        <p:spPr>
          <a:xfrm>
            <a:off x="2010900" y="1549200"/>
            <a:ext cx="6419700" cy="1438200"/>
          </a:xfrm>
          <a:prstGeom prst="rect">
            <a:avLst/>
          </a:prstGeom>
        </p:spPr>
        <p:txBody>
          <a:bodyPr spcFirstLastPara="1" wrap="square" lIns="91425" tIns="91425" rIns="91425" bIns="91425" anchor="ctr" anchorCtr="0">
            <a:noAutofit/>
          </a:bodyPr>
          <a:lstStyle>
            <a:lvl1pPr lvl="0" algn="r">
              <a:spcBef>
                <a:spcPts val="0"/>
              </a:spcBef>
              <a:spcAft>
                <a:spcPts val="0"/>
              </a:spcAft>
              <a:buSzPts val="12000"/>
              <a:buNone/>
              <a:defRPr sz="10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08" name="Google Shape;108;p11"/>
          <p:cNvSpPr txBox="1"/>
          <p:nvPr>
            <p:ph type="sldNum" idx="12"/>
          </p:nvPr>
        </p:nvSpPr>
        <p:spPr>
          <a:xfrm>
            <a:off x="8472449" y="4615826"/>
            <a:ext cx="671400" cy="565500"/>
          </a:xfrm>
          <a:prstGeom prst="rect">
            <a:avLst/>
          </a:prstGeom>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
        <p:nvSpPr>
          <p:cNvPr id="109" name="Google Shape;109;p11"/>
          <p:cNvSpPr txBox="1"/>
          <p:nvPr>
            <p:ph type="subTitle" idx="1"/>
          </p:nvPr>
        </p:nvSpPr>
        <p:spPr>
          <a:xfrm>
            <a:off x="2011091" y="3139800"/>
            <a:ext cx="6419700" cy="45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2100"/>
              <a:buNone/>
              <a:defRPr sz="16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p:txBody>
      </p:sp>
      <p:sp>
        <p:nvSpPr>
          <p:cNvPr id="110" name="Google Shape;110;p11"/>
          <p:cNvSpPr/>
          <p:nvPr/>
        </p:nvSpPr>
        <p:spPr>
          <a:xfrm>
            <a:off x="8150174" y="-71475"/>
            <a:ext cx="1036592" cy="930696"/>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11;p11"/>
          <p:cNvSpPr/>
          <p:nvPr/>
        </p:nvSpPr>
        <p:spPr>
          <a:xfrm>
            <a:off x="4553483" y="-669473"/>
            <a:ext cx="1945080" cy="1745867"/>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12" name="Google Shape;112;p11"/>
          <p:cNvSpPr/>
          <p:nvPr/>
        </p:nvSpPr>
        <p:spPr>
          <a:xfrm flipH="1">
            <a:off x="87744" y="3583389"/>
            <a:ext cx="1642131" cy="147394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13" name="Shape 113"/>
        <p:cNvGrpSpPr/>
        <p:nvPr/>
      </p:nvGrpSpPr>
      <p:grpSpPr>
        <a:xfrm>
          <a:off x="0" y="0"/>
          <a:ext cx="0" cy="0"/>
          <a:chOff x="0" y="0"/>
          <a:chExt cx="0" cy="0"/>
        </a:xfrm>
      </p:grpSpPr>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bg>
      <p:bgPr>
        <a:gradFill>
          <a:gsLst>
            <a:gs pos="0">
              <a:srgbClr val="E20030"/>
            </a:gs>
            <a:gs pos="100000">
              <a:srgbClr val="00216E"/>
            </a:gs>
          </a:gsLst>
          <a:lin ang="2698631" scaled="0"/>
        </a:gradFill>
        <a:effectLst/>
      </p:bgPr>
    </p:bg>
    <p:spTree>
      <p:nvGrpSpPr>
        <p:cNvPr id="114" name="Shape 114"/>
        <p:cNvGrpSpPr/>
        <p:nvPr/>
      </p:nvGrpSpPr>
      <p:grpSpPr>
        <a:xfrm>
          <a:off x="0" y="0"/>
          <a:ext cx="0" cy="0"/>
          <a:chOff x="0" y="0"/>
          <a:chExt cx="0" cy="0"/>
        </a:xfrm>
      </p:grpSpPr>
      <p:sp>
        <p:nvSpPr>
          <p:cNvPr id="115" name="Google Shape;115;p13"/>
          <p:cNvSpPr/>
          <p:nvPr/>
        </p:nvSpPr>
        <p:spPr>
          <a:xfrm flipH="1">
            <a:off x="564600"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 name="Google Shape;116;p13"/>
          <p:cNvSpPr/>
          <p:nvPr/>
        </p:nvSpPr>
        <p:spPr>
          <a:xfrm flipH="1">
            <a:off x="1082404" y="-142087"/>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 name="Google Shape;117;p13"/>
          <p:cNvSpPr/>
          <p:nvPr/>
        </p:nvSpPr>
        <p:spPr>
          <a:xfrm>
            <a:off x="1600200" y="-142050"/>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 name="Google Shape;118;p13"/>
          <p:cNvSpPr/>
          <p:nvPr/>
        </p:nvSpPr>
        <p:spPr>
          <a:xfrm flipH="1">
            <a:off x="902146" y="-69797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19" name="Google Shape;119;p13"/>
          <p:cNvSpPr/>
          <p:nvPr/>
        </p:nvSpPr>
        <p:spPr>
          <a:xfrm>
            <a:off x="65235" y="3625714"/>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20" name="Google Shape;120;p13"/>
          <p:cNvSpPr/>
          <p:nvPr/>
        </p:nvSpPr>
        <p:spPr>
          <a:xfrm>
            <a:off x="404446" y="337371"/>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21" name="Google Shape;121;p13"/>
          <p:cNvSpPr/>
          <p:nvPr/>
        </p:nvSpPr>
        <p:spPr>
          <a:xfrm flipH="1">
            <a:off x="-517804" y="1331476"/>
            <a:ext cx="1419951" cy="1275204"/>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13"/>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23" name="Google Shape;123;p13"/>
          <p:cNvSpPr txBox="1"/>
          <p:nvPr>
            <p:ph type="title"/>
          </p:nvPr>
        </p:nvSpPr>
        <p:spPr>
          <a:xfrm>
            <a:off x="2354575" y="539500"/>
            <a:ext cx="6076200" cy="538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24" name="Google Shape;124;p13"/>
          <p:cNvSpPr txBox="1"/>
          <p:nvPr>
            <p:ph type="title" idx="2" hasCustomPrompt="1"/>
          </p:nvPr>
        </p:nvSpPr>
        <p:spPr>
          <a:xfrm>
            <a:off x="4555525" y="1851013"/>
            <a:ext cx="659400" cy="3885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SzPts val="2200"/>
              <a:buNone/>
              <a:defRPr sz="2200">
                <a:solidFill>
                  <a:schemeClr val="dk2"/>
                </a:solidFill>
              </a:defRPr>
            </a:lvl1pPr>
            <a:lvl2pPr lvl="1"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a:r>
              <a:t>xx%</a:t>
            </a:r>
          </a:p>
        </p:txBody>
      </p:sp>
      <p:sp>
        <p:nvSpPr>
          <p:cNvPr id="125" name="Google Shape;125;p13"/>
          <p:cNvSpPr txBox="1"/>
          <p:nvPr>
            <p:ph type="title" idx="3" hasCustomPrompt="1"/>
          </p:nvPr>
        </p:nvSpPr>
        <p:spPr>
          <a:xfrm>
            <a:off x="7584174" y="1851013"/>
            <a:ext cx="659400" cy="3885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SzPts val="2200"/>
              <a:buNone/>
              <a:defRPr sz="2200">
                <a:solidFill>
                  <a:schemeClr val="dk2"/>
                </a:solidFill>
              </a:defRPr>
            </a:lvl1pPr>
            <a:lvl2pPr lvl="1"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a:r>
              <a:t>xx%</a:t>
            </a:r>
          </a:p>
        </p:txBody>
      </p:sp>
      <p:sp>
        <p:nvSpPr>
          <p:cNvPr id="126" name="Google Shape;126;p13"/>
          <p:cNvSpPr txBox="1"/>
          <p:nvPr>
            <p:ph type="title" idx="4" hasCustomPrompt="1"/>
          </p:nvPr>
        </p:nvSpPr>
        <p:spPr>
          <a:xfrm>
            <a:off x="4555525" y="3407925"/>
            <a:ext cx="659400" cy="38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SzPts val="2200"/>
              <a:buNone/>
              <a:defRPr sz="2200">
                <a:solidFill>
                  <a:schemeClr val="dk2"/>
                </a:solidFill>
              </a:defRPr>
            </a:lvl1pPr>
            <a:lvl2pPr lvl="1"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a:r>
              <a:t>xx%</a:t>
            </a:r>
          </a:p>
        </p:txBody>
      </p:sp>
      <p:sp>
        <p:nvSpPr>
          <p:cNvPr id="127" name="Google Shape;127;p13"/>
          <p:cNvSpPr txBox="1"/>
          <p:nvPr>
            <p:ph type="title" idx="5" hasCustomPrompt="1"/>
          </p:nvPr>
        </p:nvSpPr>
        <p:spPr>
          <a:xfrm>
            <a:off x="7584174" y="3408800"/>
            <a:ext cx="659400" cy="38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SzPts val="2200"/>
              <a:buNone/>
              <a:defRPr sz="2200">
                <a:solidFill>
                  <a:schemeClr val="dk2"/>
                </a:solidFill>
              </a:defRPr>
            </a:lvl1pPr>
            <a:lvl2pPr lvl="1"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a:r>
              <a:t>xx%</a:t>
            </a:r>
          </a:p>
        </p:txBody>
      </p:sp>
      <p:sp>
        <p:nvSpPr>
          <p:cNvPr id="128" name="Google Shape;128;p13"/>
          <p:cNvSpPr txBox="1"/>
          <p:nvPr>
            <p:ph type="subTitle" idx="1"/>
          </p:nvPr>
        </p:nvSpPr>
        <p:spPr>
          <a:xfrm>
            <a:off x="2485738" y="3012858"/>
            <a:ext cx="1862400" cy="388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129" name="Google Shape;129;p13"/>
          <p:cNvSpPr txBox="1"/>
          <p:nvPr>
            <p:ph type="subTitle" idx="6"/>
          </p:nvPr>
        </p:nvSpPr>
        <p:spPr>
          <a:xfrm>
            <a:off x="5515449" y="3012857"/>
            <a:ext cx="1862400" cy="388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130" name="Google Shape;130;p13"/>
          <p:cNvSpPr txBox="1"/>
          <p:nvPr>
            <p:ph type="subTitle" idx="7"/>
          </p:nvPr>
        </p:nvSpPr>
        <p:spPr>
          <a:xfrm>
            <a:off x="2485750" y="3504750"/>
            <a:ext cx="1862400" cy="687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31" name="Google Shape;131;p13"/>
          <p:cNvSpPr txBox="1"/>
          <p:nvPr>
            <p:ph type="subTitle" idx="8"/>
          </p:nvPr>
        </p:nvSpPr>
        <p:spPr>
          <a:xfrm>
            <a:off x="5515451" y="3501688"/>
            <a:ext cx="1862400" cy="687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32" name="Google Shape;132;p13"/>
          <p:cNvSpPr txBox="1"/>
          <p:nvPr>
            <p:ph type="subTitle" idx="9"/>
          </p:nvPr>
        </p:nvSpPr>
        <p:spPr>
          <a:xfrm>
            <a:off x="2485738" y="1454475"/>
            <a:ext cx="1862400" cy="388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133" name="Google Shape;133;p13"/>
          <p:cNvSpPr txBox="1"/>
          <p:nvPr>
            <p:ph type="subTitle" idx="13"/>
          </p:nvPr>
        </p:nvSpPr>
        <p:spPr>
          <a:xfrm>
            <a:off x="5515449" y="1454475"/>
            <a:ext cx="1862400" cy="388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134" name="Google Shape;134;p13"/>
          <p:cNvSpPr txBox="1"/>
          <p:nvPr>
            <p:ph type="subTitle" idx="14"/>
          </p:nvPr>
        </p:nvSpPr>
        <p:spPr>
          <a:xfrm>
            <a:off x="2485750" y="1945451"/>
            <a:ext cx="1862400" cy="687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35" name="Google Shape;135;p13"/>
          <p:cNvSpPr txBox="1"/>
          <p:nvPr>
            <p:ph type="subTitle" idx="15"/>
          </p:nvPr>
        </p:nvSpPr>
        <p:spPr>
          <a:xfrm>
            <a:off x="5515450" y="1945450"/>
            <a:ext cx="1862400" cy="687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36" name="Google Shape;136;p13"/>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8">
    <p:bg>
      <p:bgPr>
        <a:gradFill>
          <a:gsLst>
            <a:gs pos="0">
              <a:srgbClr val="E20030"/>
            </a:gs>
            <a:gs pos="100000">
              <a:srgbClr val="00216E"/>
            </a:gs>
          </a:gsLst>
          <a:lin ang="13500032" scaled="0"/>
        </a:gradFill>
        <a:effectLst/>
      </p:bgPr>
    </p:bg>
    <p:spTree>
      <p:nvGrpSpPr>
        <p:cNvPr id="137" name="Shape 137"/>
        <p:cNvGrpSpPr/>
        <p:nvPr/>
      </p:nvGrpSpPr>
      <p:grpSpPr>
        <a:xfrm>
          <a:off x="0" y="0"/>
          <a:ext cx="0" cy="0"/>
          <a:chOff x="0" y="0"/>
          <a:chExt cx="0" cy="0"/>
        </a:xfrm>
      </p:grpSpPr>
      <p:sp>
        <p:nvSpPr>
          <p:cNvPr id="138" name="Google Shape;138;p14"/>
          <p:cNvSpPr/>
          <p:nvPr/>
        </p:nvSpPr>
        <p:spPr>
          <a:xfrm flipH="1">
            <a:off x="7"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14"/>
          <p:cNvSpPr/>
          <p:nvPr/>
        </p:nvSpPr>
        <p:spPr>
          <a:xfrm flipH="1">
            <a:off x="517811"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 name="Google Shape;140;p14"/>
          <p:cNvSpPr/>
          <p:nvPr/>
        </p:nvSpPr>
        <p:spPr>
          <a:xfrm>
            <a:off x="1035607"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 name="Google Shape;141;p14"/>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42" name="Google Shape;142;p14"/>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143" name="Google Shape;143;p14"/>
          <p:cNvSpPr txBox="1"/>
          <p:nvPr>
            <p:ph type="title"/>
          </p:nvPr>
        </p:nvSpPr>
        <p:spPr>
          <a:xfrm>
            <a:off x="2259175" y="3011550"/>
            <a:ext cx="6171600" cy="538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4" name="Google Shape;144;p14"/>
          <p:cNvSpPr txBox="1"/>
          <p:nvPr>
            <p:ph type="subTitle" idx="1"/>
          </p:nvPr>
        </p:nvSpPr>
        <p:spPr>
          <a:xfrm>
            <a:off x="2259100" y="1593750"/>
            <a:ext cx="6171600" cy="13416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sz="2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45" name="Google Shape;145;p14"/>
          <p:cNvSpPr/>
          <p:nvPr/>
        </p:nvSpPr>
        <p:spPr>
          <a:xfrm>
            <a:off x="287150" y="3581029"/>
            <a:ext cx="1412082" cy="1267457"/>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46" name="Google Shape;146;p14"/>
          <p:cNvSpPr/>
          <p:nvPr/>
        </p:nvSpPr>
        <p:spPr>
          <a:xfrm>
            <a:off x="255812" y="1525534"/>
            <a:ext cx="811732" cy="72859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47" name="Google Shape;147;p14"/>
          <p:cNvSpPr/>
          <p:nvPr/>
        </p:nvSpPr>
        <p:spPr>
          <a:xfrm>
            <a:off x="204344" y="83055"/>
            <a:ext cx="1494819" cy="1341494"/>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1">
  <p:cSld name="CUSTOM_2">
    <p:bg>
      <p:bgPr>
        <a:gradFill>
          <a:gsLst>
            <a:gs pos="0">
              <a:srgbClr val="E20030"/>
            </a:gs>
            <a:gs pos="100000">
              <a:srgbClr val="00216E"/>
            </a:gs>
          </a:gsLst>
          <a:lin ang="13500032" scaled="0"/>
        </a:gradFill>
        <a:effectLst/>
      </p:bgPr>
    </p:bg>
    <p:spTree>
      <p:nvGrpSpPr>
        <p:cNvPr id="148" name="Shape 148"/>
        <p:cNvGrpSpPr/>
        <p:nvPr/>
      </p:nvGrpSpPr>
      <p:grpSpPr>
        <a:xfrm>
          <a:off x="0" y="0"/>
          <a:ext cx="0" cy="0"/>
          <a:chOff x="0" y="0"/>
          <a:chExt cx="0" cy="0"/>
        </a:xfrm>
      </p:grpSpPr>
      <p:sp>
        <p:nvSpPr>
          <p:cNvPr id="149" name="Google Shape;149;p15"/>
          <p:cNvSpPr/>
          <p:nvPr/>
        </p:nvSpPr>
        <p:spPr>
          <a:xfrm>
            <a:off x="3117197"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 name="Google Shape;150;p15"/>
          <p:cNvSpPr/>
          <p:nvPr/>
        </p:nvSpPr>
        <p:spPr>
          <a:xfrm>
            <a:off x="2599393"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 name="Google Shape;151;p15"/>
          <p:cNvSpPr/>
          <p:nvPr/>
        </p:nvSpPr>
        <p:spPr>
          <a:xfrm flipH="1">
            <a:off x="-1731700"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 name="Google Shape;152;p15"/>
          <p:cNvSpPr/>
          <p:nvPr/>
        </p:nvSpPr>
        <p:spPr>
          <a:xfrm>
            <a:off x="8430778" y="4279052"/>
            <a:ext cx="1479684" cy="1328362"/>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53" name="Google Shape;153;p15"/>
          <p:cNvSpPr txBox="1"/>
          <p:nvPr>
            <p:ph type="title"/>
          </p:nvPr>
        </p:nvSpPr>
        <p:spPr>
          <a:xfrm>
            <a:off x="2506950" y="2449346"/>
            <a:ext cx="4130100" cy="949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53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p:txBody>
      </p:sp>
      <p:sp>
        <p:nvSpPr>
          <p:cNvPr id="154" name="Google Shape;154;p15"/>
          <p:cNvSpPr txBox="1"/>
          <p:nvPr>
            <p:ph type="title" idx="2" hasCustomPrompt="1"/>
          </p:nvPr>
        </p:nvSpPr>
        <p:spPr>
          <a:xfrm>
            <a:off x="3509250" y="1046551"/>
            <a:ext cx="2125500" cy="11742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55" name="Google Shape;155;p15"/>
          <p:cNvSpPr txBox="1"/>
          <p:nvPr>
            <p:ph type="subTitle" idx="1"/>
          </p:nvPr>
        </p:nvSpPr>
        <p:spPr>
          <a:xfrm>
            <a:off x="3193150" y="3398849"/>
            <a:ext cx="2757900" cy="698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2">
  <p:cSld name="CUSTOM_2_1">
    <p:bg>
      <p:bgPr>
        <a:gradFill>
          <a:gsLst>
            <a:gs pos="0">
              <a:srgbClr val="E20030"/>
            </a:gs>
            <a:gs pos="100000">
              <a:srgbClr val="00216E"/>
            </a:gs>
          </a:gsLst>
          <a:lin ang="5400700" scaled="0"/>
        </a:gradFill>
        <a:effectLst/>
      </p:bgPr>
    </p:bg>
    <p:spTree>
      <p:nvGrpSpPr>
        <p:cNvPr id="156" name="Shape 156"/>
        <p:cNvGrpSpPr/>
        <p:nvPr/>
      </p:nvGrpSpPr>
      <p:grpSpPr>
        <a:xfrm>
          <a:off x="0" y="0"/>
          <a:ext cx="0" cy="0"/>
          <a:chOff x="0" y="0"/>
          <a:chExt cx="0" cy="0"/>
        </a:xfrm>
      </p:grpSpPr>
      <p:grpSp>
        <p:nvGrpSpPr>
          <p:cNvPr id="157" name="Google Shape;157;p16"/>
          <p:cNvGrpSpPr/>
          <p:nvPr/>
        </p:nvGrpSpPr>
        <p:grpSpPr>
          <a:xfrm>
            <a:off x="2102945" y="-142018"/>
            <a:ext cx="6564681" cy="5427560"/>
            <a:chOff x="502750" y="-142050"/>
            <a:chExt cx="6564681" cy="5427560"/>
          </a:xfrm>
        </p:grpSpPr>
        <p:sp>
          <p:nvSpPr>
            <p:cNvPr id="158" name="Google Shape;158;p16"/>
            <p:cNvSpPr/>
            <p:nvPr/>
          </p:nvSpPr>
          <p:spPr>
            <a:xfrm flipH="1">
              <a:off x="50275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16"/>
            <p:cNvSpPr/>
            <p:nvPr/>
          </p:nvSpPr>
          <p:spPr>
            <a:xfrm flipH="1">
              <a:off x="102055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0" name="Google Shape;160;p16"/>
          <p:cNvSpPr/>
          <p:nvPr/>
        </p:nvSpPr>
        <p:spPr>
          <a:xfrm>
            <a:off x="3138550"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 name="Google Shape;161;p16"/>
          <p:cNvSpPr txBox="1"/>
          <p:nvPr>
            <p:ph type="title"/>
          </p:nvPr>
        </p:nvSpPr>
        <p:spPr>
          <a:xfrm>
            <a:off x="4300675" y="2449346"/>
            <a:ext cx="4130100" cy="949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53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p:txBody>
      </p:sp>
      <p:sp>
        <p:nvSpPr>
          <p:cNvPr id="162" name="Google Shape;162;p16"/>
          <p:cNvSpPr txBox="1"/>
          <p:nvPr>
            <p:ph type="title" idx="2" hasCustomPrompt="1"/>
          </p:nvPr>
        </p:nvSpPr>
        <p:spPr>
          <a:xfrm>
            <a:off x="5302975" y="1046551"/>
            <a:ext cx="2125500" cy="1174200"/>
          </a:xfrm>
          <a:prstGeom prst="rect">
            <a:avLst/>
          </a:prstGeom>
        </p:spPr>
        <p:txBody>
          <a:bodyPr spcFirstLastPara="1" wrap="square" lIns="91425" tIns="91425" rIns="91425" bIns="91425" anchor="ctr" anchorCtr="0">
            <a:noAutofit/>
          </a:bodyPr>
          <a:lstStyle>
            <a:lvl1pPr lvl="0"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63" name="Google Shape;163;p16"/>
          <p:cNvSpPr txBox="1"/>
          <p:nvPr>
            <p:ph type="subTitle" idx="1"/>
          </p:nvPr>
        </p:nvSpPr>
        <p:spPr>
          <a:xfrm>
            <a:off x="4986875" y="3398849"/>
            <a:ext cx="2757900" cy="698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sp>
        <p:nvSpPr>
          <p:cNvPr id="164" name="Google Shape;164;p16"/>
          <p:cNvSpPr/>
          <p:nvPr/>
        </p:nvSpPr>
        <p:spPr>
          <a:xfrm flipH="1">
            <a:off x="902146" y="-69797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65" name="Google Shape;165;p16"/>
          <p:cNvSpPr/>
          <p:nvPr/>
        </p:nvSpPr>
        <p:spPr>
          <a:xfrm>
            <a:off x="65235" y="3625714"/>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66" name="Google Shape;166;p16"/>
          <p:cNvSpPr/>
          <p:nvPr/>
        </p:nvSpPr>
        <p:spPr>
          <a:xfrm>
            <a:off x="404446" y="337371"/>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67" name="Google Shape;167;p16"/>
          <p:cNvSpPr/>
          <p:nvPr/>
        </p:nvSpPr>
        <p:spPr>
          <a:xfrm flipH="1">
            <a:off x="-364795" y="2220751"/>
            <a:ext cx="1444369" cy="129643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68" name="Google Shape;168;p16"/>
          <p:cNvSpPr/>
          <p:nvPr/>
        </p:nvSpPr>
        <p:spPr>
          <a:xfrm>
            <a:off x="7924950" y="-632602"/>
            <a:ext cx="1679100" cy="1679100"/>
          </a:xfrm>
          <a:prstGeom prst="donut">
            <a:avLst>
              <a:gd name="adj" fmla="val 1199"/>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3">
  <p:cSld name="CUSTOM_2_1_1">
    <p:bg>
      <p:bgPr>
        <a:gradFill>
          <a:gsLst>
            <a:gs pos="0">
              <a:srgbClr val="E20030"/>
            </a:gs>
            <a:gs pos="100000">
              <a:srgbClr val="00216E"/>
            </a:gs>
          </a:gsLst>
          <a:lin ang="10801400" scaled="0"/>
        </a:gradFill>
        <a:effectLst/>
      </p:bgPr>
    </p:bg>
    <p:spTree>
      <p:nvGrpSpPr>
        <p:cNvPr id="169" name="Shape 169"/>
        <p:cNvGrpSpPr/>
        <p:nvPr/>
      </p:nvGrpSpPr>
      <p:grpSpPr>
        <a:xfrm>
          <a:off x="0" y="0"/>
          <a:ext cx="0" cy="0"/>
          <a:chOff x="0" y="0"/>
          <a:chExt cx="0" cy="0"/>
        </a:xfrm>
      </p:grpSpPr>
      <p:sp>
        <p:nvSpPr>
          <p:cNvPr id="170" name="Google Shape;170;p17"/>
          <p:cNvSpPr/>
          <p:nvPr/>
        </p:nvSpPr>
        <p:spPr>
          <a:xfrm>
            <a:off x="-2329526" y="-14203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1" name="Google Shape;171;p17"/>
          <p:cNvSpPr/>
          <p:nvPr/>
        </p:nvSpPr>
        <p:spPr>
          <a:xfrm>
            <a:off x="-2847330" y="-14203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17"/>
          <p:cNvSpPr/>
          <p:nvPr/>
        </p:nvSpPr>
        <p:spPr>
          <a:xfrm>
            <a:off x="-7178425"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17"/>
          <p:cNvSpPr txBox="1"/>
          <p:nvPr>
            <p:ph type="title"/>
          </p:nvPr>
        </p:nvSpPr>
        <p:spPr>
          <a:xfrm>
            <a:off x="4300675" y="2449346"/>
            <a:ext cx="4130100" cy="9495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600"/>
              <a:buNone/>
              <a:defRPr sz="5300">
                <a:solidFill>
                  <a:schemeClr val="dk2"/>
                </a:solidFill>
              </a:defRPr>
            </a:lvl1pPr>
            <a:lvl2pPr lvl="1" algn="r" rtl="0">
              <a:spcBef>
                <a:spcPts val="0"/>
              </a:spcBef>
              <a:spcAft>
                <a:spcPts val="0"/>
              </a:spcAft>
              <a:buSzPts val="3600"/>
              <a:buNone/>
              <a:defRPr sz="3600"/>
            </a:lvl2pPr>
            <a:lvl3pPr lvl="2" algn="r" rtl="0">
              <a:spcBef>
                <a:spcPts val="0"/>
              </a:spcBef>
              <a:spcAft>
                <a:spcPts val="0"/>
              </a:spcAft>
              <a:buSzPts val="3600"/>
              <a:buNone/>
              <a:defRPr sz="3600"/>
            </a:lvl3pPr>
            <a:lvl4pPr lvl="3" algn="r" rtl="0">
              <a:spcBef>
                <a:spcPts val="0"/>
              </a:spcBef>
              <a:spcAft>
                <a:spcPts val="0"/>
              </a:spcAft>
              <a:buSzPts val="3600"/>
              <a:buNone/>
              <a:defRPr sz="3600"/>
            </a:lvl4pPr>
            <a:lvl5pPr lvl="4" algn="r" rtl="0">
              <a:spcBef>
                <a:spcPts val="0"/>
              </a:spcBef>
              <a:spcAft>
                <a:spcPts val="0"/>
              </a:spcAft>
              <a:buSzPts val="3600"/>
              <a:buNone/>
              <a:defRPr sz="3600"/>
            </a:lvl5pPr>
            <a:lvl6pPr lvl="5" algn="r" rtl="0">
              <a:spcBef>
                <a:spcPts val="0"/>
              </a:spcBef>
              <a:spcAft>
                <a:spcPts val="0"/>
              </a:spcAft>
              <a:buSzPts val="3600"/>
              <a:buNone/>
              <a:defRPr sz="3600"/>
            </a:lvl6pPr>
            <a:lvl7pPr lvl="6" algn="r" rtl="0">
              <a:spcBef>
                <a:spcPts val="0"/>
              </a:spcBef>
              <a:spcAft>
                <a:spcPts val="0"/>
              </a:spcAft>
              <a:buSzPts val="3600"/>
              <a:buNone/>
              <a:defRPr sz="3600"/>
            </a:lvl7pPr>
            <a:lvl8pPr lvl="7" algn="r" rtl="0">
              <a:spcBef>
                <a:spcPts val="0"/>
              </a:spcBef>
              <a:spcAft>
                <a:spcPts val="0"/>
              </a:spcAft>
              <a:buSzPts val="3600"/>
              <a:buNone/>
              <a:defRPr sz="3600"/>
            </a:lvl8pPr>
            <a:lvl9pPr lvl="8" algn="r" rtl="0">
              <a:spcBef>
                <a:spcPts val="0"/>
              </a:spcBef>
              <a:spcAft>
                <a:spcPts val="0"/>
              </a:spcAft>
              <a:buSzPts val="3600"/>
              <a:buNone/>
              <a:defRPr sz="3600"/>
            </a:lvl9pPr>
          </a:lstStyle>
          <a:p/>
        </p:txBody>
      </p:sp>
      <p:sp>
        <p:nvSpPr>
          <p:cNvPr id="174" name="Google Shape;174;p17"/>
          <p:cNvSpPr txBox="1"/>
          <p:nvPr>
            <p:ph type="title" idx="2" hasCustomPrompt="1"/>
          </p:nvPr>
        </p:nvSpPr>
        <p:spPr>
          <a:xfrm>
            <a:off x="6305275" y="1046551"/>
            <a:ext cx="2125500" cy="1174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2000"/>
              <a:buNone/>
              <a:defRPr sz="12000">
                <a:solidFill>
                  <a:schemeClr val="dk2"/>
                </a:solidFill>
              </a:defRPr>
            </a:lvl1pPr>
            <a:lvl2pPr lvl="1" algn="r" rtl="0">
              <a:spcBef>
                <a:spcPts val="0"/>
              </a:spcBef>
              <a:spcAft>
                <a:spcPts val="0"/>
              </a:spcAft>
              <a:buSzPts val="12000"/>
              <a:buNone/>
              <a:defRPr sz="12000"/>
            </a:lvl2pPr>
            <a:lvl3pPr lvl="2" algn="r" rtl="0">
              <a:spcBef>
                <a:spcPts val="0"/>
              </a:spcBef>
              <a:spcAft>
                <a:spcPts val="0"/>
              </a:spcAft>
              <a:buSzPts val="12000"/>
              <a:buNone/>
              <a:defRPr sz="12000"/>
            </a:lvl3pPr>
            <a:lvl4pPr lvl="3" algn="r" rtl="0">
              <a:spcBef>
                <a:spcPts val="0"/>
              </a:spcBef>
              <a:spcAft>
                <a:spcPts val="0"/>
              </a:spcAft>
              <a:buSzPts val="12000"/>
              <a:buNone/>
              <a:defRPr sz="12000"/>
            </a:lvl4pPr>
            <a:lvl5pPr lvl="4" algn="r" rtl="0">
              <a:spcBef>
                <a:spcPts val="0"/>
              </a:spcBef>
              <a:spcAft>
                <a:spcPts val="0"/>
              </a:spcAft>
              <a:buSzPts val="12000"/>
              <a:buNone/>
              <a:defRPr sz="12000"/>
            </a:lvl5pPr>
            <a:lvl6pPr lvl="5" algn="r" rtl="0">
              <a:spcBef>
                <a:spcPts val="0"/>
              </a:spcBef>
              <a:spcAft>
                <a:spcPts val="0"/>
              </a:spcAft>
              <a:buSzPts val="12000"/>
              <a:buNone/>
              <a:defRPr sz="12000"/>
            </a:lvl6pPr>
            <a:lvl7pPr lvl="6" algn="r" rtl="0">
              <a:spcBef>
                <a:spcPts val="0"/>
              </a:spcBef>
              <a:spcAft>
                <a:spcPts val="0"/>
              </a:spcAft>
              <a:buSzPts val="12000"/>
              <a:buNone/>
              <a:defRPr sz="12000"/>
            </a:lvl7pPr>
            <a:lvl8pPr lvl="7" algn="r" rtl="0">
              <a:spcBef>
                <a:spcPts val="0"/>
              </a:spcBef>
              <a:spcAft>
                <a:spcPts val="0"/>
              </a:spcAft>
              <a:buSzPts val="12000"/>
              <a:buNone/>
              <a:defRPr sz="12000"/>
            </a:lvl8pPr>
            <a:lvl9pPr lvl="8" algn="r" rtl="0">
              <a:spcBef>
                <a:spcPts val="0"/>
              </a:spcBef>
              <a:spcAft>
                <a:spcPts val="0"/>
              </a:spcAft>
              <a:buSzPts val="12000"/>
              <a:buNone/>
              <a:defRPr sz="12000"/>
            </a:lvl9pPr>
          </a:lstStyle>
          <a:p>
            <a:r>
              <a:t>xx%</a:t>
            </a:r>
          </a:p>
        </p:txBody>
      </p:sp>
      <p:sp>
        <p:nvSpPr>
          <p:cNvPr id="175" name="Google Shape;175;p17"/>
          <p:cNvSpPr txBox="1"/>
          <p:nvPr>
            <p:ph type="subTitle" idx="1"/>
          </p:nvPr>
        </p:nvSpPr>
        <p:spPr>
          <a:xfrm>
            <a:off x="5672875" y="3398849"/>
            <a:ext cx="2757900" cy="698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600">
                <a:solidFill>
                  <a:schemeClr val="dk2"/>
                </a:solidFill>
              </a:defRPr>
            </a:lvl1pPr>
            <a:lvl2pPr lvl="1" algn="r" rtl="0">
              <a:lnSpc>
                <a:spcPct val="100000"/>
              </a:lnSpc>
              <a:spcBef>
                <a:spcPts val="0"/>
              </a:spcBef>
              <a:spcAft>
                <a:spcPts val="0"/>
              </a:spcAft>
              <a:buSzPts val="1600"/>
              <a:buNone/>
              <a:defRPr sz="1600"/>
            </a:lvl2pPr>
            <a:lvl3pPr lvl="2" algn="r" rtl="0">
              <a:lnSpc>
                <a:spcPct val="100000"/>
              </a:lnSpc>
              <a:spcBef>
                <a:spcPts val="0"/>
              </a:spcBef>
              <a:spcAft>
                <a:spcPts val="0"/>
              </a:spcAft>
              <a:buSzPts val="1600"/>
              <a:buNone/>
              <a:defRPr sz="1600"/>
            </a:lvl3pPr>
            <a:lvl4pPr lvl="3" algn="r" rtl="0">
              <a:lnSpc>
                <a:spcPct val="100000"/>
              </a:lnSpc>
              <a:spcBef>
                <a:spcPts val="0"/>
              </a:spcBef>
              <a:spcAft>
                <a:spcPts val="0"/>
              </a:spcAft>
              <a:buSzPts val="1600"/>
              <a:buNone/>
              <a:defRPr sz="1600"/>
            </a:lvl4pPr>
            <a:lvl5pPr lvl="4" algn="r" rtl="0">
              <a:lnSpc>
                <a:spcPct val="100000"/>
              </a:lnSpc>
              <a:spcBef>
                <a:spcPts val="0"/>
              </a:spcBef>
              <a:spcAft>
                <a:spcPts val="0"/>
              </a:spcAft>
              <a:buSzPts val="1600"/>
              <a:buNone/>
              <a:defRPr sz="1600"/>
            </a:lvl5pPr>
            <a:lvl6pPr lvl="5" algn="r" rtl="0">
              <a:lnSpc>
                <a:spcPct val="100000"/>
              </a:lnSpc>
              <a:spcBef>
                <a:spcPts val="0"/>
              </a:spcBef>
              <a:spcAft>
                <a:spcPts val="0"/>
              </a:spcAft>
              <a:buSzPts val="1600"/>
              <a:buNone/>
              <a:defRPr sz="1600"/>
            </a:lvl6pPr>
            <a:lvl7pPr lvl="6" algn="r" rtl="0">
              <a:lnSpc>
                <a:spcPct val="100000"/>
              </a:lnSpc>
              <a:spcBef>
                <a:spcPts val="0"/>
              </a:spcBef>
              <a:spcAft>
                <a:spcPts val="0"/>
              </a:spcAft>
              <a:buSzPts val="1600"/>
              <a:buNone/>
              <a:defRPr sz="1600"/>
            </a:lvl7pPr>
            <a:lvl8pPr lvl="7" algn="r" rtl="0">
              <a:lnSpc>
                <a:spcPct val="100000"/>
              </a:lnSpc>
              <a:spcBef>
                <a:spcPts val="0"/>
              </a:spcBef>
              <a:spcAft>
                <a:spcPts val="0"/>
              </a:spcAft>
              <a:buSzPts val="1600"/>
              <a:buNone/>
              <a:defRPr sz="1600"/>
            </a:lvl8pPr>
            <a:lvl9pPr lvl="8" algn="r" rtl="0">
              <a:lnSpc>
                <a:spcPct val="100000"/>
              </a:lnSpc>
              <a:spcBef>
                <a:spcPts val="0"/>
              </a:spcBef>
              <a:spcAft>
                <a:spcPts val="0"/>
              </a:spcAft>
              <a:buSzPts val="1600"/>
              <a:buNone/>
              <a:defRPr sz="1600"/>
            </a:lvl9pPr>
          </a:lstStyle>
          <a:p/>
        </p:txBody>
      </p:sp>
      <p:sp>
        <p:nvSpPr>
          <p:cNvPr id="176" name="Google Shape;176;p17"/>
          <p:cNvSpPr/>
          <p:nvPr/>
        </p:nvSpPr>
        <p:spPr>
          <a:xfrm flipH="1">
            <a:off x="2868861" y="-69797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77" name="Google Shape;177;p17"/>
          <p:cNvSpPr/>
          <p:nvPr/>
        </p:nvSpPr>
        <p:spPr>
          <a:xfrm>
            <a:off x="162003" y="245872"/>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0"/>
                </a:srgbClr>
              </a:gs>
              <a:gs pos="100000">
                <a:srgbClr val="00216E">
                  <a:alpha val="40780"/>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78" name="Google Shape;178;p17"/>
          <p:cNvSpPr/>
          <p:nvPr/>
        </p:nvSpPr>
        <p:spPr>
          <a:xfrm>
            <a:off x="-939350" y="3699577"/>
            <a:ext cx="1818000" cy="1818000"/>
          </a:xfrm>
          <a:prstGeom prst="donut">
            <a:avLst>
              <a:gd name="adj" fmla="val 815"/>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9" name="Google Shape;179;p17"/>
          <p:cNvSpPr/>
          <p:nvPr/>
        </p:nvSpPr>
        <p:spPr>
          <a:xfrm flipH="1">
            <a:off x="545716" y="2522723"/>
            <a:ext cx="1547034" cy="13885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108014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Numbers and text">
  <p:cSld name="CUSTOM_9">
    <p:bg>
      <p:bgPr>
        <a:gradFill>
          <a:gsLst>
            <a:gs pos="0">
              <a:schemeClr val="dk2"/>
            </a:gs>
            <a:gs pos="100000">
              <a:schemeClr val="accent2"/>
            </a:gs>
          </a:gsLst>
          <a:lin ang="10801400" scaled="0"/>
        </a:gradFill>
        <a:effectLst/>
      </p:bgPr>
    </p:bg>
    <p:spTree>
      <p:nvGrpSpPr>
        <p:cNvPr id="180" name="Shape 180"/>
        <p:cNvGrpSpPr/>
        <p:nvPr/>
      </p:nvGrpSpPr>
      <p:grpSpPr>
        <a:xfrm>
          <a:off x="0" y="0"/>
          <a:ext cx="0" cy="0"/>
          <a:chOff x="0" y="0"/>
          <a:chExt cx="0" cy="0"/>
        </a:xfrm>
      </p:grpSpPr>
      <p:sp>
        <p:nvSpPr>
          <p:cNvPr id="181" name="Google Shape;181;p18"/>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82" name="Google Shape;182;p18"/>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183" name="Google Shape;183;p18"/>
          <p:cNvSpPr txBox="1"/>
          <p:nvPr>
            <p:ph type="title" hasCustomPrompt="1"/>
          </p:nvPr>
        </p:nvSpPr>
        <p:spPr>
          <a:xfrm>
            <a:off x="911231" y="2976738"/>
            <a:ext cx="2258700" cy="4305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200"/>
              <a:buNone/>
              <a:defRPr sz="2200"/>
            </a:lvl1pPr>
            <a:lvl2pPr lvl="1"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a:r>
              <a:t>xx%</a:t>
            </a:r>
          </a:p>
        </p:txBody>
      </p:sp>
      <p:sp>
        <p:nvSpPr>
          <p:cNvPr id="184" name="Google Shape;184;p18"/>
          <p:cNvSpPr txBox="1"/>
          <p:nvPr>
            <p:ph type="title" idx="2" hasCustomPrompt="1"/>
          </p:nvPr>
        </p:nvSpPr>
        <p:spPr>
          <a:xfrm>
            <a:off x="3442637" y="2976738"/>
            <a:ext cx="2258700" cy="4305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200"/>
              <a:buNone/>
              <a:defRPr sz="2200"/>
            </a:lvl1pPr>
            <a:lvl2pPr lvl="1"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a:r>
              <a:t>xx%</a:t>
            </a:r>
          </a:p>
        </p:txBody>
      </p:sp>
      <p:sp>
        <p:nvSpPr>
          <p:cNvPr id="185" name="Google Shape;185;p18"/>
          <p:cNvSpPr txBox="1"/>
          <p:nvPr>
            <p:ph type="title" idx="3" hasCustomPrompt="1"/>
          </p:nvPr>
        </p:nvSpPr>
        <p:spPr>
          <a:xfrm>
            <a:off x="5974069" y="2976738"/>
            <a:ext cx="2258700" cy="4305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200"/>
              <a:buNone/>
              <a:defRPr sz="2200"/>
            </a:lvl1pPr>
            <a:lvl2pPr lvl="1"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a:r>
              <a:t>xx%</a:t>
            </a:r>
          </a:p>
        </p:txBody>
      </p:sp>
      <p:sp>
        <p:nvSpPr>
          <p:cNvPr id="186" name="Google Shape;186;p18"/>
          <p:cNvSpPr txBox="1"/>
          <p:nvPr>
            <p:ph type="subTitle" idx="1"/>
          </p:nvPr>
        </p:nvSpPr>
        <p:spPr>
          <a:xfrm>
            <a:off x="911231" y="4001288"/>
            <a:ext cx="2258700" cy="480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87" name="Google Shape;187;p18"/>
          <p:cNvSpPr txBox="1"/>
          <p:nvPr>
            <p:ph type="subTitle" idx="4"/>
          </p:nvPr>
        </p:nvSpPr>
        <p:spPr>
          <a:xfrm>
            <a:off x="3442637" y="4001288"/>
            <a:ext cx="2258700" cy="480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88" name="Google Shape;188;p18"/>
          <p:cNvSpPr txBox="1"/>
          <p:nvPr>
            <p:ph type="subTitle" idx="5"/>
          </p:nvPr>
        </p:nvSpPr>
        <p:spPr>
          <a:xfrm>
            <a:off x="5974069" y="4001288"/>
            <a:ext cx="2258700" cy="480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89" name="Google Shape;189;p18"/>
          <p:cNvSpPr txBox="1"/>
          <p:nvPr>
            <p:ph type="title" idx="6"/>
          </p:nvPr>
        </p:nvSpPr>
        <p:spPr>
          <a:xfrm>
            <a:off x="713225" y="539500"/>
            <a:ext cx="7717500" cy="53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sz="32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190" name="Google Shape;190;p18"/>
          <p:cNvSpPr/>
          <p:nvPr/>
        </p:nvSpPr>
        <p:spPr>
          <a:xfrm>
            <a:off x="-817575" y="-608499"/>
            <a:ext cx="1617915" cy="14522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0"/>
                </a:srgbClr>
              </a:gs>
              <a:gs pos="100000">
                <a:srgbClr val="00216E">
                  <a:alpha val="40780"/>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91" name="Google Shape;191;p18"/>
          <p:cNvSpPr/>
          <p:nvPr/>
        </p:nvSpPr>
        <p:spPr>
          <a:xfrm flipH="1">
            <a:off x="-522941" y="4482202"/>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92" name="Google Shape;192;p18"/>
          <p:cNvSpPr/>
          <p:nvPr/>
        </p:nvSpPr>
        <p:spPr>
          <a:xfrm>
            <a:off x="-288593" y="913313"/>
            <a:ext cx="1088952" cy="97742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0"/>
                </a:srgbClr>
              </a:gs>
              <a:gs pos="100000">
                <a:srgbClr val="00216E">
                  <a:alpha val="40780"/>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193" name="Google Shape;193;p18"/>
          <p:cNvSpPr/>
          <p:nvPr/>
        </p:nvSpPr>
        <p:spPr>
          <a:xfrm flipH="1">
            <a:off x="8232751" y="219502"/>
            <a:ext cx="712641" cy="639996"/>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 name="Google Shape;194;p18"/>
          <p:cNvSpPr txBox="1"/>
          <p:nvPr>
            <p:ph type="subTitle" idx="7"/>
          </p:nvPr>
        </p:nvSpPr>
        <p:spPr>
          <a:xfrm>
            <a:off x="911231" y="3444188"/>
            <a:ext cx="2258700" cy="480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195" name="Google Shape;195;p18"/>
          <p:cNvSpPr txBox="1"/>
          <p:nvPr>
            <p:ph type="subTitle" idx="8"/>
          </p:nvPr>
        </p:nvSpPr>
        <p:spPr>
          <a:xfrm>
            <a:off x="3442637" y="3444188"/>
            <a:ext cx="2258700" cy="480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196" name="Google Shape;196;p18"/>
          <p:cNvSpPr txBox="1"/>
          <p:nvPr>
            <p:ph type="subTitle" idx="9"/>
          </p:nvPr>
        </p:nvSpPr>
        <p:spPr>
          <a:xfrm>
            <a:off x="5974069" y="3444188"/>
            <a:ext cx="2258700" cy="480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mbers and text 1">
  <p:cSld name="CUSTOM_10">
    <p:bg>
      <p:bgPr>
        <a:gradFill>
          <a:gsLst>
            <a:gs pos="0">
              <a:srgbClr val="00216E"/>
            </a:gs>
            <a:gs pos="100000">
              <a:srgbClr val="E20030"/>
            </a:gs>
          </a:gsLst>
          <a:lin ang="5400700" scaled="0"/>
        </a:gradFill>
        <a:effectLst/>
      </p:bgPr>
    </p:bg>
    <p:spTree>
      <p:nvGrpSpPr>
        <p:cNvPr id="197" name="Shape 197"/>
        <p:cNvGrpSpPr/>
        <p:nvPr/>
      </p:nvGrpSpPr>
      <p:grpSpPr>
        <a:xfrm>
          <a:off x="0" y="0"/>
          <a:ext cx="0" cy="0"/>
          <a:chOff x="0" y="0"/>
          <a:chExt cx="0" cy="0"/>
        </a:xfrm>
      </p:grpSpPr>
      <p:sp>
        <p:nvSpPr>
          <p:cNvPr id="198" name="Google Shape;198;p19"/>
          <p:cNvSpPr/>
          <p:nvPr/>
        </p:nvSpPr>
        <p:spPr>
          <a:xfrm>
            <a:off x="-2329539" y="-14203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9" name="Google Shape;199;p19"/>
          <p:cNvSpPr/>
          <p:nvPr/>
        </p:nvSpPr>
        <p:spPr>
          <a:xfrm>
            <a:off x="-2847330" y="-14203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0" name="Google Shape;200;p19"/>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01" name="Google Shape;201;p19"/>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ctr" rtl="0">
              <a:spcBef>
                <a:spcPts val="0"/>
              </a:spcBef>
              <a:spcAft>
                <a:spcPts val="0"/>
              </a:spcAft>
              <a:buNone/>
            </a:pPr>
            <a:fld id="{00000000-1234-1234-1234-123412341234}" type="slidenum">
              <a:rPr lang="en-GB"/>
            </a:fld>
            <a:endParaRPr sz="1600"/>
          </a:p>
        </p:txBody>
      </p:sp>
      <p:sp>
        <p:nvSpPr>
          <p:cNvPr id="202" name="Google Shape;202;p19"/>
          <p:cNvSpPr txBox="1"/>
          <p:nvPr>
            <p:ph type="subTitle" idx="1"/>
          </p:nvPr>
        </p:nvSpPr>
        <p:spPr>
          <a:xfrm>
            <a:off x="3724025" y="1459561"/>
            <a:ext cx="4706700" cy="4452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sz="1600">
                <a:solidFill>
                  <a:schemeClr val="dk2"/>
                </a:solidFill>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sp>
        <p:nvSpPr>
          <p:cNvPr id="203" name="Google Shape;203;p19"/>
          <p:cNvSpPr txBox="1"/>
          <p:nvPr>
            <p:ph type="title" hasCustomPrompt="1"/>
          </p:nvPr>
        </p:nvSpPr>
        <p:spPr>
          <a:xfrm>
            <a:off x="3724025" y="1934994"/>
            <a:ext cx="4706700" cy="8283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300"/>
              <a:buNone/>
              <a:defRPr sz="5300">
                <a:solidFill>
                  <a:schemeClr val="dk2"/>
                </a:solidFill>
              </a:defRPr>
            </a:lvl1pPr>
            <a:lvl2pPr lvl="1"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2pPr>
            <a:lvl3pPr lvl="2"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3pPr>
            <a:lvl4pPr lvl="3"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4pPr>
            <a:lvl5pPr lvl="4"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5pPr>
            <a:lvl6pPr lvl="5"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6pPr>
            <a:lvl7pPr lvl="6"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7pPr>
            <a:lvl8pPr lvl="7"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8pPr>
            <a:lvl9pPr lvl="8"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9pPr>
          </a:lstStyle>
          <a:p>
            <a:r>
              <a:t>xx%</a:t>
            </a:r>
          </a:p>
        </p:txBody>
      </p:sp>
      <p:sp>
        <p:nvSpPr>
          <p:cNvPr id="204" name="Google Shape;204;p19"/>
          <p:cNvSpPr txBox="1"/>
          <p:nvPr>
            <p:ph type="subTitle" idx="2"/>
          </p:nvPr>
        </p:nvSpPr>
        <p:spPr>
          <a:xfrm>
            <a:off x="3724064" y="2763306"/>
            <a:ext cx="4706700" cy="4452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sz="1600">
                <a:solidFill>
                  <a:schemeClr val="dk2"/>
                </a:solidFill>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sp>
        <p:nvSpPr>
          <p:cNvPr id="205" name="Google Shape;205;p19"/>
          <p:cNvSpPr txBox="1"/>
          <p:nvPr>
            <p:ph type="title" idx="3" hasCustomPrompt="1"/>
          </p:nvPr>
        </p:nvSpPr>
        <p:spPr>
          <a:xfrm>
            <a:off x="3724025" y="631249"/>
            <a:ext cx="4706700" cy="8283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300"/>
              <a:buNone/>
              <a:defRPr sz="5300">
                <a:solidFill>
                  <a:schemeClr val="dk2"/>
                </a:solidFill>
              </a:defRPr>
            </a:lvl1pPr>
            <a:lvl2pPr lvl="1"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2pPr>
            <a:lvl3pPr lvl="2"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3pPr>
            <a:lvl4pPr lvl="3"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4pPr>
            <a:lvl5pPr lvl="4"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5pPr>
            <a:lvl6pPr lvl="5"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6pPr>
            <a:lvl7pPr lvl="6"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7pPr>
            <a:lvl8pPr lvl="7"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8pPr>
            <a:lvl9pPr lvl="8"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9pPr>
          </a:lstStyle>
          <a:p>
            <a:r>
              <a:t>xx%</a:t>
            </a:r>
          </a:p>
        </p:txBody>
      </p:sp>
      <p:sp>
        <p:nvSpPr>
          <p:cNvPr id="206" name="Google Shape;206;p19"/>
          <p:cNvSpPr txBox="1"/>
          <p:nvPr>
            <p:ph type="title" idx="4" hasCustomPrompt="1"/>
          </p:nvPr>
        </p:nvSpPr>
        <p:spPr>
          <a:xfrm>
            <a:off x="3724025" y="3238739"/>
            <a:ext cx="4706700" cy="8283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300"/>
              <a:buNone/>
              <a:defRPr sz="5300">
                <a:solidFill>
                  <a:schemeClr val="dk2"/>
                </a:solidFill>
              </a:defRPr>
            </a:lvl1pPr>
            <a:lvl2pPr lvl="1"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2pPr>
            <a:lvl3pPr lvl="2"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3pPr>
            <a:lvl4pPr lvl="3"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4pPr>
            <a:lvl5pPr lvl="4"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5pPr>
            <a:lvl6pPr lvl="5"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6pPr>
            <a:lvl7pPr lvl="6"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7pPr>
            <a:lvl8pPr lvl="7"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8pPr>
            <a:lvl9pPr lvl="8" algn="ctr" rtl="0">
              <a:spcBef>
                <a:spcPts val="0"/>
              </a:spcBef>
              <a:spcAft>
                <a:spcPts val="0"/>
              </a:spcAft>
              <a:buClr>
                <a:schemeClr val="accent1"/>
              </a:buClr>
              <a:buSzPts val="5300"/>
              <a:buFont typeface="Space Mono"/>
              <a:buNone/>
              <a:defRPr sz="5300">
                <a:solidFill>
                  <a:schemeClr val="accent1"/>
                </a:solidFill>
                <a:latin typeface="Space Mono"/>
                <a:ea typeface="Space Mono"/>
                <a:cs typeface="Space Mono"/>
                <a:sym typeface="Space Mono"/>
              </a:defRPr>
            </a:lvl9pPr>
          </a:lstStyle>
          <a:p>
            <a:r>
              <a:t>xx%</a:t>
            </a:r>
          </a:p>
        </p:txBody>
      </p:sp>
      <p:sp>
        <p:nvSpPr>
          <p:cNvPr id="207" name="Google Shape;207;p19"/>
          <p:cNvSpPr/>
          <p:nvPr/>
        </p:nvSpPr>
        <p:spPr>
          <a:xfrm>
            <a:off x="-7178425"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19"/>
          <p:cNvSpPr txBox="1"/>
          <p:nvPr>
            <p:ph type="subTitle" idx="5"/>
          </p:nvPr>
        </p:nvSpPr>
        <p:spPr>
          <a:xfrm>
            <a:off x="3724064" y="4067051"/>
            <a:ext cx="4706700" cy="4452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600"/>
              <a:buNone/>
              <a:defRPr sz="1600">
                <a:solidFill>
                  <a:schemeClr val="dk2"/>
                </a:solidFill>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sp>
        <p:nvSpPr>
          <p:cNvPr id="209" name="Google Shape;209;p19"/>
          <p:cNvSpPr/>
          <p:nvPr/>
        </p:nvSpPr>
        <p:spPr>
          <a:xfrm flipH="1">
            <a:off x="-459903" y="1267501"/>
            <a:ext cx="1384154" cy="1243056"/>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0" name="Google Shape;210;p19"/>
          <p:cNvSpPr/>
          <p:nvPr/>
        </p:nvSpPr>
        <p:spPr>
          <a:xfrm flipH="1">
            <a:off x="713215" y="2510550"/>
            <a:ext cx="980738" cy="88006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p:cSld name="CUSTOM_16">
    <p:bg>
      <p:bgPr>
        <a:gradFill>
          <a:gsLst>
            <a:gs pos="0">
              <a:srgbClr val="E20030"/>
            </a:gs>
            <a:gs pos="100000">
              <a:srgbClr val="00216E"/>
            </a:gs>
          </a:gsLst>
          <a:lin ang="10801400" scaled="0"/>
        </a:gradFill>
        <a:effectLst/>
      </p:bgPr>
    </p:bg>
    <p:spTree>
      <p:nvGrpSpPr>
        <p:cNvPr id="211" name="Shape 211"/>
        <p:cNvGrpSpPr/>
        <p:nvPr/>
      </p:nvGrpSpPr>
      <p:grpSpPr>
        <a:xfrm>
          <a:off x="0" y="0"/>
          <a:ext cx="0" cy="0"/>
          <a:chOff x="0" y="0"/>
          <a:chExt cx="0" cy="0"/>
        </a:xfrm>
      </p:grpSpPr>
      <p:sp>
        <p:nvSpPr>
          <p:cNvPr id="212" name="Google Shape;212;p20"/>
          <p:cNvSpPr/>
          <p:nvPr/>
        </p:nvSpPr>
        <p:spPr>
          <a:xfrm>
            <a:off x="-2329539" y="-14203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3" name="Google Shape;213;p20"/>
          <p:cNvSpPr txBox="1"/>
          <p:nvPr>
            <p:ph type="subTitle" idx="1"/>
          </p:nvPr>
        </p:nvSpPr>
        <p:spPr>
          <a:xfrm flipH="1">
            <a:off x="4238100" y="3075450"/>
            <a:ext cx="3695700" cy="775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None/>
              <a:defRPr sz="1400">
                <a:solidFill>
                  <a:schemeClr val="dk2"/>
                </a:solidFill>
              </a:defRPr>
            </a:lvl1pPr>
            <a:lvl2pPr lvl="1" algn="ctr" rtl="0">
              <a:lnSpc>
                <a:spcPct val="100000"/>
              </a:lnSpc>
              <a:spcBef>
                <a:spcPts val="0"/>
              </a:spcBef>
              <a:spcAft>
                <a:spcPts val="0"/>
              </a:spcAft>
              <a:buSzPts val="2000"/>
              <a:buNone/>
              <a:defRPr sz="2000"/>
            </a:lvl2pPr>
            <a:lvl3pPr lvl="2" algn="ctr" rtl="0">
              <a:lnSpc>
                <a:spcPct val="100000"/>
              </a:lnSpc>
              <a:spcBef>
                <a:spcPts val="0"/>
              </a:spcBef>
              <a:spcAft>
                <a:spcPts val="0"/>
              </a:spcAft>
              <a:buSzPts val="2000"/>
              <a:buNone/>
              <a:defRPr sz="2000"/>
            </a:lvl3pPr>
            <a:lvl4pPr lvl="3" algn="ctr" rtl="0">
              <a:lnSpc>
                <a:spcPct val="100000"/>
              </a:lnSpc>
              <a:spcBef>
                <a:spcPts val="0"/>
              </a:spcBef>
              <a:spcAft>
                <a:spcPts val="0"/>
              </a:spcAft>
              <a:buSzPts val="2000"/>
              <a:buNone/>
              <a:defRPr sz="2000"/>
            </a:lvl4pPr>
            <a:lvl5pPr lvl="4" algn="ctr" rtl="0">
              <a:lnSpc>
                <a:spcPct val="100000"/>
              </a:lnSpc>
              <a:spcBef>
                <a:spcPts val="0"/>
              </a:spcBef>
              <a:spcAft>
                <a:spcPts val="0"/>
              </a:spcAft>
              <a:buSzPts val="2000"/>
              <a:buNone/>
              <a:defRPr sz="2000"/>
            </a:lvl5pPr>
            <a:lvl6pPr lvl="5" algn="ctr" rtl="0">
              <a:lnSpc>
                <a:spcPct val="100000"/>
              </a:lnSpc>
              <a:spcBef>
                <a:spcPts val="0"/>
              </a:spcBef>
              <a:spcAft>
                <a:spcPts val="0"/>
              </a:spcAft>
              <a:buSzPts val="2000"/>
              <a:buNone/>
              <a:defRPr sz="2000"/>
            </a:lvl6pPr>
            <a:lvl7pPr lvl="6" algn="ctr" rtl="0">
              <a:lnSpc>
                <a:spcPct val="100000"/>
              </a:lnSpc>
              <a:spcBef>
                <a:spcPts val="0"/>
              </a:spcBef>
              <a:spcAft>
                <a:spcPts val="0"/>
              </a:spcAft>
              <a:buSzPts val="2000"/>
              <a:buNone/>
              <a:defRPr sz="2000"/>
            </a:lvl7pPr>
            <a:lvl8pPr lvl="7" algn="ctr" rtl="0">
              <a:lnSpc>
                <a:spcPct val="100000"/>
              </a:lnSpc>
              <a:spcBef>
                <a:spcPts val="0"/>
              </a:spcBef>
              <a:spcAft>
                <a:spcPts val="0"/>
              </a:spcAft>
              <a:buSzPts val="2000"/>
              <a:buNone/>
              <a:defRPr sz="2000"/>
            </a:lvl8pPr>
            <a:lvl9pPr lvl="8" algn="ctr" rtl="0">
              <a:lnSpc>
                <a:spcPct val="100000"/>
              </a:lnSpc>
              <a:spcBef>
                <a:spcPts val="0"/>
              </a:spcBef>
              <a:spcAft>
                <a:spcPts val="0"/>
              </a:spcAft>
              <a:buSzPts val="2000"/>
              <a:buNone/>
              <a:defRPr sz="2000"/>
            </a:lvl9pPr>
          </a:lstStyle>
          <a:p/>
        </p:txBody>
      </p:sp>
      <p:sp>
        <p:nvSpPr>
          <p:cNvPr id="214" name="Google Shape;214;p20"/>
          <p:cNvSpPr txBox="1"/>
          <p:nvPr>
            <p:ph type="title"/>
          </p:nvPr>
        </p:nvSpPr>
        <p:spPr>
          <a:xfrm flipH="1">
            <a:off x="3741150" y="1574250"/>
            <a:ext cx="4689600" cy="1501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sz="10000">
                <a:solidFill>
                  <a:schemeClr val="dk2"/>
                </a:solidFill>
              </a:defRPr>
            </a:lvl1pPr>
            <a:lvl2pPr lvl="1" algn="ctr" rtl="0">
              <a:spcBef>
                <a:spcPts val="0"/>
              </a:spcBef>
              <a:spcAft>
                <a:spcPts val="0"/>
              </a:spcAft>
              <a:buClr>
                <a:schemeClr val="accent1"/>
              </a:buClr>
              <a:buSzPts val="2800"/>
              <a:buNone/>
              <a:defRPr>
                <a:solidFill>
                  <a:schemeClr val="accent1"/>
                </a:solidFill>
              </a:defRPr>
            </a:lvl2pPr>
            <a:lvl3pPr lvl="2" algn="ctr" rtl="0">
              <a:spcBef>
                <a:spcPts val="0"/>
              </a:spcBef>
              <a:spcAft>
                <a:spcPts val="0"/>
              </a:spcAft>
              <a:buClr>
                <a:schemeClr val="accent1"/>
              </a:buClr>
              <a:buSzPts val="2800"/>
              <a:buNone/>
              <a:defRPr>
                <a:solidFill>
                  <a:schemeClr val="accent1"/>
                </a:solidFill>
              </a:defRPr>
            </a:lvl3pPr>
            <a:lvl4pPr lvl="3" algn="ctr" rtl="0">
              <a:spcBef>
                <a:spcPts val="0"/>
              </a:spcBef>
              <a:spcAft>
                <a:spcPts val="0"/>
              </a:spcAft>
              <a:buClr>
                <a:schemeClr val="accent1"/>
              </a:buClr>
              <a:buSzPts val="2800"/>
              <a:buNone/>
              <a:defRPr>
                <a:solidFill>
                  <a:schemeClr val="accent1"/>
                </a:solidFill>
              </a:defRPr>
            </a:lvl4pPr>
            <a:lvl5pPr lvl="4" algn="ctr" rtl="0">
              <a:spcBef>
                <a:spcPts val="0"/>
              </a:spcBef>
              <a:spcAft>
                <a:spcPts val="0"/>
              </a:spcAft>
              <a:buClr>
                <a:schemeClr val="accent1"/>
              </a:buClr>
              <a:buSzPts val="2800"/>
              <a:buNone/>
              <a:defRPr>
                <a:solidFill>
                  <a:schemeClr val="accent1"/>
                </a:solidFill>
              </a:defRPr>
            </a:lvl5pPr>
            <a:lvl6pPr lvl="5" algn="ctr" rtl="0">
              <a:spcBef>
                <a:spcPts val="0"/>
              </a:spcBef>
              <a:spcAft>
                <a:spcPts val="0"/>
              </a:spcAft>
              <a:buClr>
                <a:schemeClr val="accent1"/>
              </a:buClr>
              <a:buSzPts val="2800"/>
              <a:buNone/>
              <a:defRPr>
                <a:solidFill>
                  <a:schemeClr val="accent1"/>
                </a:solidFill>
              </a:defRPr>
            </a:lvl6pPr>
            <a:lvl7pPr lvl="6" algn="ctr" rtl="0">
              <a:spcBef>
                <a:spcPts val="0"/>
              </a:spcBef>
              <a:spcAft>
                <a:spcPts val="0"/>
              </a:spcAft>
              <a:buClr>
                <a:schemeClr val="accent1"/>
              </a:buClr>
              <a:buSzPts val="2800"/>
              <a:buNone/>
              <a:defRPr>
                <a:solidFill>
                  <a:schemeClr val="accent1"/>
                </a:solidFill>
              </a:defRPr>
            </a:lvl7pPr>
            <a:lvl8pPr lvl="7" algn="ctr" rtl="0">
              <a:spcBef>
                <a:spcPts val="0"/>
              </a:spcBef>
              <a:spcAft>
                <a:spcPts val="0"/>
              </a:spcAft>
              <a:buClr>
                <a:schemeClr val="accent1"/>
              </a:buClr>
              <a:buSzPts val="2800"/>
              <a:buNone/>
              <a:defRPr>
                <a:solidFill>
                  <a:schemeClr val="accent1"/>
                </a:solidFill>
              </a:defRPr>
            </a:lvl8pPr>
            <a:lvl9pPr lvl="8" algn="ctr" rtl="0">
              <a:spcBef>
                <a:spcPts val="0"/>
              </a:spcBef>
              <a:spcAft>
                <a:spcPts val="0"/>
              </a:spcAft>
              <a:buClr>
                <a:schemeClr val="accent1"/>
              </a:buClr>
              <a:buSzPts val="2800"/>
              <a:buNone/>
              <a:defRPr>
                <a:solidFill>
                  <a:schemeClr val="accent1"/>
                </a:solidFill>
              </a:defRPr>
            </a:lvl9pPr>
          </a:lstStyle>
          <a:p/>
        </p:txBody>
      </p:sp>
      <p:sp>
        <p:nvSpPr>
          <p:cNvPr id="215" name="Google Shape;215;p20"/>
          <p:cNvSpPr/>
          <p:nvPr/>
        </p:nvSpPr>
        <p:spPr>
          <a:xfrm>
            <a:off x="-2847330" y="-14203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6" name="Google Shape;216;p20"/>
          <p:cNvSpPr/>
          <p:nvPr/>
        </p:nvSpPr>
        <p:spPr>
          <a:xfrm>
            <a:off x="-7178425"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20"/>
          <p:cNvSpPr/>
          <p:nvPr/>
        </p:nvSpPr>
        <p:spPr>
          <a:xfrm>
            <a:off x="-208572" y="417229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18" name="Google Shape;218;p20"/>
          <p:cNvSpPr/>
          <p:nvPr/>
        </p:nvSpPr>
        <p:spPr>
          <a:xfrm flipH="1">
            <a:off x="-61237" y="-87777"/>
            <a:ext cx="1265338" cy="1136352"/>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20"/>
          <p:cNvSpPr/>
          <p:nvPr/>
        </p:nvSpPr>
        <p:spPr>
          <a:xfrm>
            <a:off x="791962" y="3512559"/>
            <a:ext cx="811732" cy="72859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gs>
              <a:gs pos="100000">
                <a:srgbClr val="E20030"/>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20" name="Google Shape;220;p20"/>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21" name="Google Shape;221;p20"/>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rtl="0">
              <a:buNone/>
              <a:defRPr sz="1600" b="1"/>
            </a:lvl1pPr>
            <a:lvl2pPr lvl="1" rtl="0">
              <a:buNone/>
              <a:defRPr sz="1600" b="1"/>
            </a:lvl2pPr>
            <a:lvl3pPr lvl="2" rtl="0">
              <a:buNone/>
              <a:defRPr sz="1600" b="1"/>
            </a:lvl3pPr>
            <a:lvl4pPr lvl="3" rtl="0">
              <a:buNone/>
              <a:defRPr sz="1600" b="1"/>
            </a:lvl4pPr>
            <a:lvl5pPr lvl="4" rtl="0">
              <a:buNone/>
              <a:defRPr sz="1600" b="1"/>
            </a:lvl5pPr>
            <a:lvl6pPr lvl="5" rtl="0">
              <a:buNone/>
              <a:defRPr sz="1600" b="1"/>
            </a:lvl6pPr>
            <a:lvl7pPr lvl="6" rtl="0">
              <a:buNone/>
              <a:defRPr sz="1600" b="1"/>
            </a:lvl7pPr>
            <a:lvl8pPr lvl="7" rtl="0">
              <a:buNone/>
              <a:defRPr sz="1600" b="1"/>
            </a:lvl8pPr>
            <a:lvl9pPr lvl="8" rtl="0">
              <a:buNone/>
              <a:defRPr sz="1600" b="1"/>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1">
  <p:cSld name="CUSTOM_18">
    <p:bg>
      <p:bgPr>
        <a:gradFill>
          <a:gsLst>
            <a:gs pos="0">
              <a:srgbClr val="E20030"/>
            </a:gs>
            <a:gs pos="100000">
              <a:srgbClr val="00216E"/>
            </a:gs>
          </a:gsLst>
          <a:lin ang="2698631" scaled="0"/>
        </a:gradFill>
        <a:effectLst/>
      </p:bgPr>
    </p:bg>
    <p:spTree>
      <p:nvGrpSpPr>
        <p:cNvPr id="222" name="Shape 222"/>
        <p:cNvGrpSpPr/>
        <p:nvPr/>
      </p:nvGrpSpPr>
      <p:grpSpPr>
        <a:xfrm>
          <a:off x="0" y="0"/>
          <a:ext cx="0" cy="0"/>
          <a:chOff x="0" y="0"/>
          <a:chExt cx="0" cy="0"/>
        </a:xfrm>
      </p:grpSpPr>
      <p:sp>
        <p:nvSpPr>
          <p:cNvPr id="223" name="Google Shape;223;p21"/>
          <p:cNvSpPr/>
          <p:nvPr/>
        </p:nvSpPr>
        <p:spPr>
          <a:xfrm flipH="1">
            <a:off x="688178"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4" name="Google Shape;224;p21"/>
          <p:cNvSpPr/>
          <p:nvPr/>
        </p:nvSpPr>
        <p:spPr>
          <a:xfrm flipH="1">
            <a:off x="1205982"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5" name="Google Shape;225;p21"/>
          <p:cNvSpPr/>
          <p:nvPr/>
        </p:nvSpPr>
        <p:spPr>
          <a:xfrm>
            <a:off x="1723778" y="-142025"/>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21"/>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27" name="Google Shape;227;p21"/>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ctr" rtl="0">
              <a:spcBef>
                <a:spcPts val="0"/>
              </a:spcBef>
              <a:spcAft>
                <a:spcPts val="0"/>
              </a:spcAft>
              <a:buNone/>
            </a:pPr>
            <a:fld id="{00000000-1234-1234-1234-123412341234}" type="slidenum">
              <a:rPr lang="en-GB"/>
            </a:fld>
            <a:endParaRPr sz="1600"/>
          </a:p>
        </p:txBody>
      </p:sp>
      <p:sp>
        <p:nvSpPr>
          <p:cNvPr id="228" name="Google Shape;228;p21"/>
          <p:cNvSpPr txBox="1"/>
          <p:nvPr>
            <p:ph type="subTitle" idx="1"/>
          </p:nvPr>
        </p:nvSpPr>
        <p:spPr>
          <a:xfrm flipH="1">
            <a:off x="3706075" y="3736775"/>
            <a:ext cx="4724700" cy="794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2000"/>
              <a:buNone/>
              <a:defRPr sz="1400"/>
            </a:lvl1pPr>
            <a:lvl2pPr lvl="1" algn="r" rtl="0">
              <a:lnSpc>
                <a:spcPct val="100000"/>
              </a:lnSpc>
              <a:spcBef>
                <a:spcPts val="0"/>
              </a:spcBef>
              <a:spcAft>
                <a:spcPts val="0"/>
              </a:spcAft>
              <a:buSzPts val="2000"/>
              <a:buNone/>
              <a:defRPr sz="2000"/>
            </a:lvl2pPr>
            <a:lvl3pPr lvl="2" algn="r" rtl="0">
              <a:lnSpc>
                <a:spcPct val="100000"/>
              </a:lnSpc>
              <a:spcBef>
                <a:spcPts val="0"/>
              </a:spcBef>
              <a:spcAft>
                <a:spcPts val="0"/>
              </a:spcAft>
              <a:buSzPts val="2000"/>
              <a:buNone/>
              <a:defRPr sz="2000"/>
            </a:lvl3pPr>
            <a:lvl4pPr lvl="3" algn="r" rtl="0">
              <a:lnSpc>
                <a:spcPct val="100000"/>
              </a:lnSpc>
              <a:spcBef>
                <a:spcPts val="0"/>
              </a:spcBef>
              <a:spcAft>
                <a:spcPts val="0"/>
              </a:spcAft>
              <a:buSzPts val="2000"/>
              <a:buNone/>
              <a:defRPr sz="2000"/>
            </a:lvl4pPr>
            <a:lvl5pPr lvl="4" algn="r" rtl="0">
              <a:lnSpc>
                <a:spcPct val="100000"/>
              </a:lnSpc>
              <a:spcBef>
                <a:spcPts val="0"/>
              </a:spcBef>
              <a:spcAft>
                <a:spcPts val="0"/>
              </a:spcAft>
              <a:buSzPts val="2000"/>
              <a:buNone/>
              <a:defRPr sz="2000"/>
            </a:lvl5pPr>
            <a:lvl6pPr lvl="5" algn="r" rtl="0">
              <a:lnSpc>
                <a:spcPct val="100000"/>
              </a:lnSpc>
              <a:spcBef>
                <a:spcPts val="0"/>
              </a:spcBef>
              <a:spcAft>
                <a:spcPts val="0"/>
              </a:spcAft>
              <a:buSzPts val="2000"/>
              <a:buNone/>
              <a:defRPr sz="2000"/>
            </a:lvl6pPr>
            <a:lvl7pPr lvl="6" algn="r" rtl="0">
              <a:lnSpc>
                <a:spcPct val="100000"/>
              </a:lnSpc>
              <a:spcBef>
                <a:spcPts val="0"/>
              </a:spcBef>
              <a:spcAft>
                <a:spcPts val="0"/>
              </a:spcAft>
              <a:buSzPts val="2000"/>
              <a:buNone/>
              <a:defRPr sz="2000"/>
            </a:lvl7pPr>
            <a:lvl8pPr lvl="7" algn="r" rtl="0">
              <a:lnSpc>
                <a:spcPct val="100000"/>
              </a:lnSpc>
              <a:spcBef>
                <a:spcPts val="0"/>
              </a:spcBef>
              <a:spcAft>
                <a:spcPts val="0"/>
              </a:spcAft>
              <a:buSzPts val="2000"/>
              <a:buNone/>
              <a:defRPr sz="2000"/>
            </a:lvl8pPr>
            <a:lvl9pPr lvl="8" algn="r" rtl="0">
              <a:lnSpc>
                <a:spcPct val="100000"/>
              </a:lnSpc>
              <a:spcBef>
                <a:spcPts val="0"/>
              </a:spcBef>
              <a:spcAft>
                <a:spcPts val="0"/>
              </a:spcAft>
              <a:buSzPts val="2000"/>
              <a:buNone/>
              <a:defRPr sz="2000"/>
            </a:lvl9pPr>
          </a:lstStyle>
          <a:p/>
        </p:txBody>
      </p:sp>
      <p:sp>
        <p:nvSpPr>
          <p:cNvPr id="229" name="Google Shape;229;p21"/>
          <p:cNvSpPr txBox="1"/>
          <p:nvPr>
            <p:ph type="title"/>
          </p:nvPr>
        </p:nvSpPr>
        <p:spPr>
          <a:xfrm flipH="1">
            <a:off x="2749075" y="2647775"/>
            <a:ext cx="5681700" cy="1089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a:lvl1pPr>
            <a:lvl2pPr lvl="1" algn="r" rtl="0">
              <a:spcBef>
                <a:spcPts val="0"/>
              </a:spcBef>
              <a:spcAft>
                <a:spcPts val="0"/>
              </a:spcAft>
              <a:buClr>
                <a:schemeClr val="accent1"/>
              </a:buClr>
              <a:buSzPts val="3200"/>
              <a:buNone/>
              <a:defRPr sz="3200">
                <a:solidFill>
                  <a:schemeClr val="accent1"/>
                </a:solidFill>
              </a:defRPr>
            </a:lvl2pPr>
            <a:lvl3pPr lvl="2" algn="r" rtl="0">
              <a:spcBef>
                <a:spcPts val="0"/>
              </a:spcBef>
              <a:spcAft>
                <a:spcPts val="0"/>
              </a:spcAft>
              <a:buClr>
                <a:schemeClr val="accent1"/>
              </a:buClr>
              <a:buSzPts val="3200"/>
              <a:buNone/>
              <a:defRPr sz="3200">
                <a:solidFill>
                  <a:schemeClr val="accent1"/>
                </a:solidFill>
              </a:defRPr>
            </a:lvl3pPr>
            <a:lvl4pPr lvl="3" algn="r" rtl="0">
              <a:spcBef>
                <a:spcPts val="0"/>
              </a:spcBef>
              <a:spcAft>
                <a:spcPts val="0"/>
              </a:spcAft>
              <a:buClr>
                <a:schemeClr val="accent1"/>
              </a:buClr>
              <a:buSzPts val="3200"/>
              <a:buNone/>
              <a:defRPr sz="3200">
                <a:solidFill>
                  <a:schemeClr val="accent1"/>
                </a:solidFill>
              </a:defRPr>
            </a:lvl4pPr>
            <a:lvl5pPr lvl="4" algn="r" rtl="0">
              <a:spcBef>
                <a:spcPts val="0"/>
              </a:spcBef>
              <a:spcAft>
                <a:spcPts val="0"/>
              </a:spcAft>
              <a:buClr>
                <a:schemeClr val="accent1"/>
              </a:buClr>
              <a:buSzPts val="3200"/>
              <a:buNone/>
              <a:defRPr sz="3200">
                <a:solidFill>
                  <a:schemeClr val="accent1"/>
                </a:solidFill>
              </a:defRPr>
            </a:lvl5pPr>
            <a:lvl6pPr lvl="5" algn="r" rtl="0">
              <a:spcBef>
                <a:spcPts val="0"/>
              </a:spcBef>
              <a:spcAft>
                <a:spcPts val="0"/>
              </a:spcAft>
              <a:buClr>
                <a:schemeClr val="accent1"/>
              </a:buClr>
              <a:buSzPts val="3200"/>
              <a:buNone/>
              <a:defRPr sz="3200">
                <a:solidFill>
                  <a:schemeClr val="accent1"/>
                </a:solidFill>
              </a:defRPr>
            </a:lvl6pPr>
            <a:lvl7pPr lvl="6" algn="r" rtl="0">
              <a:spcBef>
                <a:spcPts val="0"/>
              </a:spcBef>
              <a:spcAft>
                <a:spcPts val="0"/>
              </a:spcAft>
              <a:buClr>
                <a:schemeClr val="accent1"/>
              </a:buClr>
              <a:buSzPts val="3200"/>
              <a:buNone/>
              <a:defRPr sz="3200">
                <a:solidFill>
                  <a:schemeClr val="accent1"/>
                </a:solidFill>
              </a:defRPr>
            </a:lvl7pPr>
            <a:lvl8pPr lvl="7" algn="r" rtl="0">
              <a:spcBef>
                <a:spcPts val="0"/>
              </a:spcBef>
              <a:spcAft>
                <a:spcPts val="0"/>
              </a:spcAft>
              <a:buClr>
                <a:schemeClr val="accent1"/>
              </a:buClr>
              <a:buSzPts val="3200"/>
              <a:buNone/>
              <a:defRPr sz="3200">
                <a:solidFill>
                  <a:schemeClr val="accent1"/>
                </a:solidFill>
              </a:defRPr>
            </a:lvl8pPr>
            <a:lvl9pPr lvl="8" algn="r" rtl="0">
              <a:spcBef>
                <a:spcPts val="0"/>
              </a:spcBef>
              <a:spcAft>
                <a:spcPts val="0"/>
              </a:spcAft>
              <a:buClr>
                <a:schemeClr val="accent1"/>
              </a:buClr>
              <a:buSzPts val="3200"/>
              <a:buNone/>
              <a:defRPr sz="3200">
                <a:solidFill>
                  <a:schemeClr val="accent1"/>
                </a:solidFill>
              </a:defRPr>
            </a:lvl9pPr>
          </a:lstStyle>
          <a:p/>
        </p:txBody>
      </p:sp>
      <p:sp>
        <p:nvSpPr>
          <p:cNvPr id="230" name="Google Shape;230;p21"/>
          <p:cNvSpPr/>
          <p:nvPr/>
        </p:nvSpPr>
        <p:spPr>
          <a:xfrm flipH="1">
            <a:off x="200906" y="38446"/>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31" name="Google Shape;231;p21"/>
          <p:cNvSpPr/>
          <p:nvPr/>
        </p:nvSpPr>
        <p:spPr>
          <a:xfrm flipH="1">
            <a:off x="-633353" y="3748900"/>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32" name="Google Shape;232;p21"/>
          <p:cNvSpPr/>
          <p:nvPr/>
        </p:nvSpPr>
        <p:spPr>
          <a:xfrm flipH="1">
            <a:off x="298869" y="539500"/>
            <a:ext cx="1872181" cy="1680207"/>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2">
  <p:cSld name="CUSTOM_18_1">
    <p:bg>
      <p:bgPr>
        <a:gradFill>
          <a:gsLst>
            <a:gs pos="0">
              <a:srgbClr val="E20030"/>
            </a:gs>
            <a:gs pos="100000">
              <a:srgbClr val="00216E"/>
            </a:gs>
          </a:gsLst>
          <a:lin ang="13500032" scaled="0"/>
        </a:gradFill>
        <a:effectLst/>
      </p:bgPr>
    </p:bg>
    <p:spTree>
      <p:nvGrpSpPr>
        <p:cNvPr id="233" name="Shape 233"/>
        <p:cNvGrpSpPr/>
        <p:nvPr/>
      </p:nvGrpSpPr>
      <p:grpSpPr>
        <a:xfrm>
          <a:off x="0" y="0"/>
          <a:ext cx="0" cy="0"/>
          <a:chOff x="0" y="0"/>
          <a:chExt cx="0" cy="0"/>
        </a:xfrm>
      </p:grpSpPr>
      <p:sp>
        <p:nvSpPr>
          <p:cNvPr id="234" name="Google Shape;234;p22"/>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35" name="Google Shape;235;p22"/>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rtl="0">
              <a:buNone/>
              <a:defRPr sz="1600" b="1"/>
            </a:lvl1pPr>
            <a:lvl2pPr lvl="1" rtl="0">
              <a:buNone/>
              <a:defRPr sz="1600" b="1"/>
            </a:lvl2pPr>
            <a:lvl3pPr lvl="2" rtl="0">
              <a:buNone/>
              <a:defRPr sz="1600" b="1"/>
            </a:lvl3pPr>
            <a:lvl4pPr lvl="3" rtl="0">
              <a:buNone/>
              <a:defRPr sz="1600" b="1"/>
            </a:lvl4pPr>
            <a:lvl5pPr lvl="4" rtl="0">
              <a:buNone/>
              <a:defRPr sz="1600" b="1"/>
            </a:lvl5pPr>
            <a:lvl6pPr lvl="5" rtl="0">
              <a:buNone/>
              <a:defRPr sz="1600" b="1"/>
            </a:lvl6pPr>
            <a:lvl7pPr lvl="6" rtl="0">
              <a:buNone/>
              <a:defRPr sz="1600" b="1"/>
            </a:lvl7pPr>
            <a:lvl8pPr lvl="7" rtl="0">
              <a:buNone/>
              <a:defRPr sz="1600" b="1"/>
            </a:lvl8pPr>
            <a:lvl9pPr lvl="8" rtl="0">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236" name="Google Shape;236;p22"/>
          <p:cNvSpPr/>
          <p:nvPr/>
        </p:nvSpPr>
        <p:spPr>
          <a:xfrm rot="10800000">
            <a:off x="3097133" y="-142063"/>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34509"/>
                  <a:alpha val="40780"/>
                </a:srgbClr>
              </a:gs>
              <a:gs pos="48000">
                <a:srgbClr val="00216E">
                  <a:alpha val="34509"/>
                  <a:alpha val="40780"/>
                </a:srgbClr>
              </a:gs>
              <a:gs pos="100000">
                <a:srgbClr val="00216E">
                  <a:alpha val="34509"/>
                  <a:alpha val="4078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22"/>
          <p:cNvSpPr/>
          <p:nvPr/>
        </p:nvSpPr>
        <p:spPr>
          <a:xfrm rot="10800000">
            <a:off x="2579329" y="-142063"/>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34509"/>
                  <a:alpha val="17320"/>
                </a:srgbClr>
              </a:gs>
              <a:gs pos="48000">
                <a:srgbClr val="00216E">
                  <a:alpha val="34509"/>
                  <a:alpha val="17320"/>
                </a:srgbClr>
              </a:gs>
              <a:gs pos="100000">
                <a:srgbClr val="00216E">
                  <a:alpha val="34509"/>
                  <a:alpha val="173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8" name="Google Shape;238;p22"/>
          <p:cNvSpPr/>
          <p:nvPr/>
        </p:nvSpPr>
        <p:spPr>
          <a:xfrm>
            <a:off x="-1751772" y="-142025"/>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9" name="Google Shape;239;p22"/>
          <p:cNvSpPr txBox="1"/>
          <p:nvPr>
            <p:ph type="subTitle" idx="1"/>
          </p:nvPr>
        </p:nvSpPr>
        <p:spPr>
          <a:xfrm flipH="1">
            <a:off x="713186" y="3899750"/>
            <a:ext cx="6294600" cy="565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000"/>
              <a:buNone/>
              <a:defRPr sz="1400"/>
            </a:lvl1pPr>
            <a:lvl2pPr lvl="1" rtl="0">
              <a:lnSpc>
                <a:spcPct val="100000"/>
              </a:lnSpc>
              <a:spcBef>
                <a:spcPts val="0"/>
              </a:spcBef>
              <a:spcAft>
                <a:spcPts val="0"/>
              </a:spcAft>
              <a:buSzPts val="2000"/>
              <a:buNone/>
              <a:defRPr sz="2000"/>
            </a:lvl2pPr>
            <a:lvl3pPr lvl="2" rtl="0">
              <a:lnSpc>
                <a:spcPct val="100000"/>
              </a:lnSpc>
              <a:spcBef>
                <a:spcPts val="0"/>
              </a:spcBef>
              <a:spcAft>
                <a:spcPts val="0"/>
              </a:spcAft>
              <a:buSzPts val="2000"/>
              <a:buNone/>
              <a:defRPr sz="2000"/>
            </a:lvl3pPr>
            <a:lvl4pPr lvl="3" rtl="0">
              <a:lnSpc>
                <a:spcPct val="100000"/>
              </a:lnSpc>
              <a:spcBef>
                <a:spcPts val="0"/>
              </a:spcBef>
              <a:spcAft>
                <a:spcPts val="0"/>
              </a:spcAft>
              <a:buSzPts val="2000"/>
              <a:buNone/>
              <a:defRPr sz="2000"/>
            </a:lvl4pPr>
            <a:lvl5pPr lvl="4" rtl="0">
              <a:lnSpc>
                <a:spcPct val="100000"/>
              </a:lnSpc>
              <a:spcBef>
                <a:spcPts val="0"/>
              </a:spcBef>
              <a:spcAft>
                <a:spcPts val="0"/>
              </a:spcAft>
              <a:buSzPts val="2000"/>
              <a:buNone/>
              <a:defRPr sz="2000"/>
            </a:lvl5pPr>
            <a:lvl6pPr lvl="5" rtl="0">
              <a:lnSpc>
                <a:spcPct val="100000"/>
              </a:lnSpc>
              <a:spcBef>
                <a:spcPts val="0"/>
              </a:spcBef>
              <a:spcAft>
                <a:spcPts val="0"/>
              </a:spcAft>
              <a:buSzPts val="2000"/>
              <a:buNone/>
              <a:defRPr sz="2000"/>
            </a:lvl6pPr>
            <a:lvl7pPr lvl="6" rtl="0">
              <a:lnSpc>
                <a:spcPct val="100000"/>
              </a:lnSpc>
              <a:spcBef>
                <a:spcPts val="0"/>
              </a:spcBef>
              <a:spcAft>
                <a:spcPts val="0"/>
              </a:spcAft>
              <a:buSzPts val="2000"/>
              <a:buNone/>
              <a:defRPr sz="2000"/>
            </a:lvl7pPr>
            <a:lvl8pPr lvl="7" rtl="0">
              <a:lnSpc>
                <a:spcPct val="100000"/>
              </a:lnSpc>
              <a:spcBef>
                <a:spcPts val="0"/>
              </a:spcBef>
              <a:spcAft>
                <a:spcPts val="0"/>
              </a:spcAft>
              <a:buSzPts val="2000"/>
              <a:buNone/>
              <a:defRPr sz="2000"/>
            </a:lvl8pPr>
            <a:lvl9pPr lvl="8" rtl="0">
              <a:lnSpc>
                <a:spcPct val="100000"/>
              </a:lnSpc>
              <a:spcBef>
                <a:spcPts val="0"/>
              </a:spcBef>
              <a:spcAft>
                <a:spcPts val="0"/>
              </a:spcAft>
              <a:buSzPts val="2000"/>
              <a:buNone/>
              <a:defRPr sz="2000"/>
            </a:lvl9pPr>
          </a:lstStyle>
          <a:p/>
        </p:txBody>
      </p:sp>
      <p:sp>
        <p:nvSpPr>
          <p:cNvPr id="240" name="Google Shape;240;p22"/>
          <p:cNvSpPr txBox="1"/>
          <p:nvPr>
            <p:ph type="title"/>
          </p:nvPr>
        </p:nvSpPr>
        <p:spPr>
          <a:xfrm flipH="1">
            <a:off x="713225" y="3247475"/>
            <a:ext cx="6294600" cy="5655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a:lvl1pPr>
            <a:lvl2pPr lvl="1" rtl="0">
              <a:spcBef>
                <a:spcPts val="0"/>
              </a:spcBef>
              <a:spcAft>
                <a:spcPts val="0"/>
              </a:spcAft>
              <a:buClr>
                <a:schemeClr val="accent1"/>
              </a:buClr>
              <a:buSzPts val="3200"/>
              <a:buNone/>
              <a:defRPr sz="3200">
                <a:solidFill>
                  <a:schemeClr val="accent1"/>
                </a:solidFill>
              </a:defRPr>
            </a:lvl2pPr>
            <a:lvl3pPr lvl="2" rtl="0">
              <a:spcBef>
                <a:spcPts val="0"/>
              </a:spcBef>
              <a:spcAft>
                <a:spcPts val="0"/>
              </a:spcAft>
              <a:buClr>
                <a:schemeClr val="accent1"/>
              </a:buClr>
              <a:buSzPts val="3200"/>
              <a:buNone/>
              <a:defRPr sz="3200">
                <a:solidFill>
                  <a:schemeClr val="accent1"/>
                </a:solidFill>
              </a:defRPr>
            </a:lvl3pPr>
            <a:lvl4pPr lvl="3" rtl="0">
              <a:spcBef>
                <a:spcPts val="0"/>
              </a:spcBef>
              <a:spcAft>
                <a:spcPts val="0"/>
              </a:spcAft>
              <a:buClr>
                <a:schemeClr val="accent1"/>
              </a:buClr>
              <a:buSzPts val="3200"/>
              <a:buNone/>
              <a:defRPr sz="3200">
                <a:solidFill>
                  <a:schemeClr val="accent1"/>
                </a:solidFill>
              </a:defRPr>
            </a:lvl4pPr>
            <a:lvl5pPr lvl="4" rtl="0">
              <a:spcBef>
                <a:spcPts val="0"/>
              </a:spcBef>
              <a:spcAft>
                <a:spcPts val="0"/>
              </a:spcAft>
              <a:buClr>
                <a:schemeClr val="accent1"/>
              </a:buClr>
              <a:buSzPts val="3200"/>
              <a:buNone/>
              <a:defRPr sz="3200">
                <a:solidFill>
                  <a:schemeClr val="accent1"/>
                </a:solidFill>
              </a:defRPr>
            </a:lvl5pPr>
            <a:lvl6pPr lvl="5" rtl="0">
              <a:spcBef>
                <a:spcPts val="0"/>
              </a:spcBef>
              <a:spcAft>
                <a:spcPts val="0"/>
              </a:spcAft>
              <a:buClr>
                <a:schemeClr val="accent1"/>
              </a:buClr>
              <a:buSzPts val="3200"/>
              <a:buNone/>
              <a:defRPr sz="3200">
                <a:solidFill>
                  <a:schemeClr val="accent1"/>
                </a:solidFill>
              </a:defRPr>
            </a:lvl6pPr>
            <a:lvl7pPr lvl="6" rtl="0">
              <a:spcBef>
                <a:spcPts val="0"/>
              </a:spcBef>
              <a:spcAft>
                <a:spcPts val="0"/>
              </a:spcAft>
              <a:buClr>
                <a:schemeClr val="accent1"/>
              </a:buClr>
              <a:buSzPts val="3200"/>
              <a:buNone/>
              <a:defRPr sz="3200">
                <a:solidFill>
                  <a:schemeClr val="accent1"/>
                </a:solidFill>
              </a:defRPr>
            </a:lvl7pPr>
            <a:lvl8pPr lvl="7" rtl="0">
              <a:spcBef>
                <a:spcPts val="0"/>
              </a:spcBef>
              <a:spcAft>
                <a:spcPts val="0"/>
              </a:spcAft>
              <a:buClr>
                <a:schemeClr val="accent1"/>
              </a:buClr>
              <a:buSzPts val="3200"/>
              <a:buNone/>
              <a:defRPr sz="3200">
                <a:solidFill>
                  <a:schemeClr val="accent1"/>
                </a:solidFill>
              </a:defRPr>
            </a:lvl8pPr>
            <a:lvl9pPr lvl="8" rtl="0">
              <a:spcBef>
                <a:spcPts val="0"/>
              </a:spcBef>
              <a:spcAft>
                <a:spcPts val="0"/>
              </a:spcAft>
              <a:buClr>
                <a:schemeClr val="accent1"/>
              </a:buClr>
              <a:buSzPts val="3200"/>
              <a:buNone/>
              <a:defRPr sz="3200">
                <a:solidFill>
                  <a:schemeClr val="accent1"/>
                </a:solidFill>
              </a:defRPr>
            </a:lvl9pPr>
          </a:lstStyle>
          <a:p/>
        </p:txBody>
      </p:sp>
      <p:sp>
        <p:nvSpPr>
          <p:cNvPr id="241" name="Google Shape;241;p22"/>
          <p:cNvSpPr/>
          <p:nvPr/>
        </p:nvSpPr>
        <p:spPr>
          <a:xfrm>
            <a:off x="8626203" y="38364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42" name="Google Shape;242;p22"/>
          <p:cNvSpPr/>
          <p:nvPr/>
        </p:nvSpPr>
        <p:spPr>
          <a:xfrm rot="10800000" flipH="1">
            <a:off x="7660709" y="60370"/>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43" name="Google Shape;243;p22"/>
          <p:cNvSpPr/>
          <p:nvPr/>
        </p:nvSpPr>
        <p:spPr>
          <a:xfrm>
            <a:off x="8726174" y="3631713"/>
            <a:ext cx="671483" cy="6027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44" name="Google Shape;244;p22"/>
          <p:cNvSpPr/>
          <p:nvPr/>
        </p:nvSpPr>
        <p:spPr>
          <a:xfrm flipH="1">
            <a:off x="-554810" y="-524849"/>
            <a:ext cx="1389485" cy="1247616"/>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3">
  <p:cSld name="CUSTOM_18_1_1">
    <p:bg>
      <p:bgPr>
        <a:gradFill>
          <a:gsLst>
            <a:gs pos="0">
              <a:srgbClr val="E20030"/>
            </a:gs>
            <a:gs pos="100000">
              <a:srgbClr val="00216E"/>
            </a:gs>
          </a:gsLst>
          <a:lin ang="13500032" scaled="0"/>
        </a:gradFill>
        <a:effectLst/>
      </p:bgPr>
    </p:bg>
    <p:spTree>
      <p:nvGrpSpPr>
        <p:cNvPr id="245" name="Shape 245"/>
        <p:cNvGrpSpPr/>
        <p:nvPr/>
      </p:nvGrpSpPr>
      <p:grpSpPr>
        <a:xfrm>
          <a:off x="0" y="0"/>
          <a:ext cx="0" cy="0"/>
          <a:chOff x="0" y="0"/>
          <a:chExt cx="0" cy="0"/>
        </a:xfrm>
      </p:grpSpPr>
      <p:sp>
        <p:nvSpPr>
          <p:cNvPr id="246" name="Google Shape;246;p23"/>
          <p:cNvSpPr/>
          <p:nvPr/>
        </p:nvSpPr>
        <p:spPr>
          <a:xfrm flipH="1">
            <a:off x="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7" name="Google Shape;247;p23"/>
          <p:cNvSpPr/>
          <p:nvPr/>
        </p:nvSpPr>
        <p:spPr>
          <a:xfrm flipH="1">
            <a:off x="51780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8" name="Google Shape;248;p23"/>
          <p:cNvSpPr/>
          <p:nvPr/>
        </p:nvSpPr>
        <p:spPr>
          <a:xfrm>
            <a:off x="1035600" y="-142050"/>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9" name="Google Shape;249;p23"/>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50" name="Google Shape;250;p23"/>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rtl="0">
              <a:buNone/>
              <a:defRPr sz="1600" b="1"/>
            </a:lvl1pPr>
            <a:lvl2pPr lvl="1" rtl="0">
              <a:buNone/>
              <a:defRPr sz="1600" b="1"/>
            </a:lvl2pPr>
            <a:lvl3pPr lvl="2" rtl="0">
              <a:buNone/>
              <a:defRPr sz="1600" b="1"/>
            </a:lvl3pPr>
            <a:lvl4pPr lvl="3" rtl="0">
              <a:buNone/>
              <a:defRPr sz="1600" b="1"/>
            </a:lvl4pPr>
            <a:lvl5pPr lvl="4" rtl="0">
              <a:buNone/>
              <a:defRPr sz="1600" b="1"/>
            </a:lvl5pPr>
            <a:lvl6pPr lvl="5" rtl="0">
              <a:buNone/>
              <a:defRPr sz="1600" b="1"/>
            </a:lvl6pPr>
            <a:lvl7pPr lvl="6" rtl="0">
              <a:buNone/>
              <a:defRPr sz="1600" b="1"/>
            </a:lvl7pPr>
            <a:lvl8pPr lvl="7" rtl="0">
              <a:buNone/>
              <a:defRPr sz="1600" b="1"/>
            </a:lvl8pPr>
            <a:lvl9pPr lvl="8" rtl="0">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251" name="Google Shape;251;p23"/>
          <p:cNvSpPr txBox="1"/>
          <p:nvPr>
            <p:ph type="subTitle" idx="1"/>
          </p:nvPr>
        </p:nvSpPr>
        <p:spPr>
          <a:xfrm flipH="1">
            <a:off x="2177811" y="3899750"/>
            <a:ext cx="6294600" cy="565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2000"/>
              <a:buNone/>
              <a:defRPr sz="1400"/>
            </a:lvl1pPr>
            <a:lvl2pPr lvl="1" algn="r" rtl="0">
              <a:lnSpc>
                <a:spcPct val="100000"/>
              </a:lnSpc>
              <a:spcBef>
                <a:spcPts val="0"/>
              </a:spcBef>
              <a:spcAft>
                <a:spcPts val="0"/>
              </a:spcAft>
              <a:buSzPts val="2000"/>
              <a:buNone/>
              <a:defRPr sz="2000"/>
            </a:lvl2pPr>
            <a:lvl3pPr lvl="2" algn="r" rtl="0">
              <a:lnSpc>
                <a:spcPct val="100000"/>
              </a:lnSpc>
              <a:spcBef>
                <a:spcPts val="0"/>
              </a:spcBef>
              <a:spcAft>
                <a:spcPts val="0"/>
              </a:spcAft>
              <a:buSzPts val="2000"/>
              <a:buNone/>
              <a:defRPr sz="2000"/>
            </a:lvl3pPr>
            <a:lvl4pPr lvl="3" algn="r" rtl="0">
              <a:lnSpc>
                <a:spcPct val="100000"/>
              </a:lnSpc>
              <a:spcBef>
                <a:spcPts val="0"/>
              </a:spcBef>
              <a:spcAft>
                <a:spcPts val="0"/>
              </a:spcAft>
              <a:buSzPts val="2000"/>
              <a:buNone/>
              <a:defRPr sz="2000"/>
            </a:lvl4pPr>
            <a:lvl5pPr lvl="4" algn="r" rtl="0">
              <a:lnSpc>
                <a:spcPct val="100000"/>
              </a:lnSpc>
              <a:spcBef>
                <a:spcPts val="0"/>
              </a:spcBef>
              <a:spcAft>
                <a:spcPts val="0"/>
              </a:spcAft>
              <a:buSzPts val="2000"/>
              <a:buNone/>
              <a:defRPr sz="2000"/>
            </a:lvl5pPr>
            <a:lvl6pPr lvl="5" algn="r" rtl="0">
              <a:lnSpc>
                <a:spcPct val="100000"/>
              </a:lnSpc>
              <a:spcBef>
                <a:spcPts val="0"/>
              </a:spcBef>
              <a:spcAft>
                <a:spcPts val="0"/>
              </a:spcAft>
              <a:buSzPts val="2000"/>
              <a:buNone/>
              <a:defRPr sz="2000"/>
            </a:lvl6pPr>
            <a:lvl7pPr lvl="6" algn="r" rtl="0">
              <a:lnSpc>
                <a:spcPct val="100000"/>
              </a:lnSpc>
              <a:spcBef>
                <a:spcPts val="0"/>
              </a:spcBef>
              <a:spcAft>
                <a:spcPts val="0"/>
              </a:spcAft>
              <a:buSzPts val="2000"/>
              <a:buNone/>
              <a:defRPr sz="2000"/>
            </a:lvl7pPr>
            <a:lvl8pPr lvl="7" algn="r" rtl="0">
              <a:lnSpc>
                <a:spcPct val="100000"/>
              </a:lnSpc>
              <a:spcBef>
                <a:spcPts val="0"/>
              </a:spcBef>
              <a:spcAft>
                <a:spcPts val="0"/>
              </a:spcAft>
              <a:buSzPts val="2000"/>
              <a:buNone/>
              <a:defRPr sz="2000"/>
            </a:lvl8pPr>
            <a:lvl9pPr lvl="8" algn="r" rtl="0">
              <a:lnSpc>
                <a:spcPct val="100000"/>
              </a:lnSpc>
              <a:spcBef>
                <a:spcPts val="0"/>
              </a:spcBef>
              <a:spcAft>
                <a:spcPts val="0"/>
              </a:spcAft>
              <a:buSzPts val="2000"/>
              <a:buNone/>
              <a:defRPr sz="2000"/>
            </a:lvl9pPr>
          </a:lstStyle>
          <a:p/>
        </p:txBody>
      </p:sp>
      <p:sp>
        <p:nvSpPr>
          <p:cNvPr id="252" name="Google Shape;252;p23"/>
          <p:cNvSpPr txBox="1"/>
          <p:nvPr>
            <p:ph type="title"/>
          </p:nvPr>
        </p:nvSpPr>
        <p:spPr>
          <a:xfrm flipH="1">
            <a:off x="2177850" y="3247475"/>
            <a:ext cx="6294600" cy="5655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a:lvl1pPr>
            <a:lvl2pPr lvl="1" algn="r" rtl="0">
              <a:spcBef>
                <a:spcPts val="0"/>
              </a:spcBef>
              <a:spcAft>
                <a:spcPts val="0"/>
              </a:spcAft>
              <a:buClr>
                <a:schemeClr val="accent1"/>
              </a:buClr>
              <a:buSzPts val="3200"/>
              <a:buNone/>
              <a:defRPr sz="3200">
                <a:solidFill>
                  <a:schemeClr val="accent1"/>
                </a:solidFill>
              </a:defRPr>
            </a:lvl2pPr>
            <a:lvl3pPr lvl="2" algn="r" rtl="0">
              <a:spcBef>
                <a:spcPts val="0"/>
              </a:spcBef>
              <a:spcAft>
                <a:spcPts val="0"/>
              </a:spcAft>
              <a:buClr>
                <a:schemeClr val="accent1"/>
              </a:buClr>
              <a:buSzPts val="3200"/>
              <a:buNone/>
              <a:defRPr sz="3200">
                <a:solidFill>
                  <a:schemeClr val="accent1"/>
                </a:solidFill>
              </a:defRPr>
            </a:lvl3pPr>
            <a:lvl4pPr lvl="3" algn="r" rtl="0">
              <a:spcBef>
                <a:spcPts val="0"/>
              </a:spcBef>
              <a:spcAft>
                <a:spcPts val="0"/>
              </a:spcAft>
              <a:buClr>
                <a:schemeClr val="accent1"/>
              </a:buClr>
              <a:buSzPts val="3200"/>
              <a:buNone/>
              <a:defRPr sz="3200">
                <a:solidFill>
                  <a:schemeClr val="accent1"/>
                </a:solidFill>
              </a:defRPr>
            </a:lvl4pPr>
            <a:lvl5pPr lvl="4" algn="r" rtl="0">
              <a:spcBef>
                <a:spcPts val="0"/>
              </a:spcBef>
              <a:spcAft>
                <a:spcPts val="0"/>
              </a:spcAft>
              <a:buClr>
                <a:schemeClr val="accent1"/>
              </a:buClr>
              <a:buSzPts val="3200"/>
              <a:buNone/>
              <a:defRPr sz="3200">
                <a:solidFill>
                  <a:schemeClr val="accent1"/>
                </a:solidFill>
              </a:defRPr>
            </a:lvl5pPr>
            <a:lvl6pPr lvl="5" algn="r" rtl="0">
              <a:spcBef>
                <a:spcPts val="0"/>
              </a:spcBef>
              <a:spcAft>
                <a:spcPts val="0"/>
              </a:spcAft>
              <a:buClr>
                <a:schemeClr val="accent1"/>
              </a:buClr>
              <a:buSzPts val="3200"/>
              <a:buNone/>
              <a:defRPr sz="3200">
                <a:solidFill>
                  <a:schemeClr val="accent1"/>
                </a:solidFill>
              </a:defRPr>
            </a:lvl6pPr>
            <a:lvl7pPr lvl="6" algn="r" rtl="0">
              <a:spcBef>
                <a:spcPts val="0"/>
              </a:spcBef>
              <a:spcAft>
                <a:spcPts val="0"/>
              </a:spcAft>
              <a:buClr>
                <a:schemeClr val="accent1"/>
              </a:buClr>
              <a:buSzPts val="3200"/>
              <a:buNone/>
              <a:defRPr sz="3200">
                <a:solidFill>
                  <a:schemeClr val="accent1"/>
                </a:solidFill>
              </a:defRPr>
            </a:lvl7pPr>
            <a:lvl8pPr lvl="7" algn="r" rtl="0">
              <a:spcBef>
                <a:spcPts val="0"/>
              </a:spcBef>
              <a:spcAft>
                <a:spcPts val="0"/>
              </a:spcAft>
              <a:buClr>
                <a:schemeClr val="accent1"/>
              </a:buClr>
              <a:buSzPts val="3200"/>
              <a:buNone/>
              <a:defRPr sz="3200">
                <a:solidFill>
                  <a:schemeClr val="accent1"/>
                </a:solidFill>
              </a:defRPr>
            </a:lvl8pPr>
            <a:lvl9pPr lvl="8" algn="r" rtl="0">
              <a:spcBef>
                <a:spcPts val="0"/>
              </a:spcBef>
              <a:spcAft>
                <a:spcPts val="0"/>
              </a:spcAft>
              <a:buClr>
                <a:schemeClr val="accent1"/>
              </a:buClr>
              <a:buSzPts val="3200"/>
              <a:buNone/>
              <a:defRPr sz="3200">
                <a:solidFill>
                  <a:schemeClr val="accent1"/>
                </a:solidFill>
              </a:defRPr>
            </a:lvl9pPr>
          </a:lstStyle>
          <a:p/>
        </p:txBody>
      </p:sp>
      <p:sp>
        <p:nvSpPr>
          <p:cNvPr id="253" name="Google Shape;253;p23"/>
          <p:cNvSpPr/>
          <p:nvPr/>
        </p:nvSpPr>
        <p:spPr>
          <a:xfrm flipH="1">
            <a:off x="8036840" y="-253649"/>
            <a:ext cx="1389485" cy="1247616"/>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4" name="Google Shape;254;p23"/>
          <p:cNvSpPr/>
          <p:nvPr/>
        </p:nvSpPr>
        <p:spPr>
          <a:xfrm>
            <a:off x="161078" y="3491722"/>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55" name="Google Shape;255;p23"/>
          <p:cNvSpPr/>
          <p:nvPr/>
        </p:nvSpPr>
        <p:spPr>
          <a:xfrm rot="10800000" flipH="1">
            <a:off x="-488605" y="-508814"/>
            <a:ext cx="1551574" cy="1392437"/>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wo columns 1">
  <p:cSld name="CUSTOM_5">
    <p:bg>
      <p:bgPr>
        <a:gradFill>
          <a:gsLst>
            <a:gs pos="0">
              <a:srgbClr val="E20030"/>
            </a:gs>
            <a:gs pos="100000">
              <a:srgbClr val="00216E"/>
            </a:gs>
          </a:gsLst>
          <a:lin ang="5400700" scaled="0"/>
        </a:gradFill>
        <a:effectLst/>
      </p:bgPr>
    </p:bg>
    <p:spTree>
      <p:nvGrpSpPr>
        <p:cNvPr id="256" name="Shape 256"/>
        <p:cNvGrpSpPr/>
        <p:nvPr/>
      </p:nvGrpSpPr>
      <p:grpSpPr>
        <a:xfrm>
          <a:off x="0" y="0"/>
          <a:ext cx="0" cy="0"/>
          <a:chOff x="0" y="0"/>
          <a:chExt cx="0" cy="0"/>
        </a:xfrm>
      </p:grpSpPr>
      <p:sp>
        <p:nvSpPr>
          <p:cNvPr id="257" name="Google Shape;257;p24"/>
          <p:cNvSpPr/>
          <p:nvPr/>
        </p:nvSpPr>
        <p:spPr>
          <a:xfrm>
            <a:off x="335243" y="674700"/>
            <a:ext cx="2053042" cy="184254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58" name="Google Shape;258;p24"/>
          <p:cNvSpPr/>
          <p:nvPr/>
        </p:nvSpPr>
        <p:spPr>
          <a:xfrm flipH="1">
            <a:off x="1645745" y="-142018"/>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24"/>
          <p:cNvSpPr/>
          <p:nvPr/>
        </p:nvSpPr>
        <p:spPr>
          <a:xfrm flipH="1">
            <a:off x="2163549" y="-142018"/>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0" name="Google Shape;260;p24"/>
          <p:cNvSpPr/>
          <p:nvPr/>
        </p:nvSpPr>
        <p:spPr>
          <a:xfrm>
            <a:off x="2681350"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1" name="Google Shape;261;p24"/>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62" name="Google Shape;262;p24"/>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263" name="Google Shape;263;p24"/>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sz="32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264" name="Google Shape;264;p24"/>
          <p:cNvSpPr txBox="1"/>
          <p:nvPr>
            <p:ph type="subTitle" idx="1"/>
          </p:nvPr>
        </p:nvSpPr>
        <p:spPr>
          <a:xfrm>
            <a:off x="3437850" y="3481325"/>
            <a:ext cx="2439300" cy="729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265" name="Google Shape;265;p24"/>
          <p:cNvSpPr txBox="1"/>
          <p:nvPr>
            <p:ph type="subTitle" idx="2"/>
          </p:nvPr>
        </p:nvSpPr>
        <p:spPr>
          <a:xfrm>
            <a:off x="5991425" y="3481325"/>
            <a:ext cx="2439300" cy="729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266" name="Google Shape;266;p24"/>
          <p:cNvSpPr txBox="1"/>
          <p:nvPr>
            <p:ph type="subTitle" idx="3"/>
          </p:nvPr>
        </p:nvSpPr>
        <p:spPr>
          <a:xfrm>
            <a:off x="3437850" y="3089575"/>
            <a:ext cx="2439300" cy="391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267" name="Google Shape;267;p24"/>
          <p:cNvSpPr txBox="1"/>
          <p:nvPr>
            <p:ph type="subTitle" idx="4"/>
          </p:nvPr>
        </p:nvSpPr>
        <p:spPr>
          <a:xfrm>
            <a:off x="5991350" y="3089575"/>
            <a:ext cx="2439300" cy="391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grpSp>
        <p:nvGrpSpPr>
          <p:cNvPr id="268" name="Google Shape;268;p24"/>
          <p:cNvGrpSpPr/>
          <p:nvPr/>
        </p:nvGrpSpPr>
        <p:grpSpPr>
          <a:xfrm>
            <a:off x="292881" y="158021"/>
            <a:ext cx="1714779" cy="4808830"/>
            <a:chOff x="5882006" y="160346"/>
            <a:chExt cx="1714779" cy="4808830"/>
          </a:xfrm>
        </p:grpSpPr>
        <p:sp>
          <p:nvSpPr>
            <p:cNvPr id="269" name="Google Shape;269;p24"/>
            <p:cNvSpPr/>
            <p:nvPr/>
          </p:nvSpPr>
          <p:spPr>
            <a:xfrm>
              <a:off x="5882008" y="160346"/>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70" name="Google Shape;270;p24"/>
            <p:cNvSpPr/>
            <p:nvPr/>
          </p:nvSpPr>
          <p:spPr>
            <a:xfrm>
              <a:off x="5882006" y="3430250"/>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p:cSld name="CUSTOM_3">
    <p:bg>
      <p:bgPr>
        <a:gradFill>
          <a:gsLst>
            <a:gs pos="0">
              <a:srgbClr val="E20030"/>
            </a:gs>
            <a:gs pos="100000">
              <a:srgbClr val="00216E"/>
            </a:gs>
          </a:gsLst>
          <a:lin ang="2698631" scaled="0"/>
        </a:gradFill>
        <a:effectLst/>
      </p:bgPr>
    </p:bg>
    <p:spTree>
      <p:nvGrpSpPr>
        <p:cNvPr id="271" name="Shape 271"/>
        <p:cNvGrpSpPr/>
        <p:nvPr/>
      </p:nvGrpSpPr>
      <p:grpSpPr>
        <a:xfrm>
          <a:off x="0" y="0"/>
          <a:ext cx="0" cy="0"/>
          <a:chOff x="0" y="0"/>
          <a:chExt cx="0" cy="0"/>
        </a:xfrm>
      </p:grpSpPr>
      <p:grpSp>
        <p:nvGrpSpPr>
          <p:cNvPr id="272" name="Google Shape;272;p25"/>
          <p:cNvGrpSpPr/>
          <p:nvPr/>
        </p:nvGrpSpPr>
        <p:grpSpPr>
          <a:xfrm flipH="1">
            <a:off x="1917968" y="-142050"/>
            <a:ext cx="6564681" cy="5427560"/>
            <a:chOff x="557725" y="-142050"/>
            <a:chExt cx="6564681" cy="5427560"/>
          </a:xfrm>
        </p:grpSpPr>
        <p:sp>
          <p:nvSpPr>
            <p:cNvPr id="273" name="Google Shape;273;p25"/>
            <p:cNvSpPr/>
            <p:nvPr/>
          </p:nvSpPr>
          <p:spPr>
            <a:xfrm flipH="1">
              <a:off x="557725"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25"/>
            <p:cNvSpPr/>
            <p:nvPr/>
          </p:nvSpPr>
          <p:spPr>
            <a:xfrm flipH="1">
              <a:off x="1075529"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75" name="Google Shape;275;p25"/>
          <p:cNvSpPr/>
          <p:nvPr/>
        </p:nvSpPr>
        <p:spPr>
          <a:xfrm flipH="1">
            <a:off x="-2413125"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6" name="Google Shape;276;p25"/>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sz="32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277" name="Google Shape;277;p25"/>
          <p:cNvSpPr txBox="1"/>
          <p:nvPr>
            <p:ph type="subTitle" idx="1"/>
          </p:nvPr>
        </p:nvSpPr>
        <p:spPr>
          <a:xfrm>
            <a:off x="1947100" y="1689573"/>
            <a:ext cx="3875700" cy="538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278" name="Google Shape;278;p25"/>
          <p:cNvSpPr txBox="1"/>
          <p:nvPr>
            <p:ph type="subTitle" idx="2"/>
          </p:nvPr>
        </p:nvSpPr>
        <p:spPr>
          <a:xfrm>
            <a:off x="1947100" y="2788995"/>
            <a:ext cx="3875700" cy="538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279" name="Google Shape;279;p25"/>
          <p:cNvSpPr txBox="1"/>
          <p:nvPr>
            <p:ph type="subTitle" idx="3"/>
          </p:nvPr>
        </p:nvSpPr>
        <p:spPr>
          <a:xfrm>
            <a:off x="1947100" y="1310141"/>
            <a:ext cx="3512700" cy="3708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000"/>
              <a:buFont typeface="Reggae One"/>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SzPts val="2000"/>
              <a:buFont typeface="Reggae One"/>
              <a:buNone/>
              <a:defRPr sz="2000">
                <a:latin typeface="Reggae One"/>
                <a:ea typeface="Reggae One"/>
                <a:cs typeface="Reggae One"/>
                <a:sym typeface="Reggae One"/>
              </a:defRPr>
            </a:lvl2pPr>
            <a:lvl3pPr lvl="2" algn="ctr" rtl="0">
              <a:lnSpc>
                <a:spcPct val="100000"/>
              </a:lnSpc>
              <a:spcBef>
                <a:spcPts val="0"/>
              </a:spcBef>
              <a:spcAft>
                <a:spcPts val="0"/>
              </a:spcAft>
              <a:buSzPts val="2000"/>
              <a:buFont typeface="Reggae One"/>
              <a:buNone/>
              <a:defRPr sz="2000">
                <a:latin typeface="Reggae One"/>
                <a:ea typeface="Reggae One"/>
                <a:cs typeface="Reggae One"/>
                <a:sym typeface="Reggae One"/>
              </a:defRPr>
            </a:lvl3pPr>
            <a:lvl4pPr lvl="3" algn="ctr" rtl="0">
              <a:lnSpc>
                <a:spcPct val="100000"/>
              </a:lnSpc>
              <a:spcBef>
                <a:spcPts val="0"/>
              </a:spcBef>
              <a:spcAft>
                <a:spcPts val="0"/>
              </a:spcAft>
              <a:buSzPts val="2000"/>
              <a:buFont typeface="Reggae One"/>
              <a:buNone/>
              <a:defRPr sz="2000">
                <a:latin typeface="Reggae One"/>
                <a:ea typeface="Reggae One"/>
                <a:cs typeface="Reggae One"/>
                <a:sym typeface="Reggae One"/>
              </a:defRPr>
            </a:lvl4pPr>
            <a:lvl5pPr lvl="4" algn="ctr" rtl="0">
              <a:lnSpc>
                <a:spcPct val="100000"/>
              </a:lnSpc>
              <a:spcBef>
                <a:spcPts val="0"/>
              </a:spcBef>
              <a:spcAft>
                <a:spcPts val="0"/>
              </a:spcAft>
              <a:buSzPts val="2000"/>
              <a:buFont typeface="Reggae One"/>
              <a:buNone/>
              <a:defRPr sz="2000">
                <a:latin typeface="Reggae One"/>
                <a:ea typeface="Reggae One"/>
                <a:cs typeface="Reggae One"/>
                <a:sym typeface="Reggae One"/>
              </a:defRPr>
            </a:lvl5pPr>
            <a:lvl6pPr lvl="5" algn="ctr" rtl="0">
              <a:lnSpc>
                <a:spcPct val="100000"/>
              </a:lnSpc>
              <a:spcBef>
                <a:spcPts val="0"/>
              </a:spcBef>
              <a:spcAft>
                <a:spcPts val="0"/>
              </a:spcAft>
              <a:buSzPts val="2000"/>
              <a:buFont typeface="Reggae One"/>
              <a:buNone/>
              <a:defRPr sz="2000">
                <a:latin typeface="Reggae One"/>
                <a:ea typeface="Reggae One"/>
                <a:cs typeface="Reggae One"/>
                <a:sym typeface="Reggae One"/>
              </a:defRPr>
            </a:lvl6pPr>
            <a:lvl7pPr lvl="6" algn="ctr" rtl="0">
              <a:lnSpc>
                <a:spcPct val="100000"/>
              </a:lnSpc>
              <a:spcBef>
                <a:spcPts val="0"/>
              </a:spcBef>
              <a:spcAft>
                <a:spcPts val="0"/>
              </a:spcAft>
              <a:buSzPts val="2000"/>
              <a:buFont typeface="Reggae One"/>
              <a:buNone/>
              <a:defRPr sz="2000">
                <a:latin typeface="Reggae One"/>
                <a:ea typeface="Reggae One"/>
                <a:cs typeface="Reggae One"/>
                <a:sym typeface="Reggae One"/>
              </a:defRPr>
            </a:lvl7pPr>
            <a:lvl8pPr lvl="7" algn="ctr" rtl="0">
              <a:lnSpc>
                <a:spcPct val="100000"/>
              </a:lnSpc>
              <a:spcBef>
                <a:spcPts val="0"/>
              </a:spcBef>
              <a:spcAft>
                <a:spcPts val="0"/>
              </a:spcAft>
              <a:buSzPts val="2000"/>
              <a:buFont typeface="Reggae One"/>
              <a:buNone/>
              <a:defRPr sz="2000">
                <a:latin typeface="Reggae One"/>
                <a:ea typeface="Reggae One"/>
                <a:cs typeface="Reggae One"/>
                <a:sym typeface="Reggae One"/>
              </a:defRPr>
            </a:lvl8pPr>
            <a:lvl9pPr lvl="8" algn="ctr" rtl="0">
              <a:lnSpc>
                <a:spcPct val="100000"/>
              </a:lnSpc>
              <a:spcBef>
                <a:spcPts val="0"/>
              </a:spcBef>
              <a:spcAft>
                <a:spcPts val="0"/>
              </a:spcAft>
              <a:buSzPts val="2000"/>
              <a:buFont typeface="Reggae One"/>
              <a:buNone/>
              <a:defRPr sz="2000">
                <a:latin typeface="Reggae One"/>
                <a:ea typeface="Reggae One"/>
                <a:cs typeface="Reggae One"/>
                <a:sym typeface="Reggae One"/>
              </a:defRPr>
            </a:lvl9pPr>
          </a:lstStyle>
          <a:p/>
        </p:txBody>
      </p:sp>
      <p:sp>
        <p:nvSpPr>
          <p:cNvPr id="280" name="Google Shape;280;p25"/>
          <p:cNvSpPr txBox="1"/>
          <p:nvPr>
            <p:ph type="subTitle" idx="4"/>
          </p:nvPr>
        </p:nvSpPr>
        <p:spPr>
          <a:xfrm>
            <a:off x="1947100" y="2409591"/>
            <a:ext cx="3512700" cy="3708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000"/>
              <a:buFont typeface="Reggae One"/>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SzPts val="2000"/>
              <a:buFont typeface="Reggae One"/>
              <a:buNone/>
              <a:defRPr sz="2000">
                <a:latin typeface="Reggae One"/>
                <a:ea typeface="Reggae One"/>
                <a:cs typeface="Reggae One"/>
                <a:sym typeface="Reggae One"/>
              </a:defRPr>
            </a:lvl2pPr>
            <a:lvl3pPr lvl="2" algn="ctr" rtl="0">
              <a:lnSpc>
                <a:spcPct val="100000"/>
              </a:lnSpc>
              <a:spcBef>
                <a:spcPts val="0"/>
              </a:spcBef>
              <a:spcAft>
                <a:spcPts val="0"/>
              </a:spcAft>
              <a:buSzPts val="2000"/>
              <a:buFont typeface="Reggae One"/>
              <a:buNone/>
              <a:defRPr sz="2000">
                <a:latin typeface="Reggae One"/>
                <a:ea typeface="Reggae One"/>
                <a:cs typeface="Reggae One"/>
                <a:sym typeface="Reggae One"/>
              </a:defRPr>
            </a:lvl3pPr>
            <a:lvl4pPr lvl="3" algn="ctr" rtl="0">
              <a:lnSpc>
                <a:spcPct val="100000"/>
              </a:lnSpc>
              <a:spcBef>
                <a:spcPts val="0"/>
              </a:spcBef>
              <a:spcAft>
                <a:spcPts val="0"/>
              </a:spcAft>
              <a:buSzPts val="2000"/>
              <a:buFont typeface="Reggae One"/>
              <a:buNone/>
              <a:defRPr sz="2000">
                <a:latin typeface="Reggae One"/>
                <a:ea typeface="Reggae One"/>
                <a:cs typeface="Reggae One"/>
                <a:sym typeface="Reggae One"/>
              </a:defRPr>
            </a:lvl4pPr>
            <a:lvl5pPr lvl="4" algn="ctr" rtl="0">
              <a:lnSpc>
                <a:spcPct val="100000"/>
              </a:lnSpc>
              <a:spcBef>
                <a:spcPts val="0"/>
              </a:spcBef>
              <a:spcAft>
                <a:spcPts val="0"/>
              </a:spcAft>
              <a:buSzPts val="2000"/>
              <a:buFont typeface="Reggae One"/>
              <a:buNone/>
              <a:defRPr sz="2000">
                <a:latin typeface="Reggae One"/>
                <a:ea typeface="Reggae One"/>
                <a:cs typeface="Reggae One"/>
                <a:sym typeface="Reggae One"/>
              </a:defRPr>
            </a:lvl5pPr>
            <a:lvl6pPr lvl="5" algn="ctr" rtl="0">
              <a:lnSpc>
                <a:spcPct val="100000"/>
              </a:lnSpc>
              <a:spcBef>
                <a:spcPts val="0"/>
              </a:spcBef>
              <a:spcAft>
                <a:spcPts val="0"/>
              </a:spcAft>
              <a:buSzPts val="2000"/>
              <a:buFont typeface="Reggae One"/>
              <a:buNone/>
              <a:defRPr sz="2000">
                <a:latin typeface="Reggae One"/>
                <a:ea typeface="Reggae One"/>
                <a:cs typeface="Reggae One"/>
                <a:sym typeface="Reggae One"/>
              </a:defRPr>
            </a:lvl6pPr>
            <a:lvl7pPr lvl="6" algn="ctr" rtl="0">
              <a:lnSpc>
                <a:spcPct val="100000"/>
              </a:lnSpc>
              <a:spcBef>
                <a:spcPts val="0"/>
              </a:spcBef>
              <a:spcAft>
                <a:spcPts val="0"/>
              </a:spcAft>
              <a:buSzPts val="2000"/>
              <a:buFont typeface="Reggae One"/>
              <a:buNone/>
              <a:defRPr sz="2000">
                <a:latin typeface="Reggae One"/>
                <a:ea typeface="Reggae One"/>
                <a:cs typeface="Reggae One"/>
                <a:sym typeface="Reggae One"/>
              </a:defRPr>
            </a:lvl7pPr>
            <a:lvl8pPr lvl="7" algn="ctr" rtl="0">
              <a:lnSpc>
                <a:spcPct val="100000"/>
              </a:lnSpc>
              <a:spcBef>
                <a:spcPts val="0"/>
              </a:spcBef>
              <a:spcAft>
                <a:spcPts val="0"/>
              </a:spcAft>
              <a:buSzPts val="2000"/>
              <a:buFont typeface="Reggae One"/>
              <a:buNone/>
              <a:defRPr sz="2000">
                <a:latin typeface="Reggae One"/>
                <a:ea typeface="Reggae One"/>
                <a:cs typeface="Reggae One"/>
                <a:sym typeface="Reggae One"/>
              </a:defRPr>
            </a:lvl8pPr>
            <a:lvl9pPr lvl="8" algn="ctr" rtl="0">
              <a:lnSpc>
                <a:spcPct val="100000"/>
              </a:lnSpc>
              <a:spcBef>
                <a:spcPts val="0"/>
              </a:spcBef>
              <a:spcAft>
                <a:spcPts val="0"/>
              </a:spcAft>
              <a:buSzPts val="2000"/>
              <a:buFont typeface="Reggae One"/>
              <a:buNone/>
              <a:defRPr sz="2000">
                <a:latin typeface="Reggae One"/>
                <a:ea typeface="Reggae One"/>
                <a:cs typeface="Reggae One"/>
                <a:sym typeface="Reggae One"/>
              </a:defRPr>
            </a:lvl9pPr>
          </a:lstStyle>
          <a:p/>
        </p:txBody>
      </p:sp>
      <p:sp>
        <p:nvSpPr>
          <p:cNvPr id="281" name="Google Shape;281;p25"/>
          <p:cNvSpPr txBox="1"/>
          <p:nvPr>
            <p:ph type="subTitle" idx="5"/>
          </p:nvPr>
        </p:nvSpPr>
        <p:spPr>
          <a:xfrm>
            <a:off x="1947100" y="3888432"/>
            <a:ext cx="3875700" cy="538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282" name="Google Shape;282;p25"/>
          <p:cNvSpPr txBox="1"/>
          <p:nvPr>
            <p:ph type="subTitle" idx="6"/>
          </p:nvPr>
        </p:nvSpPr>
        <p:spPr>
          <a:xfrm flipH="1">
            <a:off x="1947100" y="3509054"/>
            <a:ext cx="3512700" cy="3708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000"/>
              <a:buFont typeface="Reggae One"/>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SzPts val="2000"/>
              <a:buFont typeface="Reggae One"/>
              <a:buNone/>
              <a:defRPr sz="2000">
                <a:latin typeface="Reggae One"/>
                <a:ea typeface="Reggae One"/>
                <a:cs typeface="Reggae One"/>
                <a:sym typeface="Reggae One"/>
              </a:defRPr>
            </a:lvl2pPr>
            <a:lvl3pPr lvl="2" algn="ctr" rtl="0">
              <a:lnSpc>
                <a:spcPct val="100000"/>
              </a:lnSpc>
              <a:spcBef>
                <a:spcPts val="0"/>
              </a:spcBef>
              <a:spcAft>
                <a:spcPts val="0"/>
              </a:spcAft>
              <a:buSzPts val="2000"/>
              <a:buFont typeface="Reggae One"/>
              <a:buNone/>
              <a:defRPr sz="2000">
                <a:latin typeface="Reggae One"/>
                <a:ea typeface="Reggae One"/>
                <a:cs typeface="Reggae One"/>
                <a:sym typeface="Reggae One"/>
              </a:defRPr>
            </a:lvl3pPr>
            <a:lvl4pPr lvl="3" algn="ctr" rtl="0">
              <a:lnSpc>
                <a:spcPct val="100000"/>
              </a:lnSpc>
              <a:spcBef>
                <a:spcPts val="0"/>
              </a:spcBef>
              <a:spcAft>
                <a:spcPts val="0"/>
              </a:spcAft>
              <a:buSzPts val="2000"/>
              <a:buFont typeface="Reggae One"/>
              <a:buNone/>
              <a:defRPr sz="2000">
                <a:latin typeface="Reggae One"/>
                <a:ea typeface="Reggae One"/>
                <a:cs typeface="Reggae One"/>
                <a:sym typeface="Reggae One"/>
              </a:defRPr>
            </a:lvl4pPr>
            <a:lvl5pPr lvl="4" algn="ctr" rtl="0">
              <a:lnSpc>
                <a:spcPct val="100000"/>
              </a:lnSpc>
              <a:spcBef>
                <a:spcPts val="0"/>
              </a:spcBef>
              <a:spcAft>
                <a:spcPts val="0"/>
              </a:spcAft>
              <a:buSzPts val="2000"/>
              <a:buFont typeface="Reggae One"/>
              <a:buNone/>
              <a:defRPr sz="2000">
                <a:latin typeface="Reggae One"/>
                <a:ea typeface="Reggae One"/>
                <a:cs typeface="Reggae One"/>
                <a:sym typeface="Reggae One"/>
              </a:defRPr>
            </a:lvl5pPr>
            <a:lvl6pPr lvl="5" algn="ctr" rtl="0">
              <a:lnSpc>
                <a:spcPct val="100000"/>
              </a:lnSpc>
              <a:spcBef>
                <a:spcPts val="0"/>
              </a:spcBef>
              <a:spcAft>
                <a:spcPts val="0"/>
              </a:spcAft>
              <a:buSzPts val="2000"/>
              <a:buFont typeface="Reggae One"/>
              <a:buNone/>
              <a:defRPr sz="2000">
                <a:latin typeface="Reggae One"/>
                <a:ea typeface="Reggae One"/>
                <a:cs typeface="Reggae One"/>
                <a:sym typeface="Reggae One"/>
              </a:defRPr>
            </a:lvl6pPr>
            <a:lvl7pPr lvl="6" algn="ctr" rtl="0">
              <a:lnSpc>
                <a:spcPct val="100000"/>
              </a:lnSpc>
              <a:spcBef>
                <a:spcPts val="0"/>
              </a:spcBef>
              <a:spcAft>
                <a:spcPts val="0"/>
              </a:spcAft>
              <a:buSzPts val="2000"/>
              <a:buFont typeface="Reggae One"/>
              <a:buNone/>
              <a:defRPr sz="2000">
                <a:latin typeface="Reggae One"/>
                <a:ea typeface="Reggae One"/>
                <a:cs typeface="Reggae One"/>
                <a:sym typeface="Reggae One"/>
              </a:defRPr>
            </a:lvl7pPr>
            <a:lvl8pPr lvl="7" algn="ctr" rtl="0">
              <a:lnSpc>
                <a:spcPct val="100000"/>
              </a:lnSpc>
              <a:spcBef>
                <a:spcPts val="0"/>
              </a:spcBef>
              <a:spcAft>
                <a:spcPts val="0"/>
              </a:spcAft>
              <a:buSzPts val="2000"/>
              <a:buFont typeface="Reggae One"/>
              <a:buNone/>
              <a:defRPr sz="2000">
                <a:latin typeface="Reggae One"/>
                <a:ea typeface="Reggae One"/>
                <a:cs typeface="Reggae One"/>
                <a:sym typeface="Reggae One"/>
              </a:defRPr>
            </a:lvl8pPr>
            <a:lvl9pPr lvl="8" algn="ctr" rtl="0">
              <a:lnSpc>
                <a:spcPct val="100000"/>
              </a:lnSpc>
              <a:spcBef>
                <a:spcPts val="0"/>
              </a:spcBef>
              <a:spcAft>
                <a:spcPts val="0"/>
              </a:spcAft>
              <a:buSzPts val="2000"/>
              <a:buFont typeface="Reggae One"/>
              <a:buNone/>
              <a:defRPr sz="2000">
                <a:latin typeface="Reggae One"/>
                <a:ea typeface="Reggae One"/>
                <a:cs typeface="Reggae One"/>
                <a:sym typeface="Reggae One"/>
              </a:defRPr>
            </a:lvl9pPr>
          </a:lstStyle>
          <a:p/>
        </p:txBody>
      </p:sp>
      <p:sp>
        <p:nvSpPr>
          <p:cNvPr id="283" name="Google Shape;283;p25"/>
          <p:cNvSpPr/>
          <p:nvPr/>
        </p:nvSpPr>
        <p:spPr>
          <a:xfrm>
            <a:off x="7874855" y="-50882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84" name="Google Shape;284;p25"/>
          <p:cNvSpPr/>
          <p:nvPr/>
        </p:nvSpPr>
        <p:spPr>
          <a:xfrm flipH="1">
            <a:off x="7215855" y="3578014"/>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85" name="Google Shape;285;p25"/>
          <p:cNvSpPr/>
          <p:nvPr/>
        </p:nvSpPr>
        <p:spPr>
          <a:xfrm>
            <a:off x="8085968" y="1792776"/>
            <a:ext cx="1444369" cy="129643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86" name="Google Shape;286;p25"/>
          <p:cNvSpPr/>
          <p:nvPr/>
        </p:nvSpPr>
        <p:spPr>
          <a:xfrm flipH="1">
            <a:off x="-311404" y="-388361"/>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87" name="Google Shape;287;p25"/>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88" name="Google Shape;288;p25"/>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hree columns 1">
  <p:cSld name="CUSTOM_3_1_1">
    <p:bg>
      <p:bgPr>
        <a:gradFill>
          <a:gsLst>
            <a:gs pos="0">
              <a:srgbClr val="E20030"/>
            </a:gs>
            <a:gs pos="100000">
              <a:srgbClr val="00216E"/>
            </a:gs>
          </a:gsLst>
          <a:lin ang="13500032" scaled="0"/>
        </a:gradFill>
        <a:effectLst/>
      </p:bgPr>
    </p:bg>
    <p:spTree>
      <p:nvGrpSpPr>
        <p:cNvPr id="289" name="Shape 289"/>
        <p:cNvGrpSpPr/>
        <p:nvPr/>
      </p:nvGrpSpPr>
      <p:grpSpPr>
        <a:xfrm>
          <a:off x="0" y="0"/>
          <a:ext cx="0" cy="0"/>
          <a:chOff x="0" y="0"/>
          <a:chExt cx="0" cy="0"/>
        </a:xfrm>
      </p:grpSpPr>
      <p:grpSp>
        <p:nvGrpSpPr>
          <p:cNvPr id="290" name="Google Shape;290;p26"/>
          <p:cNvGrpSpPr/>
          <p:nvPr/>
        </p:nvGrpSpPr>
        <p:grpSpPr>
          <a:xfrm>
            <a:off x="661350" y="-142030"/>
            <a:ext cx="6564681" cy="5427560"/>
            <a:chOff x="557725" y="-142050"/>
            <a:chExt cx="6564681" cy="5427560"/>
          </a:xfrm>
        </p:grpSpPr>
        <p:sp>
          <p:nvSpPr>
            <p:cNvPr id="291" name="Google Shape;291;p26"/>
            <p:cNvSpPr/>
            <p:nvPr/>
          </p:nvSpPr>
          <p:spPr>
            <a:xfrm flipH="1">
              <a:off x="557725"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26"/>
            <p:cNvSpPr/>
            <p:nvPr/>
          </p:nvSpPr>
          <p:spPr>
            <a:xfrm flipH="1">
              <a:off x="1075529"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93" name="Google Shape;293;p26"/>
          <p:cNvSpPr/>
          <p:nvPr/>
        </p:nvSpPr>
        <p:spPr>
          <a:xfrm>
            <a:off x="1696945" y="-141968"/>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4" name="Google Shape;294;p26"/>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95" name="Google Shape;295;p26"/>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rtl="0">
              <a:buNone/>
              <a:defRPr sz="1600" b="1"/>
            </a:lvl1pPr>
            <a:lvl2pPr lvl="1" rtl="0">
              <a:buNone/>
              <a:defRPr sz="1600" b="1"/>
            </a:lvl2pPr>
            <a:lvl3pPr lvl="2" rtl="0">
              <a:buNone/>
              <a:defRPr sz="1600" b="1"/>
            </a:lvl3pPr>
            <a:lvl4pPr lvl="3" rtl="0">
              <a:buNone/>
              <a:defRPr sz="1600" b="1"/>
            </a:lvl4pPr>
            <a:lvl5pPr lvl="4" rtl="0">
              <a:buNone/>
              <a:defRPr sz="1600" b="1"/>
            </a:lvl5pPr>
            <a:lvl6pPr lvl="5" rtl="0">
              <a:buNone/>
              <a:defRPr sz="1600" b="1"/>
            </a:lvl6pPr>
            <a:lvl7pPr lvl="6" rtl="0">
              <a:buNone/>
              <a:defRPr sz="1600" b="1"/>
            </a:lvl7pPr>
            <a:lvl8pPr lvl="7" rtl="0">
              <a:buNone/>
              <a:defRPr sz="1600" b="1"/>
            </a:lvl8pPr>
            <a:lvl9pPr lvl="8" rtl="0">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296" name="Google Shape;296;p26"/>
          <p:cNvSpPr txBox="1"/>
          <p:nvPr>
            <p:ph type="title"/>
          </p:nvPr>
        </p:nvSpPr>
        <p:spPr>
          <a:xfrm>
            <a:off x="3199125" y="539500"/>
            <a:ext cx="5231400" cy="53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sz="32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297" name="Google Shape;297;p26"/>
          <p:cNvSpPr txBox="1"/>
          <p:nvPr>
            <p:ph type="body" idx="1"/>
          </p:nvPr>
        </p:nvSpPr>
        <p:spPr>
          <a:xfrm>
            <a:off x="3199113" y="3410375"/>
            <a:ext cx="5231400" cy="11967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0B0000"/>
              </a:buClr>
              <a:buSzPts val="1400"/>
              <a:buFont typeface="Roboto Condensed"/>
              <a:buChar char="●"/>
              <a:defRPr/>
            </a:lvl1pPr>
            <a:lvl2pPr marL="914400" lvl="1" indent="-317500" rtl="0">
              <a:spcBef>
                <a:spcPts val="0"/>
              </a:spcBef>
              <a:spcAft>
                <a:spcPts val="0"/>
              </a:spcAft>
              <a:buClr>
                <a:srgbClr val="0B0000"/>
              </a:buClr>
              <a:buSzPts val="1400"/>
              <a:buFont typeface="Roboto Condensed"/>
              <a:buChar char="○"/>
              <a:defRPr sz="1200"/>
            </a:lvl2pPr>
            <a:lvl3pPr marL="1371600" lvl="2" indent="-317500" rtl="0">
              <a:spcBef>
                <a:spcPts val="0"/>
              </a:spcBef>
              <a:spcAft>
                <a:spcPts val="0"/>
              </a:spcAft>
              <a:buClr>
                <a:srgbClr val="0B0000"/>
              </a:buClr>
              <a:buSzPts val="1400"/>
              <a:buFont typeface="Roboto Condensed"/>
              <a:buChar char="■"/>
              <a:defRPr sz="1200"/>
            </a:lvl3pPr>
            <a:lvl4pPr marL="1828800" lvl="3" indent="-317500" rtl="0">
              <a:spcBef>
                <a:spcPts val="0"/>
              </a:spcBef>
              <a:spcAft>
                <a:spcPts val="0"/>
              </a:spcAft>
              <a:buClr>
                <a:srgbClr val="0B0000"/>
              </a:buClr>
              <a:buSzPts val="1400"/>
              <a:buFont typeface="Roboto Condensed"/>
              <a:buChar char="●"/>
              <a:defRPr sz="1200"/>
            </a:lvl4pPr>
            <a:lvl5pPr marL="2286000" lvl="4" indent="-317500" rtl="0">
              <a:spcBef>
                <a:spcPts val="0"/>
              </a:spcBef>
              <a:spcAft>
                <a:spcPts val="0"/>
              </a:spcAft>
              <a:buClr>
                <a:srgbClr val="0B0000"/>
              </a:buClr>
              <a:buSzPts val="1400"/>
              <a:buFont typeface="Roboto Condensed"/>
              <a:buChar char="○"/>
              <a:defRPr sz="1200"/>
            </a:lvl5pPr>
            <a:lvl6pPr marL="2743200" lvl="5" indent="-317500" rtl="0">
              <a:spcBef>
                <a:spcPts val="0"/>
              </a:spcBef>
              <a:spcAft>
                <a:spcPts val="0"/>
              </a:spcAft>
              <a:buClr>
                <a:srgbClr val="0B0000"/>
              </a:buClr>
              <a:buSzPts val="1400"/>
              <a:buFont typeface="Roboto Condensed"/>
              <a:buChar char="■"/>
              <a:defRPr sz="1200"/>
            </a:lvl6pPr>
            <a:lvl7pPr marL="3200400" lvl="6" indent="-317500" rtl="0">
              <a:spcBef>
                <a:spcPts val="0"/>
              </a:spcBef>
              <a:spcAft>
                <a:spcPts val="0"/>
              </a:spcAft>
              <a:buClr>
                <a:srgbClr val="0B0000"/>
              </a:buClr>
              <a:buSzPts val="1400"/>
              <a:buFont typeface="Roboto Condensed"/>
              <a:buChar char="●"/>
              <a:defRPr sz="1200"/>
            </a:lvl7pPr>
            <a:lvl8pPr marL="3657600" lvl="7" indent="-317500" rtl="0">
              <a:spcBef>
                <a:spcPts val="0"/>
              </a:spcBef>
              <a:spcAft>
                <a:spcPts val="0"/>
              </a:spcAft>
              <a:buClr>
                <a:srgbClr val="0B0000"/>
              </a:buClr>
              <a:buSzPts val="1400"/>
              <a:buFont typeface="Roboto Condensed"/>
              <a:buChar char="○"/>
              <a:defRPr sz="1200"/>
            </a:lvl8pPr>
            <a:lvl9pPr marL="4114800" lvl="8" indent="-317500" rtl="0">
              <a:spcBef>
                <a:spcPts val="0"/>
              </a:spcBef>
              <a:spcAft>
                <a:spcPts val="0"/>
              </a:spcAft>
              <a:buClr>
                <a:srgbClr val="0B0000"/>
              </a:buClr>
              <a:buSzPts val="1400"/>
              <a:buFont typeface="Roboto Condensed"/>
              <a:buChar char="■"/>
              <a:defRPr sz="1200"/>
            </a:lvl9pPr>
          </a:lstStyle>
          <a:p/>
        </p:txBody>
      </p:sp>
      <p:sp>
        <p:nvSpPr>
          <p:cNvPr id="298" name="Google Shape;298;p26"/>
          <p:cNvSpPr txBox="1"/>
          <p:nvPr>
            <p:ph type="body" idx="2"/>
          </p:nvPr>
        </p:nvSpPr>
        <p:spPr>
          <a:xfrm>
            <a:off x="3199278" y="2609675"/>
            <a:ext cx="5231400" cy="3858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0B0000"/>
              </a:buClr>
              <a:buSzPts val="1400"/>
              <a:buFont typeface="Roboto Condensed"/>
              <a:buChar char="●"/>
              <a:defRPr>
                <a:solidFill>
                  <a:schemeClr val="hlink"/>
                </a:solidFill>
              </a:defRPr>
            </a:lvl1pPr>
            <a:lvl2pPr marL="914400" lvl="1" indent="-317500" rtl="0">
              <a:spcBef>
                <a:spcPts val="0"/>
              </a:spcBef>
              <a:spcAft>
                <a:spcPts val="0"/>
              </a:spcAft>
              <a:buClr>
                <a:srgbClr val="0B0000"/>
              </a:buClr>
              <a:buSzPts val="1400"/>
              <a:buFont typeface="Roboto Condensed"/>
              <a:buChar char="○"/>
              <a:defRPr sz="1200"/>
            </a:lvl2pPr>
            <a:lvl3pPr marL="1371600" lvl="2" indent="-317500" rtl="0">
              <a:spcBef>
                <a:spcPts val="0"/>
              </a:spcBef>
              <a:spcAft>
                <a:spcPts val="0"/>
              </a:spcAft>
              <a:buClr>
                <a:srgbClr val="0B0000"/>
              </a:buClr>
              <a:buSzPts val="1400"/>
              <a:buFont typeface="Roboto Condensed"/>
              <a:buChar char="■"/>
              <a:defRPr sz="1200"/>
            </a:lvl3pPr>
            <a:lvl4pPr marL="1828800" lvl="3" indent="-317500" rtl="0">
              <a:spcBef>
                <a:spcPts val="0"/>
              </a:spcBef>
              <a:spcAft>
                <a:spcPts val="0"/>
              </a:spcAft>
              <a:buClr>
                <a:srgbClr val="0B0000"/>
              </a:buClr>
              <a:buSzPts val="1400"/>
              <a:buFont typeface="Roboto Condensed"/>
              <a:buChar char="●"/>
              <a:defRPr sz="1200"/>
            </a:lvl4pPr>
            <a:lvl5pPr marL="2286000" lvl="4" indent="-317500" rtl="0">
              <a:spcBef>
                <a:spcPts val="0"/>
              </a:spcBef>
              <a:spcAft>
                <a:spcPts val="0"/>
              </a:spcAft>
              <a:buClr>
                <a:srgbClr val="0B0000"/>
              </a:buClr>
              <a:buSzPts val="1400"/>
              <a:buFont typeface="Roboto Condensed"/>
              <a:buChar char="○"/>
              <a:defRPr sz="1200"/>
            </a:lvl5pPr>
            <a:lvl6pPr marL="2743200" lvl="5" indent="-317500" rtl="0">
              <a:spcBef>
                <a:spcPts val="0"/>
              </a:spcBef>
              <a:spcAft>
                <a:spcPts val="0"/>
              </a:spcAft>
              <a:buClr>
                <a:srgbClr val="0B0000"/>
              </a:buClr>
              <a:buSzPts val="1400"/>
              <a:buFont typeface="Roboto Condensed"/>
              <a:buChar char="■"/>
              <a:defRPr sz="1200"/>
            </a:lvl6pPr>
            <a:lvl7pPr marL="3200400" lvl="6" indent="-317500" rtl="0">
              <a:spcBef>
                <a:spcPts val="0"/>
              </a:spcBef>
              <a:spcAft>
                <a:spcPts val="0"/>
              </a:spcAft>
              <a:buClr>
                <a:srgbClr val="0B0000"/>
              </a:buClr>
              <a:buSzPts val="1400"/>
              <a:buFont typeface="Roboto Condensed"/>
              <a:buChar char="●"/>
              <a:defRPr sz="1200"/>
            </a:lvl7pPr>
            <a:lvl8pPr marL="3657600" lvl="7" indent="-317500" rtl="0">
              <a:spcBef>
                <a:spcPts val="0"/>
              </a:spcBef>
              <a:spcAft>
                <a:spcPts val="0"/>
              </a:spcAft>
              <a:buClr>
                <a:srgbClr val="0B0000"/>
              </a:buClr>
              <a:buSzPts val="1400"/>
              <a:buFont typeface="Roboto Condensed"/>
              <a:buChar char="○"/>
              <a:defRPr sz="1200"/>
            </a:lvl8pPr>
            <a:lvl9pPr marL="4114800" lvl="8" indent="-317500" rtl="0">
              <a:spcBef>
                <a:spcPts val="0"/>
              </a:spcBef>
              <a:spcAft>
                <a:spcPts val="0"/>
              </a:spcAft>
              <a:buClr>
                <a:srgbClr val="0B0000"/>
              </a:buClr>
              <a:buSzPts val="1400"/>
              <a:buFont typeface="Roboto Condensed"/>
              <a:buChar char="■"/>
              <a:defRPr sz="1200"/>
            </a:lvl9pPr>
          </a:lstStyle>
          <a:p/>
        </p:txBody>
      </p:sp>
      <p:sp>
        <p:nvSpPr>
          <p:cNvPr id="299" name="Google Shape;299;p26"/>
          <p:cNvSpPr txBox="1"/>
          <p:nvPr>
            <p:ph type="body" idx="3"/>
          </p:nvPr>
        </p:nvSpPr>
        <p:spPr>
          <a:xfrm>
            <a:off x="3199243" y="1835133"/>
            <a:ext cx="5231400" cy="3858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322347"/>
              </a:buClr>
              <a:buSzPts val="1400"/>
              <a:buFont typeface="Roboto Mono"/>
              <a:buChar char="●"/>
              <a:defRPr/>
            </a:lvl1pPr>
            <a:lvl2pPr marL="914400" lvl="1" indent="-317500" rtl="0">
              <a:spcBef>
                <a:spcPts val="0"/>
              </a:spcBef>
              <a:spcAft>
                <a:spcPts val="0"/>
              </a:spcAft>
              <a:buClr>
                <a:schemeClr val="accent2"/>
              </a:buClr>
              <a:buSzPts val="1400"/>
              <a:buFont typeface="Roboto Mono"/>
              <a:buChar char="○"/>
              <a:defRPr sz="1200"/>
            </a:lvl2pPr>
            <a:lvl3pPr marL="1371600" lvl="2" indent="-317500" rtl="0">
              <a:spcBef>
                <a:spcPts val="0"/>
              </a:spcBef>
              <a:spcAft>
                <a:spcPts val="0"/>
              </a:spcAft>
              <a:buClr>
                <a:schemeClr val="accent2"/>
              </a:buClr>
              <a:buSzPts val="1400"/>
              <a:buFont typeface="Roboto Mono"/>
              <a:buChar char="■"/>
              <a:defRPr sz="1200"/>
            </a:lvl3pPr>
            <a:lvl4pPr marL="1828800" lvl="3" indent="-317500" rtl="0">
              <a:spcBef>
                <a:spcPts val="0"/>
              </a:spcBef>
              <a:spcAft>
                <a:spcPts val="0"/>
              </a:spcAft>
              <a:buClr>
                <a:schemeClr val="accent2"/>
              </a:buClr>
              <a:buSzPts val="1400"/>
              <a:buFont typeface="Roboto Mono"/>
              <a:buChar char="●"/>
              <a:defRPr sz="1200"/>
            </a:lvl4pPr>
            <a:lvl5pPr marL="2286000" lvl="4" indent="-317500" rtl="0">
              <a:spcBef>
                <a:spcPts val="0"/>
              </a:spcBef>
              <a:spcAft>
                <a:spcPts val="0"/>
              </a:spcAft>
              <a:buClr>
                <a:schemeClr val="accent2"/>
              </a:buClr>
              <a:buSzPts val="1400"/>
              <a:buFont typeface="Roboto Mono"/>
              <a:buChar char="○"/>
              <a:defRPr sz="1200"/>
            </a:lvl5pPr>
            <a:lvl6pPr marL="2743200" lvl="5" indent="-317500" rtl="0">
              <a:spcBef>
                <a:spcPts val="0"/>
              </a:spcBef>
              <a:spcAft>
                <a:spcPts val="0"/>
              </a:spcAft>
              <a:buClr>
                <a:schemeClr val="accent2"/>
              </a:buClr>
              <a:buSzPts val="1400"/>
              <a:buFont typeface="Roboto Mono"/>
              <a:buChar char="■"/>
              <a:defRPr sz="1200"/>
            </a:lvl6pPr>
            <a:lvl7pPr marL="3200400" lvl="6" indent="-317500" rtl="0">
              <a:spcBef>
                <a:spcPts val="0"/>
              </a:spcBef>
              <a:spcAft>
                <a:spcPts val="0"/>
              </a:spcAft>
              <a:buClr>
                <a:schemeClr val="accent2"/>
              </a:buClr>
              <a:buSzPts val="1400"/>
              <a:buFont typeface="Roboto Mono"/>
              <a:buChar char="●"/>
              <a:defRPr sz="1200"/>
            </a:lvl7pPr>
            <a:lvl8pPr marL="3657600" lvl="7" indent="-317500" rtl="0">
              <a:spcBef>
                <a:spcPts val="0"/>
              </a:spcBef>
              <a:spcAft>
                <a:spcPts val="0"/>
              </a:spcAft>
              <a:buClr>
                <a:schemeClr val="accent2"/>
              </a:buClr>
              <a:buSzPts val="1400"/>
              <a:buFont typeface="Roboto Mono"/>
              <a:buChar char="○"/>
              <a:defRPr sz="1200"/>
            </a:lvl8pPr>
            <a:lvl9pPr marL="4114800" lvl="8" indent="-317500" rtl="0">
              <a:spcBef>
                <a:spcPts val="0"/>
              </a:spcBef>
              <a:spcAft>
                <a:spcPts val="0"/>
              </a:spcAft>
              <a:buClr>
                <a:schemeClr val="accent2"/>
              </a:buClr>
              <a:buSzPts val="1400"/>
              <a:buFont typeface="Roboto Mono"/>
              <a:buChar char="■"/>
              <a:defRPr sz="1200"/>
            </a:lvl9pPr>
          </a:lstStyle>
          <a:p/>
        </p:txBody>
      </p:sp>
      <p:sp>
        <p:nvSpPr>
          <p:cNvPr id="300" name="Google Shape;300;p26"/>
          <p:cNvSpPr/>
          <p:nvPr/>
        </p:nvSpPr>
        <p:spPr>
          <a:xfrm>
            <a:off x="-221032" y="-190050"/>
            <a:ext cx="2053042" cy="1842545"/>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01" name="Google Shape;301;p26"/>
          <p:cNvSpPr/>
          <p:nvPr/>
        </p:nvSpPr>
        <p:spPr>
          <a:xfrm>
            <a:off x="-260674" y="4065149"/>
            <a:ext cx="1443865" cy="129575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17254"/>
                </a:srgbClr>
              </a:gs>
              <a:gs pos="100000">
                <a:srgbClr val="E20030">
                  <a:alpha val="40784"/>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02" name="Google Shape;302;p26"/>
          <p:cNvSpPr/>
          <p:nvPr/>
        </p:nvSpPr>
        <p:spPr>
          <a:xfrm>
            <a:off x="807374" y="1162576"/>
            <a:ext cx="1024629" cy="919461"/>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03" name="Google Shape;303;p26"/>
          <p:cNvSpPr txBox="1"/>
          <p:nvPr>
            <p:ph type="subTitle" idx="4"/>
          </p:nvPr>
        </p:nvSpPr>
        <p:spPr>
          <a:xfrm>
            <a:off x="3199265" y="1464325"/>
            <a:ext cx="4610400" cy="3708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000"/>
              <a:buFont typeface="Reggae One"/>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SzPts val="2000"/>
              <a:buFont typeface="Reggae One"/>
              <a:buNone/>
              <a:defRPr sz="2000">
                <a:latin typeface="Reggae One"/>
                <a:ea typeface="Reggae One"/>
                <a:cs typeface="Reggae One"/>
                <a:sym typeface="Reggae One"/>
              </a:defRPr>
            </a:lvl2pPr>
            <a:lvl3pPr lvl="2" algn="ctr" rtl="0">
              <a:lnSpc>
                <a:spcPct val="100000"/>
              </a:lnSpc>
              <a:spcBef>
                <a:spcPts val="0"/>
              </a:spcBef>
              <a:spcAft>
                <a:spcPts val="0"/>
              </a:spcAft>
              <a:buSzPts val="2000"/>
              <a:buFont typeface="Reggae One"/>
              <a:buNone/>
              <a:defRPr sz="2000">
                <a:latin typeface="Reggae One"/>
                <a:ea typeface="Reggae One"/>
                <a:cs typeface="Reggae One"/>
                <a:sym typeface="Reggae One"/>
              </a:defRPr>
            </a:lvl3pPr>
            <a:lvl4pPr lvl="3" algn="ctr" rtl="0">
              <a:lnSpc>
                <a:spcPct val="100000"/>
              </a:lnSpc>
              <a:spcBef>
                <a:spcPts val="0"/>
              </a:spcBef>
              <a:spcAft>
                <a:spcPts val="0"/>
              </a:spcAft>
              <a:buSzPts val="2000"/>
              <a:buFont typeface="Reggae One"/>
              <a:buNone/>
              <a:defRPr sz="2000">
                <a:latin typeface="Reggae One"/>
                <a:ea typeface="Reggae One"/>
                <a:cs typeface="Reggae One"/>
                <a:sym typeface="Reggae One"/>
              </a:defRPr>
            </a:lvl4pPr>
            <a:lvl5pPr lvl="4" algn="ctr" rtl="0">
              <a:lnSpc>
                <a:spcPct val="100000"/>
              </a:lnSpc>
              <a:spcBef>
                <a:spcPts val="0"/>
              </a:spcBef>
              <a:spcAft>
                <a:spcPts val="0"/>
              </a:spcAft>
              <a:buSzPts val="2000"/>
              <a:buFont typeface="Reggae One"/>
              <a:buNone/>
              <a:defRPr sz="2000">
                <a:latin typeface="Reggae One"/>
                <a:ea typeface="Reggae One"/>
                <a:cs typeface="Reggae One"/>
                <a:sym typeface="Reggae One"/>
              </a:defRPr>
            </a:lvl5pPr>
            <a:lvl6pPr lvl="5" algn="ctr" rtl="0">
              <a:lnSpc>
                <a:spcPct val="100000"/>
              </a:lnSpc>
              <a:spcBef>
                <a:spcPts val="0"/>
              </a:spcBef>
              <a:spcAft>
                <a:spcPts val="0"/>
              </a:spcAft>
              <a:buSzPts val="2000"/>
              <a:buFont typeface="Reggae One"/>
              <a:buNone/>
              <a:defRPr sz="2000">
                <a:latin typeface="Reggae One"/>
                <a:ea typeface="Reggae One"/>
                <a:cs typeface="Reggae One"/>
                <a:sym typeface="Reggae One"/>
              </a:defRPr>
            </a:lvl6pPr>
            <a:lvl7pPr lvl="6" algn="ctr" rtl="0">
              <a:lnSpc>
                <a:spcPct val="100000"/>
              </a:lnSpc>
              <a:spcBef>
                <a:spcPts val="0"/>
              </a:spcBef>
              <a:spcAft>
                <a:spcPts val="0"/>
              </a:spcAft>
              <a:buSzPts val="2000"/>
              <a:buFont typeface="Reggae One"/>
              <a:buNone/>
              <a:defRPr sz="2000">
                <a:latin typeface="Reggae One"/>
                <a:ea typeface="Reggae One"/>
                <a:cs typeface="Reggae One"/>
                <a:sym typeface="Reggae One"/>
              </a:defRPr>
            </a:lvl7pPr>
            <a:lvl8pPr lvl="7" algn="ctr" rtl="0">
              <a:lnSpc>
                <a:spcPct val="100000"/>
              </a:lnSpc>
              <a:spcBef>
                <a:spcPts val="0"/>
              </a:spcBef>
              <a:spcAft>
                <a:spcPts val="0"/>
              </a:spcAft>
              <a:buSzPts val="2000"/>
              <a:buFont typeface="Reggae One"/>
              <a:buNone/>
              <a:defRPr sz="2000">
                <a:latin typeface="Reggae One"/>
                <a:ea typeface="Reggae One"/>
                <a:cs typeface="Reggae One"/>
                <a:sym typeface="Reggae One"/>
              </a:defRPr>
            </a:lvl8pPr>
            <a:lvl9pPr lvl="8" algn="ctr" rtl="0">
              <a:lnSpc>
                <a:spcPct val="100000"/>
              </a:lnSpc>
              <a:spcBef>
                <a:spcPts val="0"/>
              </a:spcBef>
              <a:spcAft>
                <a:spcPts val="0"/>
              </a:spcAft>
              <a:buSzPts val="2000"/>
              <a:buFont typeface="Reggae One"/>
              <a:buNone/>
              <a:defRPr sz="2000">
                <a:latin typeface="Reggae One"/>
                <a:ea typeface="Reggae One"/>
                <a:cs typeface="Reggae One"/>
                <a:sym typeface="Reggae One"/>
              </a:defRPr>
            </a:lvl9pPr>
          </a:lstStyle>
          <a:p/>
        </p:txBody>
      </p:sp>
      <p:sp>
        <p:nvSpPr>
          <p:cNvPr id="304" name="Google Shape;304;p26"/>
          <p:cNvSpPr txBox="1"/>
          <p:nvPr>
            <p:ph type="subTitle" idx="5"/>
          </p:nvPr>
        </p:nvSpPr>
        <p:spPr>
          <a:xfrm>
            <a:off x="3199265" y="2238873"/>
            <a:ext cx="4610400" cy="3708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000"/>
              <a:buFont typeface="Reggae One"/>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SzPts val="2000"/>
              <a:buFont typeface="Reggae One"/>
              <a:buNone/>
              <a:defRPr sz="2000">
                <a:latin typeface="Reggae One"/>
                <a:ea typeface="Reggae One"/>
                <a:cs typeface="Reggae One"/>
                <a:sym typeface="Reggae One"/>
              </a:defRPr>
            </a:lvl2pPr>
            <a:lvl3pPr lvl="2" algn="ctr" rtl="0">
              <a:lnSpc>
                <a:spcPct val="100000"/>
              </a:lnSpc>
              <a:spcBef>
                <a:spcPts val="0"/>
              </a:spcBef>
              <a:spcAft>
                <a:spcPts val="0"/>
              </a:spcAft>
              <a:buSzPts val="2000"/>
              <a:buFont typeface="Reggae One"/>
              <a:buNone/>
              <a:defRPr sz="2000">
                <a:latin typeface="Reggae One"/>
                <a:ea typeface="Reggae One"/>
                <a:cs typeface="Reggae One"/>
                <a:sym typeface="Reggae One"/>
              </a:defRPr>
            </a:lvl3pPr>
            <a:lvl4pPr lvl="3" algn="ctr" rtl="0">
              <a:lnSpc>
                <a:spcPct val="100000"/>
              </a:lnSpc>
              <a:spcBef>
                <a:spcPts val="0"/>
              </a:spcBef>
              <a:spcAft>
                <a:spcPts val="0"/>
              </a:spcAft>
              <a:buSzPts val="2000"/>
              <a:buFont typeface="Reggae One"/>
              <a:buNone/>
              <a:defRPr sz="2000">
                <a:latin typeface="Reggae One"/>
                <a:ea typeface="Reggae One"/>
                <a:cs typeface="Reggae One"/>
                <a:sym typeface="Reggae One"/>
              </a:defRPr>
            </a:lvl4pPr>
            <a:lvl5pPr lvl="4" algn="ctr" rtl="0">
              <a:lnSpc>
                <a:spcPct val="100000"/>
              </a:lnSpc>
              <a:spcBef>
                <a:spcPts val="0"/>
              </a:spcBef>
              <a:spcAft>
                <a:spcPts val="0"/>
              </a:spcAft>
              <a:buSzPts val="2000"/>
              <a:buFont typeface="Reggae One"/>
              <a:buNone/>
              <a:defRPr sz="2000">
                <a:latin typeface="Reggae One"/>
                <a:ea typeface="Reggae One"/>
                <a:cs typeface="Reggae One"/>
                <a:sym typeface="Reggae One"/>
              </a:defRPr>
            </a:lvl5pPr>
            <a:lvl6pPr lvl="5" algn="ctr" rtl="0">
              <a:lnSpc>
                <a:spcPct val="100000"/>
              </a:lnSpc>
              <a:spcBef>
                <a:spcPts val="0"/>
              </a:spcBef>
              <a:spcAft>
                <a:spcPts val="0"/>
              </a:spcAft>
              <a:buSzPts val="2000"/>
              <a:buFont typeface="Reggae One"/>
              <a:buNone/>
              <a:defRPr sz="2000">
                <a:latin typeface="Reggae One"/>
                <a:ea typeface="Reggae One"/>
                <a:cs typeface="Reggae One"/>
                <a:sym typeface="Reggae One"/>
              </a:defRPr>
            </a:lvl6pPr>
            <a:lvl7pPr lvl="6" algn="ctr" rtl="0">
              <a:lnSpc>
                <a:spcPct val="100000"/>
              </a:lnSpc>
              <a:spcBef>
                <a:spcPts val="0"/>
              </a:spcBef>
              <a:spcAft>
                <a:spcPts val="0"/>
              </a:spcAft>
              <a:buSzPts val="2000"/>
              <a:buFont typeface="Reggae One"/>
              <a:buNone/>
              <a:defRPr sz="2000">
                <a:latin typeface="Reggae One"/>
                <a:ea typeface="Reggae One"/>
                <a:cs typeface="Reggae One"/>
                <a:sym typeface="Reggae One"/>
              </a:defRPr>
            </a:lvl7pPr>
            <a:lvl8pPr lvl="7" algn="ctr" rtl="0">
              <a:lnSpc>
                <a:spcPct val="100000"/>
              </a:lnSpc>
              <a:spcBef>
                <a:spcPts val="0"/>
              </a:spcBef>
              <a:spcAft>
                <a:spcPts val="0"/>
              </a:spcAft>
              <a:buSzPts val="2000"/>
              <a:buFont typeface="Reggae One"/>
              <a:buNone/>
              <a:defRPr sz="2000">
                <a:latin typeface="Reggae One"/>
                <a:ea typeface="Reggae One"/>
                <a:cs typeface="Reggae One"/>
                <a:sym typeface="Reggae One"/>
              </a:defRPr>
            </a:lvl8pPr>
            <a:lvl9pPr lvl="8" algn="ctr" rtl="0">
              <a:lnSpc>
                <a:spcPct val="100000"/>
              </a:lnSpc>
              <a:spcBef>
                <a:spcPts val="0"/>
              </a:spcBef>
              <a:spcAft>
                <a:spcPts val="0"/>
              </a:spcAft>
              <a:buSzPts val="2000"/>
              <a:buFont typeface="Reggae One"/>
              <a:buNone/>
              <a:defRPr sz="2000">
                <a:latin typeface="Reggae One"/>
                <a:ea typeface="Reggae One"/>
                <a:cs typeface="Reggae One"/>
                <a:sym typeface="Reggae One"/>
              </a:defRPr>
            </a:lvl9pPr>
          </a:lstStyle>
          <a:p/>
        </p:txBody>
      </p:sp>
      <p:sp>
        <p:nvSpPr>
          <p:cNvPr id="305" name="Google Shape;305;p26"/>
          <p:cNvSpPr txBox="1"/>
          <p:nvPr>
            <p:ph type="subTitle" idx="6"/>
          </p:nvPr>
        </p:nvSpPr>
        <p:spPr>
          <a:xfrm>
            <a:off x="3199265" y="3039571"/>
            <a:ext cx="4610400" cy="3708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000"/>
              <a:buFont typeface="Reggae One"/>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SzPts val="2000"/>
              <a:buFont typeface="Reggae One"/>
              <a:buNone/>
              <a:defRPr sz="2000">
                <a:latin typeface="Reggae One"/>
                <a:ea typeface="Reggae One"/>
                <a:cs typeface="Reggae One"/>
                <a:sym typeface="Reggae One"/>
              </a:defRPr>
            </a:lvl2pPr>
            <a:lvl3pPr lvl="2" algn="ctr" rtl="0">
              <a:lnSpc>
                <a:spcPct val="100000"/>
              </a:lnSpc>
              <a:spcBef>
                <a:spcPts val="0"/>
              </a:spcBef>
              <a:spcAft>
                <a:spcPts val="0"/>
              </a:spcAft>
              <a:buSzPts val="2000"/>
              <a:buFont typeface="Reggae One"/>
              <a:buNone/>
              <a:defRPr sz="2000">
                <a:latin typeface="Reggae One"/>
                <a:ea typeface="Reggae One"/>
                <a:cs typeface="Reggae One"/>
                <a:sym typeface="Reggae One"/>
              </a:defRPr>
            </a:lvl3pPr>
            <a:lvl4pPr lvl="3" algn="ctr" rtl="0">
              <a:lnSpc>
                <a:spcPct val="100000"/>
              </a:lnSpc>
              <a:spcBef>
                <a:spcPts val="0"/>
              </a:spcBef>
              <a:spcAft>
                <a:spcPts val="0"/>
              </a:spcAft>
              <a:buSzPts val="2000"/>
              <a:buFont typeface="Reggae One"/>
              <a:buNone/>
              <a:defRPr sz="2000">
                <a:latin typeface="Reggae One"/>
                <a:ea typeface="Reggae One"/>
                <a:cs typeface="Reggae One"/>
                <a:sym typeface="Reggae One"/>
              </a:defRPr>
            </a:lvl4pPr>
            <a:lvl5pPr lvl="4" algn="ctr" rtl="0">
              <a:lnSpc>
                <a:spcPct val="100000"/>
              </a:lnSpc>
              <a:spcBef>
                <a:spcPts val="0"/>
              </a:spcBef>
              <a:spcAft>
                <a:spcPts val="0"/>
              </a:spcAft>
              <a:buSzPts val="2000"/>
              <a:buFont typeface="Reggae One"/>
              <a:buNone/>
              <a:defRPr sz="2000">
                <a:latin typeface="Reggae One"/>
                <a:ea typeface="Reggae One"/>
                <a:cs typeface="Reggae One"/>
                <a:sym typeface="Reggae One"/>
              </a:defRPr>
            </a:lvl5pPr>
            <a:lvl6pPr lvl="5" algn="ctr" rtl="0">
              <a:lnSpc>
                <a:spcPct val="100000"/>
              </a:lnSpc>
              <a:spcBef>
                <a:spcPts val="0"/>
              </a:spcBef>
              <a:spcAft>
                <a:spcPts val="0"/>
              </a:spcAft>
              <a:buSzPts val="2000"/>
              <a:buFont typeface="Reggae One"/>
              <a:buNone/>
              <a:defRPr sz="2000">
                <a:latin typeface="Reggae One"/>
                <a:ea typeface="Reggae One"/>
                <a:cs typeface="Reggae One"/>
                <a:sym typeface="Reggae One"/>
              </a:defRPr>
            </a:lvl6pPr>
            <a:lvl7pPr lvl="6" algn="ctr" rtl="0">
              <a:lnSpc>
                <a:spcPct val="100000"/>
              </a:lnSpc>
              <a:spcBef>
                <a:spcPts val="0"/>
              </a:spcBef>
              <a:spcAft>
                <a:spcPts val="0"/>
              </a:spcAft>
              <a:buSzPts val="2000"/>
              <a:buFont typeface="Reggae One"/>
              <a:buNone/>
              <a:defRPr sz="2000">
                <a:latin typeface="Reggae One"/>
                <a:ea typeface="Reggae One"/>
                <a:cs typeface="Reggae One"/>
                <a:sym typeface="Reggae One"/>
              </a:defRPr>
            </a:lvl7pPr>
            <a:lvl8pPr lvl="7" algn="ctr" rtl="0">
              <a:lnSpc>
                <a:spcPct val="100000"/>
              </a:lnSpc>
              <a:spcBef>
                <a:spcPts val="0"/>
              </a:spcBef>
              <a:spcAft>
                <a:spcPts val="0"/>
              </a:spcAft>
              <a:buSzPts val="2000"/>
              <a:buFont typeface="Reggae One"/>
              <a:buNone/>
              <a:defRPr sz="2000">
                <a:latin typeface="Reggae One"/>
                <a:ea typeface="Reggae One"/>
                <a:cs typeface="Reggae One"/>
                <a:sym typeface="Reggae One"/>
              </a:defRPr>
            </a:lvl8pPr>
            <a:lvl9pPr lvl="8" algn="ctr" rtl="0">
              <a:lnSpc>
                <a:spcPct val="100000"/>
              </a:lnSpc>
              <a:spcBef>
                <a:spcPts val="0"/>
              </a:spcBef>
              <a:spcAft>
                <a:spcPts val="0"/>
              </a:spcAft>
              <a:buSzPts val="2000"/>
              <a:buFont typeface="Reggae One"/>
              <a:buNone/>
              <a:defRPr sz="2000">
                <a:latin typeface="Reggae One"/>
                <a:ea typeface="Reggae One"/>
                <a:cs typeface="Reggae One"/>
                <a:sym typeface="Reggae One"/>
              </a:defRPr>
            </a:lvl9pPr>
          </a:lstStyle>
          <a:p/>
        </p:txBody>
      </p:sp>
      <p:sp>
        <p:nvSpPr>
          <p:cNvPr id="306" name="Google Shape;306;p26"/>
          <p:cNvSpPr/>
          <p:nvPr/>
        </p:nvSpPr>
        <p:spPr>
          <a:xfrm>
            <a:off x="1971049" y="2313751"/>
            <a:ext cx="1024629" cy="919461"/>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four columns">
  <p:cSld name="CUSTOM_4">
    <p:bg>
      <p:bgPr>
        <a:gradFill>
          <a:gsLst>
            <a:gs pos="0">
              <a:schemeClr val="dk1"/>
            </a:gs>
            <a:gs pos="100000">
              <a:srgbClr val="E20030"/>
            </a:gs>
          </a:gsLst>
          <a:lin ang="5400700" scaled="0"/>
        </a:gradFill>
        <a:effectLst/>
      </p:bgPr>
    </p:bg>
    <p:spTree>
      <p:nvGrpSpPr>
        <p:cNvPr id="307" name="Shape 307"/>
        <p:cNvGrpSpPr/>
        <p:nvPr/>
      </p:nvGrpSpPr>
      <p:grpSpPr>
        <a:xfrm>
          <a:off x="0" y="0"/>
          <a:ext cx="0" cy="0"/>
          <a:chOff x="0" y="0"/>
          <a:chExt cx="0" cy="0"/>
        </a:xfrm>
      </p:grpSpPr>
      <p:grpSp>
        <p:nvGrpSpPr>
          <p:cNvPr id="308" name="Google Shape;308;p27"/>
          <p:cNvGrpSpPr/>
          <p:nvPr/>
        </p:nvGrpSpPr>
        <p:grpSpPr>
          <a:xfrm flipH="1">
            <a:off x="2579168" y="-142025"/>
            <a:ext cx="6564831" cy="5427560"/>
            <a:chOff x="641875" y="-142050"/>
            <a:chExt cx="6564831" cy="5427560"/>
          </a:xfrm>
        </p:grpSpPr>
        <p:sp>
          <p:nvSpPr>
            <p:cNvPr id="309" name="Google Shape;309;p27"/>
            <p:cNvSpPr/>
            <p:nvPr/>
          </p:nvSpPr>
          <p:spPr>
            <a:xfrm flipH="1">
              <a:off x="641875"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0" name="Google Shape;310;p27"/>
            <p:cNvSpPr/>
            <p:nvPr/>
          </p:nvSpPr>
          <p:spPr>
            <a:xfrm flipH="1">
              <a:off x="1159829"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11" name="Google Shape;311;p27"/>
          <p:cNvSpPr/>
          <p:nvPr/>
        </p:nvSpPr>
        <p:spPr>
          <a:xfrm flipH="1">
            <a:off x="-1751775"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27"/>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13" name="Google Shape;313;p27"/>
          <p:cNvSpPr/>
          <p:nvPr/>
        </p:nvSpPr>
        <p:spPr>
          <a:xfrm>
            <a:off x="7769128" y="895172"/>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14" name="Google Shape;314;p27"/>
          <p:cNvSpPr/>
          <p:nvPr/>
        </p:nvSpPr>
        <p:spPr>
          <a:xfrm rot="10800000" flipH="1">
            <a:off x="8108409" y="3762470"/>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15" name="Google Shape;315;p27"/>
          <p:cNvSpPr/>
          <p:nvPr/>
        </p:nvSpPr>
        <p:spPr>
          <a:xfrm>
            <a:off x="8228562" y="2156088"/>
            <a:ext cx="671483" cy="6027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16" name="Google Shape;316;p27"/>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7" name="Google Shape;317;p27"/>
          <p:cNvSpPr/>
          <p:nvPr/>
        </p:nvSpPr>
        <p:spPr>
          <a:xfrm>
            <a:off x="-412372" y="444799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chemeClr val="dk1"/>
              </a:gs>
              <a:gs pos="100000">
                <a:srgbClr val="E20030"/>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18" name="Google Shape;318;p27"/>
          <p:cNvSpPr/>
          <p:nvPr/>
        </p:nvSpPr>
        <p:spPr>
          <a:xfrm rot="10800000" flipH="1">
            <a:off x="-362966" y="3645032"/>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gs>
              <a:gs pos="100000">
                <a:srgbClr val="E20030"/>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19" name="Google Shape;319;p27"/>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20" name="Google Shape;320;p2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321" name="Google Shape;321;p27"/>
          <p:cNvSpPr txBox="1"/>
          <p:nvPr>
            <p:ph type="subTitle" idx="1"/>
          </p:nvPr>
        </p:nvSpPr>
        <p:spPr>
          <a:xfrm flipH="1">
            <a:off x="4854099" y="1976038"/>
            <a:ext cx="2049300" cy="51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322" name="Google Shape;322;p27"/>
          <p:cNvSpPr txBox="1"/>
          <p:nvPr>
            <p:ph type="subTitle" idx="2"/>
          </p:nvPr>
        </p:nvSpPr>
        <p:spPr>
          <a:xfrm flipH="1">
            <a:off x="1721900" y="1976039"/>
            <a:ext cx="2049300" cy="51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323" name="Google Shape;323;p27"/>
          <p:cNvSpPr txBox="1"/>
          <p:nvPr>
            <p:ph type="subTitle" idx="3"/>
          </p:nvPr>
        </p:nvSpPr>
        <p:spPr>
          <a:xfrm flipH="1">
            <a:off x="4854099" y="1590925"/>
            <a:ext cx="2049300" cy="330900"/>
          </a:xfrm>
          <a:prstGeom prst="rect">
            <a:avLst/>
          </a:prstGeom>
        </p:spPr>
        <p:txBody>
          <a:bodyPr spcFirstLastPara="1" wrap="square" lIns="91425" tIns="0"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24" name="Google Shape;324;p27"/>
          <p:cNvSpPr txBox="1"/>
          <p:nvPr>
            <p:ph type="subTitle" idx="4"/>
          </p:nvPr>
        </p:nvSpPr>
        <p:spPr>
          <a:xfrm flipH="1">
            <a:off x="1721900" y="1590925"/>
            <a:ext cx="2049300" cy="330900"/>
          </a:xfrm>
          <a:prstGeom prst="rect">
            <a:avLst/>
          </a:prstGeom>
        </p:spPr>
        <p:txBody>
          <a:bodyPr spcFirstLastPara="1" wrap="square" lIns="91425" tIns="0"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25" name="Google Shape;325;p27"/>
          <p:cNvSpPr txBox="1"/>
          <p:nvPr>
            <p:ph type="subTitle" idx="5"/>
          </p:nvPr>
        </p:nvSpPr>
        <p:spPr>
          <a:xfrm flipH="1">
            <a:off x="4854099" y="3424720"/>
            <a:ext cx="2049300" cy="51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326" name="Google Shape;326;p27"/>
          <p:cNvSpPr txBox="1"/>
          <p:nvPr>
            <p:ph type="subTitle" idx="6"/>
          </p:nvPr>
        </p:nvSpPr>
        <p:spPr>
          <a:xfrm>
            <a:off x="4854099" y="3039605"/>
            <a:ext cx="2049300" cy="330900"/>
          </a:xfrm>
          <a:prstGeom prst="rect">
            <a:avLst/>
          </a:prstGeom>
        </p:spPr>
        <p:txBody>
          <a:bodyPr spcFirstLastPara="1" wrap="square" lIns="91425" tIns="0"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27" name="Google Shape;327;p27"/>
          <p:cNvSpPr txBox="1"/>
          <p:nvPr>
            <p:ph type="subTitle" idx="7"/>
          </p:nvPr>
        </p:nvSpPr>
        <p:spPr>
          <a:xfrm flipH="1">
            <a:off x="1721900" y="3424722"/>
            <a:ext cx="2049300" cy="51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328" name="Google Shape;328;p27"/>
          <p:cNvSpPr txBox="1"/>
          <p:nvPr>
            <p:ph type="subTitle" idx="8"/>
          </p:nvPr>
        </p:nvSpPr>
        <p:spPr>
          <a:xfrm flipH="1">
            <a:off x="1721900" y="3039607"/>
            <a:ext cx="2049300" cy="330900"/>
          </a:xfrm>
          <a:prstGeom prst="rect">
            <a:avLst/>
          </a:prstGeom>
        </p:spPr>
        <p:txBody>
          <a:bodyPr spcFirstLastPara="1" wrap="square" lIns="91425" tIns="0"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five columns">
  <p:cSld name="CUSTOM_7">
    <p:bg>
      <p:bgPr>
        <a:gradFill>
          <a:gsLst>
            <a:gs pos="0">
              <a:schemeClr val="dk2"/>
            </a:gs>
            <a:gs pos="100000">
              <a:schemeClr val="accent2"/>
            </a:gs>
          </a:gsLst>
          <a:lin ang="10801400" scaled="0"/>
        </a:gradFill>
        <a:effectLst/>
      </p:bgPr>
    </p:bg>
    <p:spTree>
      <p:nvGrpSpPr>
        <p:cNvPr id="329" name="Shape 329"/>
        <p:cNvGrpSpPr/>
        <p:nvPr/>
      </p:nvGrpSpPr>
      <p:grpSpPr>
        <a:xfrm>
          <a:off x="0" y="0"/>
          <a:ext cx="0" cy="0"/>
          <a:chOff x="0" y="0"/>
          <a:chExt cx="0" cy="0"/>
        </a:xfrm>
      </p:grpSpPr>
      <p:sp>
        <p:nvSpPr>
          <p:cNvPr id="330" name="Google Shape;330;p28"/>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31" name="Google Shape;331;p28"/>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ctr" rtl="0">
              <a:spcBef>
                <a:spcPts val="0"/>
              </a:spcBef>
              <a:spcAft>
                <a:spcPts val="0"/>
              </a:spcAft>
              <a:buNone/>
            </a:pPr>
            <a:fld id="{00000000-1234-1234-1234-123412341234}" type="slidenum">
              <a:rPr lang="en-GB"/>
            </a:fld>
            <a:endParaRPr sz="1600"/>
          </a:p>
        </p:txBody>
      </p:sp>
      <p:sp>
        <p:nvSpPr>
          <p:cNvPr id="332" name="Google Shape;332;p28"/>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sz="32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333" name="Google Shape;333;p28"/>
          <p:cNvSpPr txBox="1"/>
          <p:nvPr>
            <p:ph type="subTitle" idx="1"/>
          </p:nvPr>
        </p:nvSpPr>
        <p:spPr>
          <a:xfrm>
            <a:off x="5642148" y="2295529"/>
            <a:ext cx="23613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34" name="Google Shape;334;p28"/>
          <p:cNvSpPr txBox="1"/>
          <p:nvPr>
            <p:ph type="subTitle" idx="2"/>
          </p:nvPr>
        </p:nvSpPr>
        <p:spPr>
          <a:xfrm>
            <a:off x="5642138" y="1868029"/>
            <a:ext cx="18222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335" name="Google Shape;335;p28"/>
          <p:cNvSpPr txBox="1"/>
          <p:nvPr>
            <p:ph type="subTitle" idx="3"/>
          </p:nvPr>
        </p:nvSpPr>
        <p:spPr>
          <a:xfrm>
            <a:off x="5642148" y="3459044"/>
            <a:ext cx="23613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36" name="Google Shape;336;p28"/>
          <p:cNvSpPr txBox="1"/>
          <p:nvPr>
            <p:ph type="subTitle" idx="4"/>
          </p:nvPr>
        </p:nvSpPr>
        <p:spPr>
          <a:xfrm>
            <a:off x="5642138" y="3030042"/>
            <a:ext cx="18222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337" name="Google Shape;337;p28"/>
          <p:cNvSpPr txBox="1"/>
          <p:nvPr>
            <p:ph type="subTitle" idx="5"/>
          </p:nvPr>
        </p:nvSpPr>
        <p:spPr>
          <a:xfrm>
            <a:off x="1882723" y="1791083"/>
            <a:ext cx="23613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38" name="Google Shape;338;p28"/>
          <p:cNvSpPr txBox="1"/>
          <p:nvPr>
            <p:ph type="subTitle" idx="6"/>
          </p:nvPr>
        </p:nvSpPr>
        <p:spPr>
          <a:xfrm>
            <a:off x="1882713" y="1362076"/>
            <a:ext cx="18222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339" name="Google Shape;339;p28"/>
          <p:cNvSpPr txBox="1"/>
          <p:nvPr>
            <p:ph type="subTitle" idx="7"/>
          </p:nvPr>
        </p:nvSpPr>
        <p:spPr>
          <a:xfrm>
            <a:off x="1882723" y="2876933"/>
            <a:ext cx="23613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40" name="Google Shape;340;p28"/>
          <p:cNvSpPr txBox="1"/>
          <p:nvPr>
            <p:ph type="subTitle" idx="8"/>
          </p:nvPr>
        </p:nvSpPr>
        <p:spPr>
          <a:xfrm>
            <a:off x="1882713" y="2449433"/>
            <a:ext cx="18222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341" name="Google Shape;341;p28"/>
          <p:cNvSpPr txBox="1"/>
          <p:nvPr>
            <p:ph type="subTitle" idx="9"/>
          </p:nvPr>
        </p:nvSpPr>
        <p:spPr>
          <a:xfrm>
            <a:off x="1882723" y="3964270"/>
            <a:ext cx="23613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42" name="Google Shape;342;p28"/>
          <p:cNvSpPr txBox="1"/>
          <p:nvPr>
            <p:ph type="subTitle" idx="13"/>
          </p:nvPr>
        </p:nvSpPr>
        <p:spPr>
          <a:xfrm>
            <a:off x="1882713" y="3536770"/>
            <a:ext cx="1822200" cy="427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b="1">
                <a:solidFill>
                  <a:schemeClr val="accent1"/>
                </a:solidFill>
                <a:latin typeface="Space Mono"/>
                <a:ea typeface="Space Mono"/>
                <a:cs typeface="Space Mono"/>
                <a:sym typeface="Space Mono"/>
              </a:defRPr>
            </a:lvl9pPr>
          </a:lstStyle>
          <a:p/>
        </p:txBody>
      </p:sp>
      <p:sp>
        <p:nvSpPr>
          <p:cNvPr id="343" name="Google Shape;343;p28"/>
          <p:cNvSpPr/>
          <p:nvPr/>
        </p:nvSpPr>
        <p:spPr>
          <a:xfrm rot="10800000">
            <a:off x="7335644" y="-1025561"/>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44" name="Google Shape;344;p28"/>
          <p:cNvSpPr/>
          <p:nvPr/>
        </p:nvSpPr>
        <p:spPr>
          <a:xfrm rot="10800000">
            <a:off x="8671106" y="989157"/>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45" name="Google Shape;345;p28"/>
          <p:cNvSpPr/>
          <p:nvPr/>
        </p:nvSpPr>
        <p:spPr>
          <a:xfrm rot="10800000" flipH="1">
            <a:off x="-706715" y="4399486"/>
            <a:ext cx="1419951" cy="1275204"/>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six columns">
  <p:cSld name="CUSTOM_6">
    <p:bg>
      <p:bgPr>
        <a:gradFill>
          <a:gsLst>
            <a:gs pos="0">
              <a:schemeClr val="accent2"/>
            </a:gs>
            <a:gs pos="100000">
              <a:schemeClr val="dk2"/>
            </a:gs>
          </a:gsLst>
          <a:lin ang="10801400" scaled="0"/>
        </a:gradFill>
        <a:effectLst/>
      </p:bgPr>
    </p:bg>
    <p:spTree>
      <p:nvGrpSpPr>
        <p:cNvPr id="346" name="Shape 346"/>
        <p:cNvGrpSpPr/>
        <p:nvPr/>
      </p:nvGrpSpPr>
      <p:grpSpPr>
        <a:xfrm>
          <a:off x="0" y="0"/>
          <a:ext cx="0" cy="0"/>
          <a:chOff x="0" y="0"/>
          <a:chExt cx="0" cy="0"/>
        </a:xfrm>
      </p:grpSpPr>
      <p:sp>
        <p:nvSpPr>
          <p:cNvPr id="347" name="Google Shape;347;p29"/>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48" name="Google Shape;348;p29"/>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349" name="Google Shape;349;p29"/>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sz="32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350" name="Google Shape;350;p29"/>
          <p:cNvSpPr txBox="1"/>
          <p:nvPr>
            <p:ph type="subTitle" idx="1"/>
          </p:nvPr>
        </p:nvSpPr>
        <p:spPr>
          <a:xfrm>
            <a:off x="935375" y="2312040"/>
            <a:ext cx="2162100" cy="5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51" name="Google Shape;351;p29"/>
          <p:cNvSpPr txBox="1"/>
          <p:nvPr>
            <p:ph type="subTitle" idx="2"/>
          </p:nvPr>
        </p:nvSpPr>
        <p:spPr>
          <a:xfrm>
            <a:off x="3488875" y="2312040"/>
            <a:ext cx="2162100" cy="5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52" name="Google Shape;352;p29"/>
          <p:cNvSpPr txBox="1"/>
          <p:nvPr>
            <p:ph type="subTitle" idx="3"/>
          </p:nvPr>
        </p:nvSpPr>
        <p:spPr>
          <a:xfrm>
            <a:off x="935375" y="1958399"/>
            <a:ext cx="2162100" cy="337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53" name="Google Shape;353;p29"/>
          <p:cNvSpPr txBox="1"/>
          <p:nvPr>
            <p:ph type="subTitle" idx="4"/>
          </p:nvPr>
        </p:nvSpPr>
        <p:spPr>
          <a:xfrm>
            <a:off x="3488875" y="1958399"/>
            <a:ext cx="2162100" cy="337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54" name="Google Shape;354;p29"/>
          <p:cNvSpPr txBox="1"/>
          <p:nvPr>
            <p:ph type="subTitle" idx="5"/>
          </p:nvPr>
        </p:nvSpPr>
        <p:spPr>
          <a:xfrm>
            <a:off x="935375" y="4068913"/>
            <a:ext cx="2162100" cy="5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55" name="Google Shape;355;p29"/>
          <p:cNvSpPr txBox="1"/>
          <p:nvPr>
            <p:ph type="subTitle" idx="6"/>
          </p:nvPr>
        </p:nvSpPr>
        <p:spPr>
          <a:xfrm>
            <a:off x="3488875" y="4068913"/>
            <a:ext cx="2162100" cy="5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56" name="Google Shape;356;p29"/>
          <p:cNvSpPr txBox="1"/>
          <p:nvPr>
            <p:ph type="subTitle" idx="7"/>
          </p:nvPr>
        </p:nvSpPr>
        <p:spPr>
          <a:xfrm>
            <a:off x="935375" y="3715274"/>
            <a:ext cx="2162100" cy="337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57" name="Google Shape;357;p29"/>
          <p:cNvSpPr txBox="1"/>
          <p:nvPr>
            <p:ph type="subTitle" idx="8"/>
          </p:nvPr>
        </p:nvSpPr>
        <p:spPr>
          <a:xfrm>
            <a:off x="3488875" y="3715274"/>
            <a:ext cx="2162100" cy="337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58" name="Google Shape;358;p29"/>
          <p:cNvSpPr txBox="1"/>
          <p:nvPr>
            <p:ph type="subTitle" idx="9"/>
          </p:nvPr>
        </p:nvSpPr>
        <p:spPr>
          <a:xfrm>
            <a:off x="6046525" y="2312040"/>
            <a:ext cx="2162100" cy="5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359" name="Google Shape;359;p29"/>
          <p:cNvSpPr txBox="1"/>
          <p:nvPr>
            <p:ph type="subTitle" idx="13"/>
          </p:nvPr>
        </p:nvSpPr>
        <p:spPr>
          <a:xfrm>
            <a:off x="6046525" y="1958399"/>
            <a:ext cx="2162100" cy="337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60" name="Google Shape;360;p29"/>
          <p:cNvSpPr txBox="1"/>
          <p:nvPr>
            <p:ph type="subTitle" idx="14"/>
          </p:nvPr>
        </p:nvSpPr>
        <p:spPr>
          <a:xfrm>
            <a:off x="6046525" y="4068913"/>
            <a:ext cx="2162100" cy="5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361" name="Google Shape;361;p29"/>
          <p:cNvSpPr txBox="1"/>
          <p:nvPr>
            <p:ph type="subTitle" idx="15"/>
          </p:nvPr>
        </p:nvSpPr>
        <p:spPr>
          <a:xfrm>
            <a:off x="6046525" y="3715274"/>
            <a:ext cx="2162100" cy="3378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1pPr>
            <a:lvl2pPr lvl="1"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2pPr>
            <a:lvl3pPr lvl="2"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3pPr>
            <a:lvl4pPr lvl="3"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4pPr>
            <a:lvl5pPr lvl="4"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5pPr>
            <a:lvl6pPr lvl="5"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6pPr>
            <a:lvl7pPr lvl="6"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7pPr>
            <a:lvl8pPr lvl="7"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8pPr>
            <a:lvl9pPr lvl="8" algn="ctr" rtl="0">
              <a:lnSpc>
                <a:spcPct val="100000"/>
              </a:lnSpc>
              <a:spcBef>
                <a:spcPts val="0"/>
              </a:spcBef>
              <a:spcAft>
                <a:spcPts val="0"/>
              </a:spcAft>
              <a:buClr>
                <a:schemeClr val="accent1"/>
              </a:buClr>
              <a:buSzPts val="2200"/>
              <a:buFont typeface="Space Mono"/>
              <a:buNone/>
              <a:defRPr sz="2200">
                <a:solidFill>
                  <a:schemeClr val="accent1"/>
                </a:solidFill>
                <a:latin typeface="Space Mono"/>
                <a:ea typeface="Space Mono"/>
                <a:cs typeface="Space Mono"/>
                <a:sym typeface="Space Mono"/>
              </a:defRPr>
            </a:lvl9pPr>
          </a:lstStyle>
          <a:p/>
        </p:txBody>
      </p:sp>
      <p:sp>
        <p:nvSpPr>
          <p:cNvPr id="362" name="Google Shape;362;p29"/>
          <p:cNvSpPr/>
          <p:nvPr/>
        </p:nvSpPr>
        <p:spPr>
          <a:xfrm flipH="1">
            <a:off x="-255755" y="440350"/>
            <a:ext cx="710329" cy="637351"/>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63" name="Google Shape;363;p29"/>
          <p:cNvSpPr/>
          <p:nvPr/>
        </p:nvSpPr>
        <p:spPr>
          <a:xfrm flipH="1">
            <a:off x="-255738" y="-704705"/>
            <a:ext cx="1191113" cy="106889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gs>
              <a:gs pos="100000">
                <a:srgbClr val="E20030"/>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
  <p:cSld name="CUSTOM_1">
    <p:bg>
      <p:bgPr>
        <a:gradFill>
          <a:gsLst>
            <a:gs pos="0">
              <a:schemeClr val="dk2"/>
            </a:gs>
            <a:gs pos="100000">
              <a:schemeClr val="accent2"/>
            </a:gs>
          </a:gsLst>
          <a:lin ang="0" scaled="0"/>
        </a:gradFill>
        <a:effectLst/>
      </p:bgPr>
    </p:bg>
    <p:spTree>
      <p:nvGrpSpPr>
        <p:cNvPr id="364" name="Shape 364"/>
        <p:cNvGrpSpPr/>
        <p:nvPr/>
      </p:nvGrpSpPr>
      <p:grpSpPr>
        <a:xfrm>
          <a:off x="0" y="0"/>
          <a:ext cx="0" cy="0"/>
          <a:chOff x="0" y="0"/>
          <a:chExt cx="0" cy="0"/>
        </a:xfrm>
      </p:grpSpPr>
      <p:sp>
        <p:nvSpPr>
          <p:cNvPr id="365" name="Google Shape;365;p30"/>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66" name="Google Shape;366;p30"/>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67" name="Google Shape;367;p30"/>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lgn="ctr" rtl="0">
              <a:buNone/>
              <a:defRPr sz="1600" b="1">
                <a:solidFill>
                  <a:schemeClr val="dk2"/>
                </a:solidFill>
                <a:latin typeface="Space Mono"/>
                <a:ea typeface="Space Mono"/>
                <a:cs typeface="Space Mono"/>
                <a:sym typeface="Space Mono"/>
              </a:defRPr>
            </a:lvl1pPr>
            <a:lvl2pPr lvl="1" algn="ctr" rtl="0">
              <a:buNone/>
              <a:defRPr sz="1600" b="1">
                <a:solidFill>
                  <a:schemeClr val="dk2"/>
                </a:solidFill>
                <a:latin typeface="Space Mono"/>
                <a:ea typeface="Space Mono"/>
                <a:cs typeface="Space Mono"/>
                <a:sym typeface="Space Mono"/>
              </a:defRPr>
            </a:lvl2pPr>
            <a:lvl3pPr lvl="2" algn="ctr" rtl="0">
              <a:buNone/>
              <a:defRPr sz="1600" b="1">
                <a:solidFill>
                  <a:schemeClr val="dk2"/>
                </a:solidFill>
                <a:latin typeface="Space Mono"/>
                <a:ea typeface="Space Mono"/>
                <a:cs typeface="Space Mono"/>
                <a:sym typeface="Space Mono"/>
              </a:defRPr>
            </a:lvl3pPr>
            <a:lvl4pPr lvl="3" algn="ctr" rtl="0">
              <a:buNone/>
              <a:defRPr sz="1600" b="1">
                <a:solidFill>
                  <a:schemeClr val="dk2"/>
                </a:solidFill>
                <a:latin typeface="Space Mono"/>
                <a:ea typeface="Space Mono"/>
                <a:cs typeface="Space Mono"/>
                <a:sym typeface="Space Mono"/>
              </a:defRPr>
            </a:lvl4pPr>
            <a:lvl5pPr lvl="4" algn="ctr" rtl="0">
              <a:buNone/>
              <a:defRPr sz="1600" b="1">
                <a:solidFill>
                  <a:schemeClr val="dk2"/>
                </a:solidFill>
                <a:latin typeface="Space Mono"/>
                <a:ea typeface="Space Mono"/>
                <a:cs typeface="Space Mono"/>
                <a:sym typeface="Space Mono"/>
              </a:defRPr>
            </a:lvl5pPr>
            <a:lvl6pPr lvl="5" algn="ctr" rtl="0">
              <a:buNone/>
              <a:defRPr sz="1600" b="1">
                <a:solidFill>
                  <a:schemeClr val="dk2"/>
                </a:solidFill>
                <a:latin typeface="Space Mono"/>
                <a:ea typeface="Space Mono"/>
                <a:cs typeface="Space Mono"/>
                <a:sym typeface="Space Mono"/>
              </a:defRPr>
            </a:lvl6pPr>
            <a:lvl7pPr lvl="6" algn="ctr" rtl="0">
              <a:buNone/>
              <a:defRPr sz="1600" b="1">
                <a:solidFill>
                  <a:schemeClr val="dk2"/>
                </a:solidFill>
                <a:latin typeface="Space Mono"/>
                <a:ea typeface="Space Mono"/>
                <a:cs typeface="Space Mono"/>
                <a:sym typeface="Space Mono"/>
              </a:defRPr>
            </a:lvl7pPr>
            <a:lvl8pPr lvl="7" algn="ctr" rtl="0">
              <a:buNone/>
              <a:defRPr sz="1600" b="1">
                <a:solidFill>
                  <a:schemeClr val="dk2"/>
                </a:solidFill>
                <a:latin typeface="Space Mono"/>
                <a:ea typeface="Space Mono"/>
                <a:cs typeface="Space Mono"/>
                <a:sym typeface="Space Mono"/>
              </a:defRPr>
            </a:lvl8pPr>
            <a:lvl9pPr lvl="8" algn="ctr" rtl="0">
              <a:buNone/>
              <a:defRPr sz="1600" b="1">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lang="en-GB"/>
          </a:p>
        </p:txBody>
      </p:sp>
      <p:sp>
        <p:nvSpPr>
          <p:cNvPr id="368" name="Google Shape;368;p30"/>
          <p:cNvSpPr/>
          <p:nvPr/>
        </p:nvSpPr>
        <p:spPr>
          <a:xfrm>
            <a:off x="-250313" y="-616254"/>
            <a:ext cx="908595" cy="81553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108014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69" name="Google Shape;369;p30"/>
          <p:cNvSpPr/>
          <p:nvPr/>
        </p:nvSpPr>
        <p:spPr>
          <a:xfrm flipH="1">
            <a:off x="105460" y="243841"/>
            <a:ext cx="543089" cy="48746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70" name="Google Shape;370;p30"/>
          <p:cNvSpPr/>
          <p:nvPr/>
        </p:nvSpPr>
        <p:spPr>
          <a:xfrm flipH="1">
            <a:off x="-459659" y="4433376"/>
            <a:ext cx="1327285" cy="1191984"/>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2">
  <p:cSld name="CUSTOM_14">
    <p:bg>
      <p:bgPr>
        <a:gradFill>
          <a:gsLst>
            <a:gs pos="0">
              <a:srgbClr val="E20030"/>
            </a:gs>
            <a:gs pos="100000">
              <a:srgbClr val="00216E"/>
            </a:gs>
          </a:gsLst>
          <a:lin ang="5400700" scaled="0"/>
        </a:gradFill>
        <a:effectLst/>
      </p:bgPr>
    </p:bg>
    <p:spTree>
      <p:nvGrpSpPr>
        <p:cNvPr id="371" name="Shape 371"/>
        <p:cNvGrpSpPr/>
        <p:nvPr/>
      </p:nvGrpSpPr>
      <p:grpSpPr>
        <a:xfrm>
          <a:off x="0" y="0"/>
          <a:ext cx="0" cy="0"/>
          <a:chOff x="0" y="0"/>
          <a:chExt cx="0" cy="0"/>
        </a:xfrm>
      </p:grpSpPr>
      <p:sp>
        <p:nvSpPr>
          <p:cNvPr id="372" name="Google Shape;372;p31"/>
          <p:cNvSpPr/>
          <p:nvPr/>
        </p:nvSpPr>
        <p:spPr>
          <a:xfrm flipH="1">
            <a:off x="0" y="-14210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3" name="Google Shape;373;p31"/>
          <p:cNvSpPr/>
          <p:nvPr/>
        </p:nvSpPr>
        <p:spPr>
          <a:xfrm flipH="1">
            <a:off x="517804" y="-142025"/>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31"/>
          <p:cNvSpPr/>
          <p:nvPr/>
        </p:nvSpPr>
        <p:spPr>
          <a:xfrm>
            <a:off x="1035600" y="-142050"/>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5" name="Google Shape;375;p31"/>
          <p:cNvSpPr/>
          <p:nvPr/>
        </p:nvSpPr>
        <p:spPr>
          <a:xfrm rot="10800000">
            <a:off x="286571" y="-307655"/>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76" name="Google Shape;376;p31"/>
          <p:cNvSpPr/>
          <p:nvPr/>
        </p:nvSpPr>
        <p:spPr>
          <a:xfrm>
            <a:off x="-370272" y="4062726"/>
            <a:ext cx="1533413" cy="1376362"/>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77" name="Google Shape;377;p31"/>
          <p:cNvSpPr/>
          <p:nvPr/>
        </p:nvSpPr>
        <p:spPr>
          <a:xfrm rot="10800000" flipH="1">
            <a:off x="-115879" y="-438015"/>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78" name="Google Shape;378;p31"/>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79" name="Google Shape;379;p31"/>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380" name="Google Shape;380;p31"/>
          <p:cNvSpPr txBox="1"/>
          <p:nvPr>
            <p:ph type="title"/>
          </p:nvPr>
        </p:nvSpPr>
        <p:spPr>
          <a:xfrm>
            <a:off x="2921750" y="539500"/>
            <a:ext cx="5508900" cy="538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3">
  <p:cSld name="CUSTOM_15">
    <p:bg>
      <p:bgPr>
        <a:gradFill>
          <a:gsLst>
            <a:gs pos="0">
              <a:srgbClr val="E20030"/>
            </a:gs>
            <a:gs pos="100000">
              <a:srgbClr val="00216E"/>
            </a:gs>
          </a:gsLst>
          <a:lin ang="2698631" scaled="0"/>
        </a:gradFill>
        <a:effectLst/>
      </p:bgPr>
    </p:bg>
    <p:spTree>
      <p:nvGrpSpPr>
        <p:cNvPr id="381" name="Shape 381"/>
        <p:cNvGrpSpPr/>
        <p:nvPr/>
      </p:nvGrpSpPr>
      <p:grpSpPr>
        <a:xfrm>
          <a:off x="0" y="0"/>
          <a:ext cx="0" cy="0"/>
          <a:chOff x="0" y="0"/>
          <a:chExt cx="0" cy="0"/>
        </a:xfrm>
      </p:grpSpPr>
      <p:sp>
        <p:nvSpPr>
          <p:cNvPr id="382" name="Google Shape;382;p32"/>
          <p:cNvSpPr/>
          <p:nvPr/>
        </p:nvSpPr>
        <p:spPr>
          <a:xfrm>
            <a:off x="3117197"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3" name="Google Shape;383;p32"/>
          <p:cNvSpPr/>
          <p:nvPr/>
        </p:nvSpPr>
        <p:spPr>
          <a:xfrm>
            <a:off x="2579168"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4" name="Google Shape;384;p32"/>
          <p:cNvSpPr/>
          <p:nvPr/>
        </p:nvSpPr>
        <p:spPr>
          <a:xfrm flipH="1">
            <a:off x="-1751925"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32"/>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rtl="0">
              <a:buNone/>
              <a:defRPr sz="1600" b="1"/>
            </a:lvl1pPr>
            <a:lvl2pPr lvl="1" rtl="0">
              <a:buNone/>
              <a:defRPr sz="1600" b="1"/>
            </a:lvl2pPr>
            <a:lvl3pPr lvl="2" rtl="0">
              <a:buNone/>
              <a:defRPr sz="1600" b="1"/>
            </a:lvl3pPr>
            <a:lvl4pPr lvl="3" rtl="0">
              <a:buNone/>
              <a:defRPr sz="1600" b="1"/>
            </a:lvl4pPr>
            <a:lvl5pPr lvl="4" rtl="0">
              <a:buNone/>
              <a:defRPr sz="1600" b="1"/>
            </a:lvl5pPr>
            <a:lvl6pPr lvl="5" rtl="0">
              <a:buNone/>
              <a:defRPr sz="1600" b="1"/>
            </a:lvl6pPr>
            <a:lvl7pPr lvl="6" rtl="0">
              <a:buNone/>
              <a:defRPr sz="1600" b="1"/>
            </a:lvl7pPr>
            <a:lvl8pPr lvl="7" rtl="0">
              <a:buNone/>
              <a:defRPr sz="1600" b="1"/>
            </a:lvl8pPr>
            <a:lvl9pPr lvl="8" rtl="0">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386" name="Google Shape;386;p32"/>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87" name="Google Shape;387;p32"/>
          <p:cNvSpPr/>
          <p:nvPr/>
        </p:nvSpPr>
        <p:spPr>
          <a:xfrm>
            <a:off x="7719153" y="53949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88" name="Google Shape;388;p32"/>
          <p:cNvSpPr/>
          <p:nvPr/>
        </p:nvSpPr>
        <p:spPr>
          <a:xfrm rot="10800000" flipH="1">
            <a:off x="7063109" y="175320"/>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89" name="Google Shape;389;p32"/>
          <p:cNvSpPr/>
          <p:nvPr/>
        </p:nvSpPr>
        <p:spPr>
          <a:xfrm>
            <a:off x="7585412" y="3505813"/>
            <a:ext cx="671483" cy="6027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90" name="Google Shape;390;p32"/>
          <p:cNvSpPr txBox="1"/>
          <p:nvPr>
            <p:ph type="sldNum" idx="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sz="1600" b="1"/>
            </a:lvl1pPr>
            <a:lvl2pPr lvl="1">
              <a:buNone/>
              <a:defRPr sz="1600" b="1"/>
            </a:lvl2pPr>
            <a:lvl3pPr lvl="2">
              <a:buNone/>
              <a:defRPr sz="1600" b="1"/>
            </a:lvl3pPr>
            <a:lvl4pPr lvl="3">
              <a:buNone/>
              <a:defRPr sz="1600" b="1"/>
            </a:lvl4pPr>
            <a:lvl5pPr lvl="4">
              <a:buNone/>
              <a:defRPr sz="1600" b="1"/>
            </a:lvl5pPr>
            <a:lvl6pPr lvl="5">
              <a:buNone/>
              <a:defRPr sz="1600" b="1"/>
            </a:lvl6pPr>
            <a:lvl7pPr lvl="6">
              <a:buNone/>
              <a:defRPr sz="1600" b="1"/>
            </a:lvl7pPr>
            <a:lvl8pPr lvl="7">
              <a:buNone/>
              <a:defRPr sz="1600" b="1"/>
            </a:lvl8pPr>
            <a:lvl9pPr lvl="8">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391" name="Google Shape;391;p32"/>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92" name="Google Shape;392;p32"/>
          <p:cNvSpPr/>
          <p:nvPr/>
        </p:nvSpPr>
        <p:spPr>
          <a:xfrm>
            <a:off x="-412372" y="444799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93" name="Google Shape;393;p32"/>
          <p:cNvSpPr/>
          <p:nvPr/>
        </p:nvSpPr>
        <p:spPr>
          <a:xfrm rot="10800000" flipH="1">
            <a:off x="864009" y="4907370"/>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4">
  <p:cSld name="CUSTOM_17">
    <p:bg>
      <p:bgPr>
        <a:gradFill>
          <a:gsLst>
            <a:gs pos="0">
              <a:srgbClr val="00216E"/>
            </a:gs>
            <a:gs pos="100000">
              <a:srgbClr val="E20030"/>
            </a:gs>
          </a:gsLst>
          <a:lin ang="5400700" scaled="0"/>
        </a:gradFill>
        <a:effectLst/>
      </p:bgPr>
    </p:bg>
    <p:spTree>
      <p:nvGrpSpPr>
        <p:cNvPr id="394" name="Shape 394"/>
        <p:cNvGrpSpPr/>
        <p:nvPr/>
      </p:nvGrpSpPr>
      <p:grpSpPr>
        <a:xfrm>
          <a:off x="0" y="0"/>
          <a:ext cx="0" cy="0"/>
          <a:chOff x="0" y="0"/>
          <a:chExt cx="0" cy="0"/>
        </a:xfrm>
      </p:grpSpPr>
      <p:sp>
        <p:nvSpPr>
          <p:cNvPr id="395" name="Google Shape;395;p33"/>
          <p:cNvSpPr/>
          <p:nvPr/>
        </p:nvSpPr>
        <p:spPr>
          <a:xfrm flipH="1">
            <a:off x="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6" name="Google Shape;396;p33"/>
          <p:cNvSpPr/>
          <p:nvPr/>
        </p:nvSpPr>
        <p:spPr>
          <a:xfrm flipH="1">
            <a:off x="51780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33"/>
          <p:cNvSpPr/>
          <p:nvPr/>
        </p:nvSpPr>
        <p:spPr>
          <a:xfrm>
            <a:off x="1035600" y="-142050"/>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8" name="Google Shape;398;p33"/>
          <p:cNvSpPr/>
          <p:nvPr/>
        </p:nvSpPr>
        <p:spPr>
          <a:xfrm>
            <a:off x="161078" y="3491722"/>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399" name="Google Shape;399;p33"/>
          <p:cNvSpPr/>
          <p:nvPr/>
        </p:nvSpPr>
        <p:spPr>
          <a:xfrm rot="10800000" flipH="1">
            <a:off x="-488605" y="-508814"/>
            <a:ext cx="1551574" cy="1392437"/>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00" name="Google Shape;400;p33"/>
          <p:cNvSpPr/>
          <p:nvPr/>
        </p:nvSpPr>
        <p:spPr>
          <a:xfrm>
            <a:off x="1484387" y="2889013"/>
            <a:ext cx="671483" cy="6027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01" name="Google Shape;401;p33"/>
          <p:cNvSpPr txBox="1"/>
          <p:nvPr>
            <p:ph type="title"/>
          </p:nvPr>
        </p:nvSpPr>
        <p:spPr>
          <a:xfrm>
            <a:off x="2075350" y="539500"/>
            <a:ext cx="6355500" cy="538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02" name="Google Shape;402;p33"/>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rtl="0">
              <a:buNone/>
              <a:defRPr sz="1600" b="1"/>
            </a:lvl1pPr>
            <a:lvl2pPr lvl="1" rtl="0">
              <a:buNone/>
              <a:defRPr sz="1600" b="1"/>
            </a:lvl2pPr>
            <a:lvl3pPr lvl="2" rtl="0">
              <a:buNone/>
              <a:defRPr sz="1600" b="1"/>
            </a:lvl3pPr>
            <a:lvl4pPr lvl="3" rtl="0">
              <a:buNone/>
              <a:defRPr sz="1600" b="1"/>
            </a:lvl4pPr>
            <a:lvl5pPr lvl="4" rtl="0">
              <a:buNone/>
              <a:defRPr sz="1600" b="1"/>
            </a:lvl5pPr>
            <a:lvl6pPr lvl="5" rtl="0">
              <a:buNone/>
              <a:defRPr sz="1600" b="1"/>
            </a:lvl6pPr>
            <a:lvl7pPr lvl="6" rtl="0">
              <a:buNone/>
              <a:defRPr sz="1600" b="1"/>
            </a:lvl7pPr>
            <a:lvl8pPr lvl="7" rtl="0">
              <a:buNone/>
              <a:defRPr sz="1600" b="1"/>
            </a:lvl8pPr>
            <a:lvl9pPr lvl="8" rtl="0">
              <a:buNone/>
              <a:defRPr sz="1600" b="1"/>
            </a:lvl9pPr>
          </a:lstStyle>
          <a:p>
            <a:pPr marL="0" lvl="0" indent="0" algn="ctr" rtl="0">
              <a:spcBef>
                <a:spcPts val="0"/>
              </a:spcBef>
              <a:spcAft>
                <a:spcPts val="0"/>
              </a:spcAft>
              <a:buNone/>
            </a:pPr>
            <a:fld id="{00000000-1234-1234-1234-123412341234}" type="slidenum">
              <a:rPr lang="en-GB"/>
            </a:fld>
            <a:endParaRPr lang="en-GB"/>
          </a:p>
        </p:txBody>
      </p:sp>
      <p:sp>
        <p:nvSpPr>
          <p:cNvPr id="403" name="Google Shape;403;p33"/>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04" name="Google Shape;404;p33"/>
          <p:cNvSpPr txBox="1"/>
          <p:nvPr>
            <p:ph type="sldNum" idx="2"/>
          </p:nvPr>
        </p:nvSpPr>
        <p:spPr>
          <a:xfrm>
            <a:off x="8472449" y="4607079"/>
            <a:ext cx="671400" cy="565500"/>
          </a:xfrm>
          <a:prstGeom prst="rect">
            <a:avLst/>
          </a:prstGeom>
        </p:spPr>
        <p:txBody>
          <a:bodyPr spcFirstLastPara="1" wrap="square" lIns="91425" tIns="91425" rIns="91425" bIns="91425" anchor="ctr" anchorCtr="0">
            <a:noAutofit/>
          </a:bodyPr>
          <a:lstStyle>
            <a:lvl1pPr lvl="0" rtl="0">
              <a:buNone/>
              <a:defRPr sz="1600" b="1"/>
            </a:lvl1pPr>
            <a:lvl2pPr lvl="1" rtl="0">
              <a:buNone/>
              <a:defRPr sz="1600" b="1"/>
            </a:lvl2pPr>
            <a:lvl3pPr lvl="2" rtl="0">
              <a:buNone/>
              <a:defRPr sz="1600" b="1"/>
            </a:lvl3pPr>
            <a:lvl4pPr lvl="3" rtl="0">
              <a:buNone/>
              <a:defRPr sz="1600" b="1"/>
            </a:lvl4pPr>
            <a:lvl5pPr lvl="4" rtl="0">
              <a:buNone/>
              <a:defRPr sz="1600" b="1"/>
            </a:lvl5pPr>
            <a:lvl6pPr lvl="5" rtl="0">
              <a:buNone/>
              <a:defRPr sz="1600" b="1"/>
            </a:lvl6pPr>
            <a:lvl7pPr lvl="6" rtl="0">
              <a:buNone/>
              <a:defRPr sz="1600" b="1"/>
            </a:lvl7pPr>
            <a:lvl8pPr lvl="7" rtl="0">
              <a:buNone/>
              <a:defRPr sz="1600" b="1"/>
            </a:lvl8pPr>
            <a:lvl9pPr lvl="8" rtl="0">
              <a:buNone/>
              <a:defRPr sz="1600" b="1"/>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anks">
  <p:cSld name="CUSTOM_11">
    <p:bg>
      <p:bgPr>
        <a:gradFill>
          <a:gsLst>
            <a:gs pos="0">
              <a:srgbClr val="E20030"/>
            </a:gs>
            <a:gs pos="100000">
              <a:srgbClr val="00216E"/>
            </a:gs>
          </a:gsLst>
          <a:lin ang="2698631" scaled="0"/>
        </a:gradFill>
        <a:effectLst/>
      </p:bgPr>
    </p:bg>
    <p:spTree>
      <p:nvGrpSpPr>
        <p:cNvPr id="405" name="Shape 405"/>
        <p:cNvGrpSpPr/>
        <p:nvPr/>
      </p:nvGrpSpPr>
      <p:grpSpPr>
        <a:xfrm>
          <a:off x="0" y="0"/>
          <a:ext cx="0" cy="0"/>
          <a:chOff x="0" y="0"/>
          <a:chExt cx="0" cy="0"/>
        </a:xfrm>
      </p:grpSpPr>
      <p:sp>
        <p:nvSpPr>
          <p:cNvPr id="406" name="Google Shape;406;p34"/>
          <p:cNvSpPr/>
          <p:nvPr/>
        </p:nvSpPr>
        <p:spPr>
          <a:xfrm flipH="1">
            <a:off x="1645745" y="-142018"/>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7" name="Google Shape;407;p34"/>
          <p:cNvSpPr/>
          <p:nvPr/>
        </p:nvSpPr>
        <p:spPr>
          <a:xfrm flipH="1">
            <a:off x="2163549" y="-142018"/>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8" name="Google Shape;408;p34"/>
          <p:cNvSpPr/>
          <p:nvPr/>
        </p:nvSpPr>
        <p:spPr>
          <a:xfrm>
            <a:off x="2681350"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9" name="Google Shape;409;p34"/>
          <p:cNvSpPr txBox="1"/>
          <p:nvPr>
            <p:ph type="title"/>
          </p:nvPr>
        </p:nvSpPr>
        <p:spPr>
          <a:xfrm>
            <a:off x="3142075" y="539500"/>
            <a:ext cx="5288700" cy="1015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200"/>
              <a:buNone/>
              <a:defRPr sz="7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410" name="Google Shape;410;p34"/>
          <p:cNvSpPr txBox="1"/>
          <p:nvPr/>
        </p:nvSpPr>
        <p:spPr>
          <a:xfrm>
            <a:off x="4388575" y="3600075"/>
            <a:ext cx="3889800" cy="671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n-GB" sz="1150" b="1">
                <a:solidFill>
                  <a:schemeClr val="lt2"/>
                </a:solidFill>
                <a:latin typeface="Poppins"/>
                <a:ea typeface="Poppins"/>
                <a:cs typeface="Poppins"/>
                <a:sym typeface="Poppins"/>
              </a:rPr>
              <a:t>CREDITS:</a:t>
            </a:r>
            <a:r>
              <a:rPr lang="en-GB" sz="1150">
                <a:solidFill>
                  <a:schemeClr val="lt2"/>
                </a:solidFill>
                <a:latin typeface="Poppins"/>
                <a:ea typeface="Poppins"/>
                <a:cs typeface="Poppins"/>
                <a:sym typeface="Poppins"/>
              </a:rPr>
              <a:t> This presentation template was created by </a:t>
            </a:r>
            <a:r>
              <a:rPr lang="en-GB" sz="1150" b="1">
                <a:solidFill>
                  <a:schemeClr val="lt2"/>
                </a:solidFill>
                <a:uFill>
                  <a:noFill/>
                </a:uFill>
                <a:latin typeface="Poppins"/>
                <a:ea typeface="Poppins"/>
                <a:cs typeface="Poppins"/>
                <a:sym typeface="Poppins"/>
                <a:hlinkClick r:id="rId2"/>
              </a:rPr>
              <a:t>Slidesgo</a:t>
            </a:r>
            <a:r>
              <a:rPr lang="en-GB" sz="1150" b="1">
                <a:solidFill>
                  <a:schemeClr val="lt2"/>
                </a:solidFill>
                <a:latin typeface="Poppins"/>
                <a:ea typeface="Poppins"/>
                <a:cs typeface="Poppins"/>
                <a:sym typeface="Poppins"/>
              </a:rPr>
              <a:t>,</a:t>
            </a:r>
            <a:r>
              <a:rPr lang="en-GB" sz="1150">
                <a:solidFill>
                  <a:schemeClr val="lt2"/>
                </a:solidFill>
                <a:latin typeface="Poppins"/>
                <a:ea typeface="Poppins"/>
                <a:cs typeface="Poppins"/>
                <a:sym typeface="Poppins"/>
              </a:rPr>
              <a:t> including icons by </a:t>
            </a:r>
            <a:r>
              <a:rPr lang="en-GB" sz="1150" b="1">
                <a:solidFill>
                  <a:schemeClr val="lt2"/>
                </a:solidFill>
                <a:uFill>
                  <a:noFill/>
                </a:uFill>
                <a:latin typeface="Poppins"/>
                <a:ea typeface="Poppins"/>
                <a:cs typeface="Poppins"/>
                <a:sym typeface="Poppins"/>
                <a:hlinkClick r:id="rId3"/>
              </a:rPr>
              <a:t>Flaticon</a:t>
            </a:r>
            <a:r>
              <a:rPr lang="en-GB" sz="1150">
                <a:solidFill>
                  <a:schemeClr val="lt2"/>
                </a:solidFill>
                <a:latin typeface="Poppins"/>
                <a:ea typeface="Poppins"/>
                <a:cs typeface="Poppins"/>
                <a:sym typeface="Poppins"/>
              </a:rPr>
              <a:t>, and infographics &amp; images by </a:t>
            </a:r>
            <a:r>
              <a:rPr lang="en-GB" sz="1150" b="1">
                <a:solidFill>
                  <a:schemeClr val="lt2"/>
                </a:solidFill>
                <a:uFill>
                  <a:noFill/>
                </a:uFill>
                <a:latin typeface="Poppins"/>
                <a:ea typeface="Poppins"/>
                <a:cs typeface="Poppins"/>
                <a:sym typeface="Poppins"/>
                <a:hlinkClick r:id="rId4"/>
              </a:rPr>
              <a:t>Freepik</a:t>
            </a:r>
            <a:endParaRPr sz="1150" b="1">
              <a:solidFill>
                <a:schemeClr val="lt2"/>
              </a:solidFill>
              <a:latin typeface="Poppins"/>
              <a:ea typeface="Poppins"/>
              <a:cs typeface="Poppins"/>
              <a:sym typeface="Poppins"/>
            </a:endParaRPr>
          </a:p>
        </p:txBody>
      </p:sp>
      <p:sp>
        <p:nvSpPr>
          <p:cNvPr id="411" name="Google Shape;411;p34"/>
          <p:cNvSpPr txBox="1"/>
          <p:nvPr>
            <p:ph type="subTitle" idx="1"/>
          </p:nvPr>
        </p:nvSpPr>
        <p:spPr>
          <a:xfrm>
            <a:off x="3142075" y="1675400"/>
            <a:ext cx="5288700" cy="11562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chemeClr val="dk1"/>
              </a:buClr>
              <a:buSzPts val="1400"/>
              <a:buNone/>
              <a:defRPr sz="1400">
                <a:solidFill>
                  <a:schemeClr val="dk1"/>
                </a:solidFill>
              </a:defRPr>
            </a:lvl1pPr>
            <a:lvl2pPr lvl="1" rtl="0">
              <a:lnSpc>
                <a:spcPct val="100000"/>
              </a:lnSpc>
              <a:spcBef>
                <a:spcPts val="0"/>
              </a:spcBef>
              <a:spcAft>
                <a:spcPts val="0"/>
              </a:spcAft>
              <a:buClr>
                <a:schemeClr val="dk1"/>
              </a:buClr>
              <a:buSzPts val="1400"/>
              <a:buNone/>
              <a:defRPr>
                <a:solidFill>
                  <a:schemeClr val="dk1"/>
                </a:solidFill>
              </a:defRPr>
            </a:lvl2pPr>
            <a:lvl3pPr lvl="2" rtl="0">
              <a:lnSpc>
                <a:spcPct val="100000"/>
              </a:lnSpc>
              <a:spcBef>
                <a:spcPts val="0"/>
              </a:spcBef>
              <a:spcAft>
                <a:spcPts val="0"/>
              </a:spcAft>
              <a:buClr>
                <a:schemeClr val="dk1"/>
              </a:buClr>
              <a:buSzPts val="1400"/>
              <a:buNone/>
              <a:defRPr>
                <a:solidFill>
                  <a:schemeClr val="dk1"/>
                </a:solidFill>
              </a:defRPr>
            </a:lvl3pPr>
            <a:lvl4pPr lvl="3" rtl="0">
              <a:lnSpc>
                <a:spcPct val="100000"/>
              </a:lnSpc>
              <a:spcBef>
                <a:spcPts val="0"/>
              </a:spcBef>
              <a:spcAft>
                <a:spcPts val="0"/>
              </a:spcAft>
              <a:buClr>
                <a:schemeClr val="dk1"/>
              </a:buClr>
              <a:buSzPts val="1400"/>
              <a:buNone/>
              <a:defRPr>
                <a:solidFill>
                  <a:schemeClr val="dk1"/>
                </a:solidFill>
              </a:defRPr>
            </a:lvl4pPr>
            <a:lvl5pPr lvl="4" rtl="0">
              <a:lnSpc>
                <a:spcPct val="100000"/>
              </a:lnSpc>
              <a:spcBef>
                <a:spcPts val="0"/>
              </a:spcBef>
              <a:spcAft>
                <a:spcPts val="0"/>
              </a:spcAft>
              <a:buClr>
                <a:schemeClr val="dk1"/>
              </a:buClr>
              <a:buSzPts val="1400"/>
              <a:buNone/>
              <a:defRPr>
                <a:solidFill>
                  <a:schemeClr val="dk1"/>
                </a:solidFill>
              </a:defRPr>
            </a:lvl5pPr>
            <a:lvl6pPr lvl="5" rtl="0">
              <a:lnSpc>
                <a:spcPct val="100000"/>
              </a:lnSpc>
              <a:spcBef>
                <a:spcPts val="0"/>
              </a:spcBef>
              <a:spcAft>
                <a:spcPts val="0"/>
              </a:spcAft>
              <a:buClr>
                <a:schemeClr val="dk1"/>
              </a:buClr>
              <a:buSzPts val="1400"/>
              <a:buNone/>
              <a:defRPr>
                <a:solidFill>
                  <a:schemeClr val="dk1"/>
                </a:solidFill>
              </a:defRPr>
            </a:lvl6pPr>
            <a:lvl7pPr lvl="6" rtl="0">
              <a:lnSpc>
                <a:spcPct val="100000"/>
              </a:lnSpc>
              <a:spcBef>
                <a:spcPts val="0"/>
              </a:spcBef>
              <a:spcAft>
                <a:spcPts val="0"/>
              </a:spcAft>
              <a:buClr>
                <a:schemeClr val="dk1"/>
              </a:buClr>
              <a:buSzPts val="1400"/>
              <a:buNone/>
              <a:defRPr>
                <a:solidFill>
                  <a:schemeClr val="dk1"/>
                </a:solidFill>
              </a:defRPr>
            </a:lvl7pPr>
            <a:lvl8pPr lvl="7" rtl="0">
              <a:lnSpc>
                <a:spcPct val="100000"/>
              </a:lnSpc>
              <a:spcBef>
                <a:spcPts val="0"/>
              </a:spcBef>
              <a:spcAft>
                <a:spcPts val="0"/>
              </a:spcAft>
              <a:buClr>
                <a:schemeClr val="dk1"/>
              </a:buClr>
              <a:buSzPts val="1400"/>
              <a:buNone/>
              <a:defRPr>
                <a:solidFill>
                  <a:schemeClr val="dk1"/>
                </a:solidFill>
              </a:defRPr>
            </a:lvl8pPr>
            <a:lvl9pPr lvl="8" rtl="0">
              <a:lnSpc>
                <a:spcPct val="100000"/>
              </a:lnSpc>
              <a:spcBef>
                <a:spcPts val="0"/>
              </a:spcBef>
              <a:spcAft>
                <a:spcPts val="0"/>
              </a:spcAft>
              <a:buClr>
                <a:schemeClr val="dk1"/>
              </a:buClr>
              <a:buSzPts val="1400"/>
              <a:buNone/>
              <a:defRPr>
                <a:solidFill>
                  <a:schemeClr val="dk1"/>
                </a:solidFill>
              </a:defRPr>
            </a:lvl9pPr>
          </a:lstStyle>
          <a:p/>
        </p:txBody>
      </p:sp>
      <p:sp>
        <p:nvSpPr>
          <p:cNvPr id="412" name="Google Shape;412;p34"/>
          <p:cNvSpPr/>
          <p:nvPr/>
        </p:nvSpPr>
        <p:spPr>
          <a:xfrm>
            <a:off x="161078" y="3491722"/>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13" name="Google Shape;413;p34"/>
          <p:cNvSpPr/>
          <p:nvPr/>
        </p:nvSpPr>
        <p:spPr>
          <a:xfrm rot="10800000" flipH="1">
            <a:off x="441645" y="352461"/>
            <a:ext cx="1551574" cy="1392437"/>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14" name="Google Shape;414;p34"/>
          <p:cNvSpPr/>
          <p:nvPr/>
        </p:nvSpPr>
        <p:spPr>
          <a:xfrm>
            <a:off x="1321737" y="3195813"/>
            <a:ext cx="671483" cy="6027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15" name="Google Shape;415;p34"/>
          <p:cNvSpPr/>
          <p:nvPr/>
        </p:nvSpPr>
        <p:spPr>
          <a:xfrm>
            <a:off x="8180464" y="4315000"/>
            <a:ext cx="1323300" cy="1323300"/>
          </a:xfrm>
          <a:prstGeom prst="donut">
            <a:avLst>
              <a:gd name="adj" fmla="val 815"/>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p:cSld name="CUSTOM_12">
    <p:bg>
      <p:bgPr>
        <a:gradFill>
          <a:gsLst>
            <a:gs pos="0">
              <a:srgbClr val="E20030"/>
            </a:gs>
            <a:gs pos="100000">
              <a:srgbClr val="00216E"/>
            </a:gs>
          </a:gsLst>
          <a:lin ang="5400700" scaled="0"/>
        </a:gradFill>
        <a:effectLst/>
      </p:bgPr>
    </p:bg>
    <p:spTree>
      <p:nvGrpSpPr>
        <p:cNvPr id="416" name="Shape 416"/>
        <p:cNvGrpSpPr/>
        <p:nvPr/>
      </p:nvGrpSpPr>
      <p:grpSpPr>
        <a:xfrm>
          <a:off x="0" y="0"/>
          <a:ext cx="0" cy="0"/>
          <a:chOff x="0" y="0"/>
          <a:chExt cx="0" cy="0"/>
        </a:xfrm>
      </p:grpSpPr>
      <p:grpSp>
        <p:nvGrpSpPr>
          <p:cNvPr id="417" name="Google Shape;417;p35"/>
          <p:cNvGrpSpPr/>
          <p:nvPr/>
        </p:nvGrpSpPr>
        <p:grpSpPr>
          <a:xfrm flipH="1">
            <a:off x="2608118" y="-142050"/>
            <a:ext cx="6504081" cy="5427560"/>
            <a:chOff x="609600" y="-142050"/>
            <a:chExt cx="6504081" cy="5427560"/>
          </a:xfrm>
        </p:grpSpPr>
        <p:sp>
          <p:nvSpPr>
            <p:cNvPr id="418" name="Google Shape;418;p35"/>
            <p:cNvSpPr/>
            <p:nvPr/>
          </p:nvSpPr>
          <p:spPr>
            <a:xfrm flipH="1">
              <a:off x="60960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9" name="Google Shape;419;p35"/>
            <p:cNvSpPr/>
            <p:nvPr/>
          </p:nvSpPr>
          <p:spPr>
            <a:xfrm flipH="1">
              <a:off x="106680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20" name="Google Shape;420;p35"/>
          <p:cNvSpPr/>
          <p:nvPr/>
        </p:nvSpPr>
        <p:spPr>
          <a:xfrm flipH="1">
            <a:off x="-1731700" y="-14198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1" name="Google Shape;421;p35"/>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ctr" rtl="0">
              <a:spcBef>
                <a:spcPts val="0"/>
              </a:spcBef>
              <a:spcAft>
                <a:spcPts val="0"/>
              </a:spcAft>
              <a:buNone/>
            </a:pPr>
            <a:fld id="{00000000-1234-1234-1234-123412341234}" type="slidenum">
              <a:rPr lang="en-GB"/>
            </a:fld>
            <a:endParaRPr sz="1600"/>
          </a:p>
        </p:txBody>
      </p:sp>
      <p:sp>
        <p:nvSpPr>
          <p:cNvPr id="422" name="Google Shape;422;p35"/>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23" name="Google Shape;423;p35"/>
          <p:cNvSpPr/>
          <p:nvPr/>
        </p:nvSpPr>
        <p:spPr>
          <a:xfrm>
            <a:off x="7646278" y="423797"/>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34509"/>
                </a:srgbClr>
              </a:gs>
              <a:gs pos="48000">
                <a:srgbClr val="00216E">
                  <a:alpha val="34509"/>
                </a:srgbClr>
              </a:gs>
              <a:gs pos="100000">
                <a:srgbClr val="00216E">
                  <a:alpha val="34509"/>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24" name="Google Shape;424;p35"/>
          <p:cNvSpPr/>
          <p:nvPr/>
        </p:nvSpPr>
        <p:spPr>
          <a:xfrm rot="10800000" flipH="1">
            <a:off x="6907409" y="166807"/>
            <a:ext cx="811732" cy="728369"/>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25" name="Google Shape;425;p35"/>
          <p:cNvSpPr/>
          <p:nvPr/>
        </p:nvSpPr>
        <p:spPr>
          <a:xfrm>
            <a:off x="-439011" y="4429300"/>
            <a:ext cx="1323300" cy="1323300"/>
          </a:xfrm>
          <a:prstGeom prst="donut">
            <a:avLst>
              <a:gd name="adj" fmla="val 815"/>
            </a:avLst>
          </a:pr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6" name="Google Shape;426;p35"/>
          <p:cNvSpPr/>
          <p:nvPr/>
        </p:nvSpPr>
        <p:spPr>
          <a:xfrm>
            <a:off x="7528787" y="1722838"/>
            <a:ext cx="671483" cy="60271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34509"/>
                </a:srgbClr>
              </a:gs>
              <a:gs pos="48000">
                <a:srgbClr val="00216E">
                  <a:alpha val="34509"/>
                </a:srgbClr>
              </a:gs>
              <a:gs pos="100000">
                <a:srgbClr val="00216E">
                  <a:alpha val="34509"/>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1">
  <p:cSld name="CUSTOM_13">
    <p:bg>
      <p:bgPr>
        <a:gradFill>
          <a:gsLst>
            <a:gs pos="0">
              <a:srgbClr val="E20030"/>
            </a:gs>
            <a:gs pos="100000">
              <a:srgbClr val="00216E"/>
            </a:gs>
          </a:gsLst>
          <a:lin ang="13500032" scaled="0"/>
        </a:gradFill>
        <a:effectLst/>
      </p:bgPr>
    </p:bg>
    <p:spTree>
      <p:nvGrpSpPr>
        <p:cNvPr id="427" name="Shape 427"/>
        <p:cNvGrpSpPr/>
        <p:nvPr/>
      </p:nvGrpSpPr>
      <p:grpSpPr>
        <a:xfrm>
          <a:off x="0" y="0"/>
          <a:ext cx="0" cy="0"/>
          <a:chOff x="0" y="0"/>
          <a:chExt cx="0" cy="0"/>
        </a:xfrm>
      </p:grpSpPr>
      <p:sp>
        <p:nvSpPr>
          <p:cNvPr id="428" name="Google Shape;428;p36"/>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ctr" rtl="0">
              <a:spcBef>
                <a:spcPts val="0"/>
              </a:spcBef>
              <a:spcAft>
                <a:spcPts val="0"/>
              </a:spcAft>
              <a:buNone/>
            </a:pPr>
            <a:fld id="{00000000-1234-1234-1234-123412341234}" type="slidenum">
              <a:rPr lang="en-GB"/>
            </a:fld>
            <a:endParaRPr sz="1600"/>
          </a:p>
        </p:txBody>
      </p:sp>
      <p:grpSp>
        <p:nvGrpSpPr>
          <p:cNvPr id="429" name="Google Shape;429;p36"/>
          <p:cNvGrpSpPr/>
          <p:nvPr/>
        </p:nvGrpSpPr>
        <p:grpSpPr>
          <a:xfrm>
            <a:off x="1600195" y="-142018"/>
            <a:ext cx="6580281" cy="5427560"/>
            <a:chOff x="457200" y="-142050"/>
            <a:chExt cx="6580281" cy="5427560"/>
          </a:xfrm>
        </p:grpSpPr>
        <p:sp>
          <p:nvSpPr>
            <p:cNvPr id="430" name="Google Shape;430;p36"/>
            <p:cNvSpPr/>
            <p:nvPr/>
          </p:nvSpPr>
          <p:spPr>
            <a:xfrm flipH="1">
              <a:off x="457200"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1" name="Google Shape;431;p36"/>
            <p:cNvSpPr/>
            <p:nvPr/>
          </p:nvSpPr>
          <p:spPr>
            <a:xfrm flipH="1">
              <a:off x="990604" y="-142050"/>
              <a:ext cx="6046877" cy="54275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solidFill>
              <a:srgbClr val="E20030">
                <a:alpha val="40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32" name="Google Shape;432;p36"/>
          <p:cNvSpPr/>
          <p:nvPr/>
        </p:nvSpPr>
        <p:spPr>
          <a:xfrm>
            <a:off x="2681350" y="-142037"/>
            <a:ext cx="9860179" cy="5427467"/>
          </a:xfrm>
          <a:custGeom>
            <a:avLst/>
            <a:gdLst/>
            <a:ahLst/>
            <a:cxnLst/>
            <a:rect l="l" t="t" r="r" b="b"/>
            <a:pathLst>
              <a:path w="164542" h="90571" extrusionOk="0">
                <a:moveTo>
                  <a:pt x="33516" y="0"/>
                </a:moveTo>
                <a:cubicBezTo>
                  <a:pt x="27865" y="0"/>
                  <a:pt x="22595" y="3043"/>
                  <a:pt x="19765" y="7942"/>
                </a:cubicBezTo>
                <a:lnTo>
                  <a:pt x="2830" y="37270"/>
                </a:lnTo>
                <a:cubicBezTo>
                  <a:pt x="1" y="42170"/>
                  <a:pt x="1" y="48258"/>
                  <a:pt x="2835" y="53162"/>
                </a:cubicBezTo>
                <a:cubicBezTo>
                  <a:pt x="7140" y="60354"/>
                  <a:pt x="10384" y="66189"/>
                  <a:pt x="12995" y="70880"/>
                </a:cubicBezTo>
                <a:cubicBezTo>
                  <a:pt x="22773" y="88470"/>
                  <a:pt x="23941" y="90571"/>
                  <a:pt x="39678" y="90571"/>
                </a:cubicBezTo>
                <a:cubicBezTo>
                  <a:pt x="41818" y="90571"/>
                  <a:pt x="107858" y="90530"/>
                  <a:pt x="110587" y="90486"/>
                </a:cubicBezTo>
                <a:cubicBezTo>
                  <a:pt x="114137" y="90430"/>
                  <a:pt x="118258" y="90364"/>
                  <a:pt x="123067" y="90364"/>
                </a:cubicBezTo>
                <a:cubicBezTo>
                  <a:pt x="125532" y="90364"/>
                  <a:pt x="128179" y="90381"/>
                  <a:pt x="131021" y="90427"/>
                </a:cubicBezTo>
                <a:cubicBezTo>
                  <a:pt x="136682" y="90427"/>
                  <a:pt x="141947" y="87380"/>
                  <a:pt x="144777" y="82487"/>
                </a:cubicBezTo>
                <a:lnTo>
                  <a:pt x="161712" y="53157"/>
                </a:lnTo>
                <a:cubicBezTo>
                  <a:pt x="164541" y="48258"/>
                  <a:pt x="164541" y="42170"/>
                  <a:pt x="161712" y="37270"/>
                </a:cubicBezTo>
                <a:lnTo>
                  <a:pt x="144777" y="7942"/>
                </a:lnTo>
                <a:cubicBezTo>
                  <a:pt x="141947" y="3043"/>
                  <a:pt x="136677" y="0"/>
                  <a:pt x="131021" y="0"/>
                </a:cubicBezTo>
                <a:close/>
              </a:path>
            </a:pathLst>
          </a:custGeom>
          <a:gradFill>
            <a:gsLst>
              <a:gs pos="0">
                <a:schemeClr val="accent2"/>
              </a:gs>
              <a:gs pos="100000">
                <a:schemeClr val="dk2"/>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36"/>
          <p:cNvSpPr/>
          <p:nvPr/>
        </p:nvSpPr>
        <p:spPr>
          <a:xfrm>
            <a:off x="7874850" y="4607076"/>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34" name="Google Shape;434;p36"/>
          <p:cNvSpPr/>
          <p:nvPr/>
        </p:nvSpPr>
        <p:spPr>
          <a:xfrm flipH="1">
            <a:off x="902146" y="-697977"/>
            <a:ext cx="1714779" cy="153892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0784"/>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35" name="Google Shape;435;p36"/>
          <p:cNvSpPr/>
          <p:nvPr/>
        </p:nvSpPr>
        <p:spPr>
          <a:xfrm>
            <a:off x="65235" y="3625714"/>
            <a:ext cx="2190265" cy="1965713"/>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alpha val="43137"/>
                </a:srgbClr>
              </a:gs>
              <a:gs pos="100000">
                <a:srgbClr val="00216E">
                  <a:alpha val="39607"/>
                </a:srgbClr>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36" name="Google Shape;436;p36"/>
          <p:cNvSpPr/>
          <p:nvPr/>
        </p:nvSpPr>
        <p:spPr>
          <a:xfrm>
            <a:off x="404446" y="337371"/>
            <a:ext cx="1024629" cy="919688"/>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00216E">
                  <a:alpha val="21568"/>
                </a:srgbClr>
              </a:gs>
              <a:gs pos="100000">
                <a:srgbClr val="E20030">
                  <a:alpha val="23137"/>
                </a:srgbClr>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437" name="Google Shape;437;p36"/>
          <p:cNvSpPr/>
          <p:nvPr/>
        </p:nvSpPr>
        <p:spPr>
          <a:xfrm flipH="1">
            <a:off x="4016096" y="3579376"/>
            <a:ext cx="1419951" cy="1275204"/>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6" Type="http://schemas.openxmlformats.org/officeDocument/2006/relationships/theme" Target="../theme/theme1.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no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539500"/>
            <a:ext cx="7717500" cy="5382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chemeClr val="accent1"/>
              </a:buClr>
              <a:buSzPts val="3200"/>
              <a:buFont typeface="Space Mono"/>
              <a:buNone/>
              <a:defRPr sz="3200">
                <a:solidFill>
                  <a:schemeClr val="accent1"/>
                </a:solidFill>
                <a:latin typeface="Space Mono"/>
                <a:ea typeface="Space Mono"/>
                <a:cs typeface="Space Mono"/>
                <a:sym typeface="Space Mono"/>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713225" y="1142650"/>
            <a:ext cx="7717500" cy="34659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1pPr>
            <a:lvl2pPr marL="914400" lvl="1"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2pPr>
            <a:lvl3pPr marL="1371600" lvl="2"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3pPr>
            <a:lvl4pPr marL="1828800" lvl="3"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4pPr>
            <a:lvl5pPr marL="2286000" lvl="4"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5pPr>
            <a:lvl6pPr marL="2743200" lvl="5"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6pPr>
            <a:lvl7pPr marL="3200400" lvl="6"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7pPr>
            <a:lvl8pPr marL="3657600" lvl="7"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8pPr>
            <a:lvl9pPr marL="4114800" lvl="8" indent="-317500">
              <a:lnSpc>
                <a:spcPct val="115000"/>
              </a:lnSpc>
              <a:spcBef>
                <a:spcPts val="0"/>
              </a:spcBef>
              <a:spcAft>
                <a:spcPts val="0"/>
              </a:spcAft>
              <a:buClr>
                <a:schemeClr val="lt2"/>
              </a:buClr>
              <a:buSzPts val="1400"/>
              <a:buFont typeface="Poppins"/>
              <a:buChar char="■"/>
              <a:defRPr>
                <a:solidFill>
                  <a:schemeClr val="lt2"/>
                </a:solidFill>
                <a:latin typeface="Poppins"/>
                <a:ea typeface="Poppins"/>
                <a:cs typeface="Poppins"/>
                <a:sym typeface="Poppins"/>
              </a:defRPr>
            </a:lvl9pPr>
          </a:lstStyle>
          <a:p/>
        </p:txBody>
      </p:sp>
      <p:sp>
        <p:nvSpPr>
          <p:cNvPr id="8" name="Google Shape;8;p1"/>
          <p:cNvSpPr txBox="1"/>
          <p:nvPr>
            <p:ph type="sldNum" idx="12"/>
          </p:nvPr>
        </p:nvSpPr>
        <p:spPr>
          <a:xfrm>
            <a:off x="8472449" y="4607079"/>
            <a:ext cx="671400" cy="565500"/>
          </a:xfrm>
          <a:prstGeom prst="rect">
            <a:avLst/>
          </a:prstGeom>
          <a:noFill/>
          <a:ln>
            <a:noFill/>
          </a:ln>
        </p:spPr>
        <p:txBody>
          <a:bodyPr spcFirstLastPara="1" wrap="square" lIns="91425" tIns="91425" rIns="91425" bIns="91425" anchor="ctr" anchorCtr="0">
            <a:noAutofit/>
          </a:bodyPr>
          <a:lstStyle>
            <a:lvl1pPr lvl="0" algn="ctr" rtl="0">
              <a:buNone/>
              <a:defRPr sz="2000">
                <a:solidFill>
                  <a:schemeClr val="dk2"/>
                </a:solidFill>
                <a:latin typeface="Space Mono"/>
                <a:ea typeface="Space Mono"/>
                <a:cs typeface="Space Mono"/>
                <a:sym typeface="Space Mono"/>
              </a:defRPr>
            </a:lvl1pPr>
            <a:lvl2pPr lvl="1" algn="ctr" rtl="0">
              <a:buNone/>
              <a:defRPr sz="2000">
                <a:solidFill>
                  <a:schemeClr val="dk2"/>
                </a:solidFill>
                <a:latin typeface="Space Mono"/>
                <a:ea typeface="Space Mono"/>
                <a:cs typeface="Space Mono"/>
                <a:sym typeface="Space Mono"/>
              </a:defRPr>
            </a:lvl2pPr>
            <a:lvl3pPr lvl="2" algn="ctr" rtl="0">
              <a:buNone/>
              <a:defRPr sz="2000">
                <a:solidFill>
                  <a:schemeClr val="dk2"/>
                </a:solidFill>
                <a:latin typeface="Space Mono"/>
                <a:ea typeface="Space Mono"/>
                <a:cs typeface="Space Mono"/>
                <a:sym typeface="Space Mono"/>
              </a:defRPr>
            </a:lvl3pPr>
            <a:lvl4pPr lvl="3" algn="ctr" rtl="0">
              <a:buNone/>
              <a:defRPr sz="2000">
                <a:solidFill>
                  <a:schemeClr val="dk2"/>
                </a:solidFill>
                <a:latin typeface="Space Mono"/>
                <a:ea typeface="Space Mono"/>
                <a:cs typeface="Space Mono"/>
                <a:sym typeface="Space Mono"/>
              </a:defRPr>
            </a:lvl4pPr>
            <a:lvl5pPr lvl="4" algn="ctr" rtl="0">
              <a:buNone/>
              <a:defRPr sz="2000">
                <a:solidFill>
                  <a:schemeClr val="dk2"/>
                </a:solidFill>
                <a:latin typeface="Space Mono"/>
                <a:ea typeface="Space Mono"/>
                <a:cs typeface="Space Mono"/>
                <a:sym typeface="Space Mono"/>
              </a:defRPr>
            </a:lvl5pPr>
            <a:lvl6pPr lvl="5" algn="ctr" rtl="0">
              <a:buNone/>
              <a:defRPr sz="2000">
                <a:solidFill>
                  <a:schemeClr val="dk2"/>
                </a:solidFill>
                <a:latin typeface="Space Mono"/>
                <a:ea typeface="Space Mono"/>
                <a:cs typeface="Space Mono"/>
                <a:sym typeface="Space Mono"/>
              </a:defRPr>
            </a:lvl6pPr>
            <a:lvl7pPr lvl="6" algn="ctr" rtl="0">
              <a:buNone/>
              <a:defRPr sz="2000">
                <a:solidFill>
                  <a:schemeClr val="dk2"/>
                </a:solidFill>
                <a:latin typeface="Space Mono"/>
                <a:ea typeface="Space Mono"/>
                <a:cs typeface="Space Mono"/>
                <a:sym typeface="Space Mono"/>
              </a:defRPr>
            </a:lvl7pPr>
            <a:lvl8pPr lvl="7" algn="ctr" rtl="0">
              <a:buNone/>
              <a:defRPr sz="2000">
                <a:solidFill>
                  <a:schemeClr val="dk2"/>
                </a:solidFill>
                <a:latin typeface="Space Mono"/>
                <a:ea typeface="Space Mono"/>
                <a:cs typeface="Space Mono"/>
                <a:sym typeface="Space Mono"/>
              </a:defRPr>
            </a:lvl8pPr>
            <a:lvl9pPr lvl="8" algn="ctr" rtl="0">
              <a:buNone/>
              <a:defRPr sz="2000">
                <a:solidFill>
                  <a:schemeClr val="dk2"/>
                </a:solidFill>
                <a:latin typeface="Space Mono"/>
                <a:ea typeface="Space Mono"/>
                <a:cs typeface="Space Mono"/>
                <a:sym typeface="Space Mono"/>
              </a:defRPr>
            </a:lvl9pPr>
          </a:lstStyle>
          <a:p>
            <a:pPr marL="0" lvl="0" indent="0" algn="ctr" rtl="0">
              <a:spcBef>
                <a:spcPts val="0"/>
              </a:spcBef>
              <a:spcAft>
                <a:spcPts val="0"/>
              </a:spcAft>
              <a:buNone/>
            </a:pPr>
            <a:fld id="{00000000-1234-1234-1234-123412341234}" type="slidenum">
              <a:rPr lang="en-GB"/>
            </a:fld>
            <a:endParaRPr sz="1600"/>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6.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27.xml"/><Relationship Id="rId2" Type="http://schemas.openxmlformats.org/officeDocument/2006/relationships/image" Target="../media/image3.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7.xml"/><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447" name="Shape 447"/>
        <p:cNvGrpSpPr/>
        <p:nvPr/>
      </p:nvGrpSpPr>
      <p:grpSpPr>
        <a:xfrm>
          <a:off x="0" y="0"/>
          <a:ext cx="0" cy="0"/>
          <a:chOff x="0" y="0"/>
          <a:chExt cx="0" cy="0"/>
        </a:xfrm>
      </p:grpSpPr>
      <p:sp>
        <p:nvSpPr>
          <p:cNvPr id="448" name="Google Shape;448;p40"/>
          <p:cNvSpPr/>
          <p:nvPr/>
        </p:nvSpPr>
        <p:spPr>
          <a:xfrm flipH="1">
            <a:off x="4409987" y="3821522"/>
            <a:ext cx="1016536" cy="912912"/>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40"/>
          <p:cNvSpPr txBox="1"/>
          <p:nvPr>
            <p:ph type="ctrTitle"/>
          </p:nvPr>
        </p:nvSpPr>
        <p:spPr>
          <a:xfrm>
            <a:off x="683260" y="1923415"/>
            <a:ext cx="5235575" cy="88265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ltLang="en-GB" sz="4800"/>
              <a:t>Le Web Scraping</a:t>
            </a:r>
            <a:endParaRPr lang="en-US" altLang="en-GB" sz="4800"/>
          </a:p>
        </p:txBody>
      </p:sp>
      <p:sp>
        <p:nvSpPr>
          <p:cNvPr id="2" name="Google Shape;450;p40"/>
          <p:cNvSpPr txBox="1"/>
          <p:nvPr/>
        </p:nvSpPr>
        <p:spPr>
          <a:xfrm>
            <a:off x="683895" y="2643505"/>
            <a:ext cx="5234940" cy="354330"/>
          </a:xfrm>
          <a:prstGeom prst="rect">
            <a:avLst/>
          </a:prstGeom>
          <a:no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lt2"/>
              </a:buClr>
              <a:buSzPts val="2800"/>
              <a:buFont typeface="Poppins"/>
              <a:buNone/>
              <a:defRPr sz="1600" b="0" i="0" u="none" strike="noStrike" cap="none">
                <a:solidFill>
                  <a:schemeClr val="lt2"/>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9pPr>
          </a:lstStyle>
          <a:p>
            <a:pPr marL="0" lvl="0" indent="0" algn="l" rtl="0">
              <a:spcBef>
                <a:spcPts val="0"/>
              </a:spcBef>
              <a:spcAft>
                <a:spcPts val="0"/>
              </a:spcAft>
              <a:buNone/>
            </a:pPr>
            <a:r>
              <a:rPr lang="en-US" altLang="en-GB"/>
              <a:t>Explorer une technique clé d'extraction de données</a:t>
            </a:r>
            <a:endParaRPr lang="en-US" altLang="en-GB"/>
          </a:p>
        </p:txBody>
      </p:sp>
      <p:sp>
        <p:nvSpPr>
          <p:cNvPr id="6" name="Google Shape;450;p40"/>
          <p:cNvSpPr txBox="1"/>
          <p:nvPr/>
        </p:nvSpPr>
        <p:spPr>
          <a:xfrm>
            <a:off x="251460" y="4444365"/>
            <a:ext cx="3016885" cy="354330"/>
          </a:xfrm>
          <a:prstGeom prst="rect">
            <a:avLst/>
          </a:prstGeom>
          <a:no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lt2"/>
              </a:buClr>
              <a:buSzPts val="2800"/>
              <a:buFont typeface="Poppins"/>
              <a:buNone/>
              <a:defRPr sz="1600" b="0" i="0" u="none" strike="noStrike" cap="none">
                <a:solidFill>
                  <a:schemeClr val="lt2"/>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9pPr>
          </a:lstStyle>
          <a:p>
            <a:pPr marL="0" lvl="0" indent="0" algn="l" rtl="0">
              <a:spcBef>
                <a:spcPts val="0"/>
              </a:spcBef>
              <a:spcAft>
                <a:spcPts val="0"/>
              </a:spcAft>
              <a:buNone/>
            </a:pPr>
            <a:r>
              <a:rPr lang="en-US" altLang="en-GB" sz="1200"/>
              <a:t>SELOUGHA Mohamed Achraf</a:t>
            </a:r>
            <a:endParaRPr lang="en-US" altLang="en-GB" sz="1200"/>
          </a:p>
        </p:txBody>
      </p:sp>
      <p:sp>
        <p:nvSpPr>
          <p:cNvPr id="7" name="Google Shape;450;p40"/>
          <p:cNvSpPr txBox="1"/>
          <p:nvPr/>
        </p:nvSpPr>
        <p:spPr>
          <a:xfrm>
            <a:off x="251460" y="4732020"/>
            <a:ext cx="3016885" cy="354330"/>
          </a:xfrm>
          <a:prstGeom prst="rect">
            <a:avLst/>
          </a:prstGeom>
          <a:no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lt2"/>
              </a:buClr>
              <a:buSzPts val="2800"/>
              <a:buFont typeface="Poppins"/>
              <a:buNone/>
              <a:defRPr sz="1600" b="0" i="0" u="none" strike="noStrike" cap="none">
                <a:solidFill>
                  <a:schemeClr val="lt2"/>
                </a:solidFill>
                <a:latin typeface="Poppins"/>
                <a:ea typeface="Poppins"/>
                <a:cs typeface="Poppins"/>
                <a:sym typeface="Poppins"/>
              </a:defRPr>
            </a:lvl1pPr>
            <a:lvl2pPr marL="914400" marR="0" lvl="1"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2pPr>
            <a:lvl3pPr marL="1371600" marR="0" lvl="2"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3pPr>
            <a:lvl4pPr marL="1828800" marR="0" lvl="3"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4pPr>
            <a:lvl5pPr marL="2286000" marR="0" lvl="4"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5pPr>
            <a:lvl6pPr marL="2743200" marR="0" lvl="5"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6pPr>
            <a:lvl7pPr marL="3200400" marR="0" lvl="6"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7pPr>
            <a:lvl8pPr marL="3657600" marR="0" lvl="7"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8pPr>
            <a:lvl9pPr marL="4114800" marR="0" lvl="8" indent="-317500" algn="ctr" rtl="0">
              <a:lnSpc>
                <a:spcPct val="100000"/>
              </a:lnSpc>
              <a:spcBef>
                <a:spcPts val="0"/>
              </a:spcBef>
              <a:spcAft>
                <a:spcPts val="0"/>
              </a:spcAft>
              <a:buClr>
                <a:schemeClr val="lt2"/>
              </a:buClr>
              <a:buSzPts val="2800"/>
              <a:buFont typeface="Poppins"/>
              <a:buNone/>
              <a:defRPr sz="2800" b="0" i="0" u="none" strike="noStrike" cap="none">
                <a:solidFill>
                  <a:schemeClr val="lt2"/>
                </a:solidFill>
                <a:latin typeface="Poppins"/>
                <a:ea typeface="Poppins"/>
                <a:cs typeface="Poppins"/>
                <a:sym typeface="Poppins"/>
              </a:defRPr>
            </a:lvl9pPr>
          </a:lstStyle>
          <a:p>
            <a:pPr marL="0" indent="0"/>
            <a:r>
              <a:rPr lang="en-US" altLang="en-GB" sz="1200" dirty="0">
                <a:sym typeface="+mn-ea"/>
              </a:rPr>
              <a:t>BENAMRANE Mohamed </a:t>
            </a:r>
            <a:r>
              <a:rPr lang="en-US" altLang="en-GB" sz="1200" dirty="0" err="1">
                <a:sym typeface="+mn-ea"/>
              </a:rPr>
              <a:t>Achraf</a:t>
            </a:r>
            <a:endParaRPr lang="en-US" altLang="en-GB" sz="120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511" name="Shape 511"/>
        <p:cNvGrpSpPr/>
        <p:nvPr/>
      </p:nvGrpSpPr>
      <p:grpSpPr>
        <a:xfrm>
          <a:off x="0" y="0"/>
          <a:ext cx="0" cy="0"/>
          <a:chOff x="0" y="0"/>
          <a:chExt cx="0" cy="0"/>
        </a:xfrm>
      </p:grpSpPr>
      <p:sp>
        <p:nvSpPr>
          <p:cNvPr id="512" name="Google Shape;512;p46"/>
          <p:cNvSpPr txBox="1"/>
          <p:nvPr>
            <p:ph type="title"/>
          </p:nvPr>
        </p:nvSpPr>
        <p:spPr>
          <a:xfrm>
            <a:off x="713225" y="2090560"/>
            <a:ext cx="4130100" cy="94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Contexte et définition</a:t>
            </a:r>
            <a:endParaRPr lang="en-GB"/>
          </a:p>
        </p:txBody>
      </p:sp>
      <p:sp>
        <p:nvSpPr>
          <p:cNvPr id="513" name="Google Shape;513;p46"/>
          <p:cNvSpPr txBox="1"/>
          <p:nvPr>
            <p:ph type="title" idx="2"/>
          </p:nvPr>
        </p:nvSpPr>
        <p:spPr>
          <a:xfrm>
            <a:off x="713225" y="986040"/>
            <a:ext cx="2125500" cy="1174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01</a:t>
            </a:r>
            <a:endParaRPr 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502" name="Shape 502"/>
        <p:cNvGrpSpPr/>
        <p:nvPr/>
      </p:nvGrpSpPr>
      <p:grpSpPr>
        <a:xfrm>
          <a:off x="0" y="0"/>
          <a:ext cx="0" cy="0"/>
          <a:chOff x="0" y="0"/>
          <a:chExt cx="0" cy="0"/>
        </a:xfrm>
      </p:grpSpPr>
      <p:sp>
        <p:nvSpPr>
          <p:cNvPr id="503" name="Google Shape;503;p45"/>
          <p:cNvSpPr txBox="1"/>
          <p:nvPr>
            <p:ph type="title"/>
          </p:nvPr>
        </p:nvSpPr>
        <p:spPr>
          <a:xfrm>
            <a:off x="683895" y="483870"/>
            <a:ext cx="4746625" cy="155956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Qu'est-ce que le web scraping ?</a:t>
            </a:r>
            <a:endParaRPr lang="en-GB"/>
          </a:p>
        </p:txBody>
      </p:sp>
      <p:sp>
        <p:nvSpPr>
          <p:cNvPr id="504" name="Google Shape;504;p45"/>
          <p:cNvSpPr txBox="1"/>
          <p:nvPr>
            <p:ph type="subTitle" idx="1"/>
          </p:nvPr>
        </p:nvSpPr>
        <p:spPr>
          <a:xfrm>
            <a:off x="683895" y="1995805"/>
            <a:ext cx="4746625" cy="1867535"/>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Clr>
                <a:schemeClr val="accent1"/>
              </a:buClr>
              <a:buSzPts val="1100"/>
              <a:buFont typeface="Arial" panose="020B0604020202020204" pitchFamily="34" charset="0"/>
              <a:buChar char="•"/>
            </a:pPr>
            <a:r>
              <a:rPr lang="en-US" altLang="en-GB"/>
              <a:t>Technique de récupération et d'organisation automatisées des données web via un script </a:t>
            </a:r>
            <a:r>
              <a:rPr>
                <a:sym typeface="+mn-ea"/>
              </a:rPr>
              <a:t>ou un programme</a:t>
            </a:r>
            <a:r>
              <a:rPr lang="en-US">
                <a:sym typeface="+mn-ea"/>
              </a:rPr>
              <a:t> </a:t>
            </a:r>
            <a:r>
              <a:rPr>
                <a:sym typeface="+mn-ea"/>
              </a:rPr>
              <a:t>pour les transformer ou les réutiliser dans divers contextes</a:t>
            </a:r>
            <a:endParaRPr lang="en-US" altLang="en-GB"/>
          </a:p>
          <a:p>
            <a:pPr marL="285750" lvl="0" indent="-285750" algn="l" rtl="0">
              <a:spcBef>
                <a:spcPts val="0"/>
              </a:spcBef>
              <a:spcAft>
                <a:spcPts val="0"/>
              </a:spcAft>
              <a:buClr>
                <a:schemeClr val="accent1"/>
              </a:buClr>
              <a:buSzPts val="1100"/>
              <a:buFont typeface="Arial" panose="020B0604020202020204" pitchFamily="34" charset="0"/>
              <a:buChar char="•"/>
            </a:pPr>
            <a:endParaRPr lang="en-US" altLang="en-GB"/>
          </a:p>
          <a:p>
            <a:pPr marL="285750" lvl="0" indent="-285750" algn="l" rtl="0">
              <a:spcBef>
                <a:spcPts val="0"/>
              </a:spcBef>
              <a:spcAft>
                <a:spcPts val="0"/>
              </a:spcAft>
              <a:buClr>
                <a:schemeClr val="accent1"/>
              </a:buClr>
              <a:buSzPts val="1100"/>
              <a:buFont typeface="Arial" panose="020B0604020202020204" pitchFamily="34" charset="0"/>
              <a:buChar char="•"/>
            </a:pPr>
            <a:r>
              <a:rPr lang="en-US" altLang="en-GB"/>
              <a:t>Aussi appelé "harvesting" ou ‘moissonnage du web"</a:t>
            </a:r>
            <a:endParaRPr lang="en-US" altLang="en-GB"/>
          </a:p>
          <a:p>
            <a:pPr marL="285750" lvl="0" indent="-285750" algn="l" rtl="0">
              <a:spcBef>
                <a:spcPts val="0"/>
              </a:spcBef>
              <a:spcAft>
                <a:spcPts val="0"/>
              </a:spcAft>
              <a:buClr>
                <a:schemeClr val="accent1"/>
              </a:buClr>
              <a:buSzPts val="1100"/>
              <a:buFont typeface="Arial" panose="020B0604020202020204" pitchFamily="34" charset="0"/>
              <a:buChar char="•"/>
            </a:pPr>
            <a:endParaRPr lang="en-US" altLang="en-GB"/>
          </a:p>
        </p:txBody>
      </p:sp>
      <p:sp>
        <p:nvSpPr>
          <p:cNvPr id="505" name="Google Shape;505;p45"/>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506" name="Google Shape;506;p45"/>
          <p:cNvSpPr/>
          <p:nvPr/>
        </p:nvSpPr>
        <p:spPr>
          <a:xfrm>
            <a:off x="5348653" y="837572"/>
            <a:ext cx="1323290" cy="1187760"/>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511" name="Shape 511"/>
        <p:cNvGrpSpPr/>
        <p:nvPr/>
      </p:nvGrpSpPr>
      <p:grpSpPr>
        <a:xfrm>
          <a:off x="0" y="0"/>
          <a:ext cx="0" cy="0"/>
          <a:chOff x="0" y="0"/>
          <a:chExt cx="0" cy="0"/>
        </a:xfrm>
      </p:grpSpPr>
      <p:sp>
        <p:nvSpPr>
          <p:cNvPr id="512" name="Google Shape;512;p46"/>
          <p:cNvSpPr txBox="1"/>
          <p:nvPr>
            <p:ph type="title"/>
          </p:nvPr>
        </p:nvSpPr>
        <p:spPr>
          <a:xfrm>
            <a:off x="713105" y="2090420"/>
            <a:ext cx="4366895" cy="9493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Importance et applications</a:t>
            </a:r>
            <a:endParaRPr lang="en-GB"/>
          </a:p>
        </p:txBody>
      </p:sp>
      <p:sp>
        <p:nvSpPr>
          <p:cNvPr id="513" name="Google Shape;513;p46"/>
          <p:cNvSpPr txBox="1"/>
          <p:nvPr>
            <p:ph type="title" idx="2"/>
          </p:nvPr>
        </p:nvSpPr>
        <p:spPr>
          <a:xfrm>
            <a:off x="713225" y="986040"/>
            <a:ext cx="2125500" cy="1174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0</a:t>
            </a:r>
            <a:r>
              <a:rPr lang="en-US" altLang="en-GB"/>
              <a:t>2</a:t>
            </a:r>
            <a:endParaRPr lang="en-US" alt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700" name="Shape 700"/>
        <p:cNvGrpSpPr/>
        <p:nvPr/>
      </p:nvGrpSpPr>
      <p:grpSpPr>
        <a:xfrm>
          <a:off x="0" y="0"/>
          <a:ext cx="0" cy="0"/>
          <a:chOff x="0" y="0"/>
          <a:chExt cx="0" cy="0"/>
        </a:xfrm>
      </p:grpSpPr>
      <p:sp>
        <p:nvSpPr>
          <p:cNvPr id="701" name="Google Shape;701;p56"/>
          <p:cNvSpPr txBox="1"/>
          <p:nvPr>
            <p:ph type="title"/>
          </p:nvPr>
        </p:nvSpPr>
        <p:spPr>
          <a:xfrm>
            <a:off x="713225" y="539500"/>
            <a:ext cx="7717500" cy="53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Pourquoi utiliser le web scraping ?</a:t>
            </a:r>
            <a:endParaRPr lang="en-GB"/>
          </a:p>
        </p:txBody>
      </p:sp>
      <p:sp>
        <p:nvSpPr>
          <p:cNvPr id="702" name="Google Shape;702;p56"/>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sz="1600" b="1"/>
            </a:fld>
            <a:endParaRPr sz="1600" b="1"/>
          </a:p>
        </p:txBody>
      </p:sp>
      <p:sp>
        <p:nvSpPr>
          <p:cNvPr id="707" name="Google Shape;707;p56"/>
          <p:cNvSpPr txBox="1"/>
          <p:nvPr>
            <p:ph type="subTitle" idx="5"/>
          </p:nvPr>
        </p:nvSpPr>
        <p:spPr>
          <a:xfrm>
            <a:off x="1739265" y="1934845"/>
            <a:ext cx="2623820" cy="161544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sym typeface="+mn-ea"/>
              </a:rPr>
              <a:t>Le web scraping permet aux</a:t>
            </a:r>
            <a:r>
              <a:rPr>
                <a:sym typeface="+mn-ea"/>
              </a:rPr>
              <a:t> entreprises</a:t>
            </a:r>
            <a:r>
              <a:rPr lang="en-US">
                <a:sym typeface="+mn-ea"/>
              </a:rPr>
              <a:t> de</a:t>
            </a:r>
            <a:r>
              <a:rPr>
                <a:sym typeface="+mn-ea"/>
              </a:rPr>
              <a:t> collecter</a:t>
            </a:r>
            <a:r>
              <a:rPr lang="en-US">
                <a:sym typeface="+mn-ea"/>
              </a:rPr>
              <a:t> </a:t>
            </a:r>
            <a:r>
              <a:rPr>
                <a:sym typeface="+mn-ea"/>
              </a:rPr>
              <a:t>des</a:t>
            </a:r>
            <a:r>
              <a:rPr lang="en-US">
                <a:sym typeface="+mn-ea"/>
              </a:rPr>
              <a:t> informations sur les prix, les produits, les avis clients ou les tendances pour analyser la concurrence et les comportements des consommateurs</a:t>
            </a:r>
            <a:endParaRPr lang="en-GB"/>
          </a:p>
        </p:txBody>
      </p:sp>
      <p:sp>
        <p:nvSpPr>
          <p:cNvPr id="708" name="Google Shape;708;p56"/>
          <p:cNvSpPr txBox="1"/>
          <p:nvPr>
            <p:ph type="subTitle" idx="6"/>
          </p:nvPr>
        </p:nvSpPr>
        <p:spPr>
          <a:xfrm>
            <a:off x="1739265" y="1433830"/>
            <a:ext cx="2649855" cy="42735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Analyse de marché</a:t>
            </a:r>
            <a:endParaRPr lang="en-GB"/>
          </a:p>
        </p:txBody>
      </p:sp>
      <p:sp>
        <p:nvSpPr>
          <p:cNvPr id="711" name="Google Shape;711;p56"/>
          <p:cNvSpPr txBox="1"/>
          <p:nvPr>
            <p:ph type="subTitle" idx="9"/>
          </p:nvPr>
        </p:nvSpPr>
        <p:spPr>
          <a:xfrm>
            <a:off x="5641975" y="2524125"/>
            <a:ext cx="2361565" cy="193802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a:sym typeface="+mn-ea"/>
              </a:rPr>
              <a:t>Un site de comparaison de vols scrape les tarifs et horaires de plusieurs compagnies aériennes (par exemple, Air France, Ryanair) pour afficher les meilleures options sur une seule interface, facilitant la recherche des utilisateurs</a:t>
            </a:r>
            <a:endParaRPr lang="en-GB"/>
          </a:p>
        </p:txBody>
      </p:sp>
      <p:sp>
        <p:nvSpPr>
          <p:cNvPr id="712" name="Google Shape;712;p56"/>
          <p:cNvSpPr txBox="1"/>
          <p:nvPr>
            <p:ph type="subTitle" idx="13"/>
          </p:nvPr>
        </p:nvSpPr>
        <p:spPr>
          <a:xfrm>
            <a:off x="5652073" y="1993085"/>
            <a:ext cx="1822200" cy="427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Agrégation</a:t>
            </a:r>
            <a:endParaRPr lang="en-GB"/>
          </a:p>
        </p:txBody>
      </p:sp>
      <p:sp>
        <p:nvSpPr>
          <p:cNvPr id="713" name="Google Shape;713;p56"/>
          <p:cNvSpPr/>
          <p:nvPr/>
        </p:nvSpPr>
        <p:spPr>
          <a:xfrm>
            <a:off x="696936" y="1424972"/>
            <a:ext cx="813685" cy="730740"/>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5" name="Google Shape;715;p56"/>
          <p:cNvSpPr/>
          <p:nvPr/>
        </p:nvSpPr>
        <p:spPr>
          <a:xfrm>
            <a:off x="4599646" y="2060837"/>
            <a:ext cx="813685" cy="730740"/>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18" name="Google Shape;718;p56"/>
          <p:cNvGrpSpPr/>
          <p:nvPr/>
        </p:nvGrpSpPr>
        <p:grpSpPr>
          <a:xfrm>
            <a:off x="910157" y="1580726"/>
            <a:ext cx="387069" cy="427494"/>
            <a:chOff x="1609225" y="2323150"/>
            <a:chExt cx="239375" cy="264375"/>
          </a:xfrm>
        </p:grpSpPr>
        <p:sp>
          <p:nvSpPr>
            <p:cNvPr id="719" name="Google Shape;719;p56"/>
            <p:cNvSpPr/>
            <p:nvPr/>
          </p:nvSpPr>
          <p:spPr>
            <a:xfrm>
              <a:off x="1708650" y="2504725"/>
              <a:ext cx="8375" cy="7775"/>
            </a:xfrm>
            <a:custGeom>
              <a:avLst/>
              <a:gdLst/>
              <a:ahLst/>
              <a:cxnLst/>
              <a:rect l="l" t="t" r="r" b="b"/>
              <a:pathLst>
                <a:path w="335" h="311" extrusionOk="0">
                  <a:moveTo>
                    <a:pt x="1" y="1"/>
                  </a:moveTo>
                  <a:lnTo>
                    <a:pt x="1" y="311"/>
                  </a:lnTo>
                  <a:lnTo>
                    <a:pt x="334" y="311"/>
                  </a:lnTo>
                  <a:lnTo>
                    <a:pt x="33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0" name="Google Shape;720;p56"/>
            <p:cNvSpPr/>
            <p:nvPr/>
          </p:nvSpPr>
          <p:spPr>
            <a:xfrm>
              <a:off x="1725325" y="2504725"/>
              <a:ext cx="7775" cy="7775"/>
            </a:xfrm>
            <a:custGeom>
              <a:avLst/>
              <a:gdLst/>
              <a:ahLst/>
              <a:cxnLst/>
              <a:rect l="l" t="t" r="r" b="b"/>
              <a:pathLst>
                <a:path w="311" h="311" extrusionOk="0">
                  <a:moveTo>
                    <a:pt x="1" y="1"/>
                  </a:moveTo>
                  <a:lnTo>
                    <a:pt x="1" y="311"/>
                  </a:lnTo>
                  <a:lnTo>
                    <a:pt x="310" y="311"/>
                  </a:lnTo>
                  <a:lnTo>
                    <a:pt x="31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1" name="Google Shape;721;p56"/>
            <p:cNvSpPr/>
            <p:nvPr/>
          </p:nvSpPr>
          <p:spPr>
            <a:xfrm>
              <a:off x="1741400" y="2504725"/>
              <a:ext cx="8350" cy="7775"/>
            </a:xfrm>
            <a:custGeom>
              <a:avLst/>
              <a:gdLst/>
              <a:ahLst/>
              <a:cxnLst/>
              <a:rect l="l" t="t" r="r" b="b"/>
              <a:pathLst>
                <a:path w="334" h="311" extrusionOk="0">
                  <a:moveTo>
                    <a:pt x="1" y="1"/>
                  </a:moveTo>
                  <a:lnTo>
                    <a:pt x="1" y="311"/>
                  </a:lnTo>
                  <a:lnTo>
                    <a:pt x="334" y="311"/>
                  </a:lnTo>
                  <a:lnTo>
                    <a:pt x="33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2" name="Google Shape;722;p56"/>
            <p:cNvSpPr/>
            <p:nvPr/>
          </p:nvSpPr>
          <p:spPr>
            <a:xfrm>
              <a:off x="1609225" y="2323150"/>
              <a:ext cx="239375" cy="264375"/>
            </a:xfrm>
            <a:custGeom>
              <a:avLst/>
              <a:gdLst/>
              <a:ahLst/>
              <a:cxnLst/>
              <a:rect l="l" t="t" r="r" b="b"/>
              <a:pathLst>
                <a:path w="9575" h="10575" extrusionOk="0">
                  <a:moveTo>
                    <a:pt x="6955" y="334"/>
                  </a:moveTo>
                  <a:lnTo>
                    <a:pt x="6955" y="3430"/>
                  </a:lnTo>
                  <a:lnTo>
                    <a:pt x="5288" y="1763"/>
                  </a:lnTo>
                  <a:lnTo>
                    <a:pt x="4311" y="2739"/>
                  </a:lnTo>
                  <a:lnTo>
                    <a:pt x="3644" y="2096"/>
                  </a:lnTo>
                  <a:lnTo>
                    <a:pt x="2644" y="3096"/>
                  </a:lnTo>
                  <a:lnTo>
                    <a:pt x="2644" y="334"/>
                  </a:lnTo>
                  <a:close/>
                  <a:moveTo>
                    <a:pt x="3644" y="2501"/>
                  </a:moveTo>
                  <a:lnTo>
                    <a:pt x="4097" y="2954"/>
                  </a:lnTo>
                  <a:lnTo>
                    <a:pt x="3454" y="3644"/>
                  </a:lnTo>
                  <a:lnTo>
                    <a:pt x="2668" y="3644"/>
                  </a:lnTo>
                  <a:lnTo>
                    <a:pt x="2668" y="3525"/>
                  </a:lnTo>
                  <a:lnTo>
                    <a:pt x="2644" y="3525"/>
                  </a:lnTo>
                  <a:lnTo>
                    <a:pt x="3644" y="2501"/>
                  </a:lnTo>
                  <a:close/>
                  <a:moveTo>
                    <a:pt x="5288" y="2215"/>
                  </a:moveTo>
                  <a:lnTo>
                    <a:pt x="6716" y="3644"/>
                  </a:lnTo>
                  <a:lnTo>
                    <a:pt x="3835" y="3644"/>
                  </a:lnTo>
                  <a:lnTo>
                    <a:pt x="5288" y="2215"/>
                  </a:lnTo>
                  <a:close/>
                  <a:moveTo>
                    <a:pt x="6955" y="3954"/>
                  </a:moveTo>
                  <a:lnTo>
                    <a:pt x="6955" y="4644"/>
                  </a:lnTo>
                  <a:lnTo>
                    <a:pt x="2644" y="4644"/>
                  </a:lnTo>
                  <a:lnTo>
                    <a:pt x="2644" y="3954"/>
                  </a:lnTo>
                  <a:close/>
                  <a:moveTo>
                    <a:pt x="5478" y="9241"/>
                  </a:moveTo>
                  <a:lnTo>
                    <a:pt x="5478" y="10241"/>
                  </a:lnTo>
                  <a:lnTo>
                    <a:pt x="4121" y="10241"/>
                  </a:lnTo>
                  <a:lnTo>
                    <a:pt x="4121" y="9241"/>
                  </a:lnTo>
                  <a:close/>
                  <a:moveTo>
                    <a:pt x="2311" y="1"/>
                  </a:moveTo>
                  <a:lnTo>
                    <a:pt x="2311" y="4954"/>
                  </a:lnTo>
                  <a:lnTo>
                    <a:pt x="7264" y="4954"/>
                  </a:lnTo>
                  <a:lnTo>
                    <a:pt x="7264" y="2620"/>
                  </a:lnTo>
                  <a:lnTo>
                    <a:pt x="9241" y="2620"/>
                  </a:lnTo>
                  <a:lnTo>
                    <a:pt x="9241" y="8907"/>
                  </a:lnTo>
                  <a:lnTo>
                    <a:pt x="9241" y="8931"/>
                  </a:lnTo>
                  <a:lnTo>
                    <a:pt x="310" y="8931"/>
                  </a:lnTo>
                  <a:lnTo>
                    <a:pt x="287" y="8907"/>
                  </a:lnTo>
                  <a:lnTo>
                    <a:pt x="287" y="8240"/>
                  </a:lnTo>
                  <a:lnTo>
                    <a:pt x="8884" y="8240"/>
                  </a:lnTo>
                  <a:lnTo>
                    <a:pt x="8884" y="7955"/>
                  </a:lnTo>
                  <a:lnTo>
                    <a:pt x="287" y="7955"/>
                  </a:lnTo>
                  <a:lnTo>
                    <a:pt x="287" y="2644"/>
                  </a:lnTo>
                  <a:lnTo>
                    <a:pt x="1954" y="2644"/>
                  </a:lnTo>
                  <a:lnTo>
                    <a:pt x="1954" y="2358"/>
                  </a:lnTo>
                  <a:lnTo>
                    <a:pt x="310" y="2358"/>
                  </a:lnTo>
                  <a:cubicBezTo>
                    <a:pt x="144" y="2358"/>
                    <a:pt x="1" y="2477"/>
                    <a:pt x="1" y="2644"/>
                  </a:cubicBezTo>
                  <a:lnTo>
                    <a:pt x="1" y="8931"/>
                  </a:lnTo>
                  <a:cubicBezTo>
                    <a:pt x="1" y="9098"/>
                    <a:pt x="144" y="9264"/>
                    <a:pt x="310" y="9264"/>
                  </a:cubicBezTo>
                  <a:lnTo>
                    <a:pt x="3811" y="9264"/>
                  </a:lnTo>
                  <a:lnTo>
                    <a:pt x="3811" y="10265"/>
                  </a:lnTo>
                  <a:lnTo>
                    <a:pt x="3144" y="10265"/>
                  </a:lnTo>
                  <a:lnTo>
                    <a:pt x="3144" y="10574"/>
                  </a:lnTo>
                  <a:lnTo>
                    <a:pt x="6454" y="10574"/>
                  </a:lnTo>
                  <a:lnTo>
                    <a:pt x="6454" y="10265"/>
                  </a:lnTo>
                  <a:lnTo>
                    <a:pt x="5764" y="10265"/>
                  </a:lnTo>
                  <a:lnTo>
                    <a:pt x="5764" y="9264"/>
                  </a:lnTo>
                  <a:lnTo>
                    <a:pt x="9241" y="9264"/>
                  </a:lnTo>
                  <a:cubicBezTo>
                    <a:pt x="9431" y="9264"/>
                    <a:pt x="9550" y="9098"/>
                    <a:pt x="9550" y="8931"/>
                  </a:cubicBezTo>
                  <a:lnTo>
                    <a:pt x="9550" y="2644"/>
                  </a:lnTo>
                  <a:cubicBezTo>
                    <a:pt x="9574" y="2453"/>
                    <a:pt x="9431" y="2334"/>
                    <a:pt x="9241" y="2334"/>
                  </a:cubicBezTo>
                  <a:lnTo>
                    <a:pt x="7264" y="2334"/>
                  </a:lnTo>
                  <a:lnTo>
                    <a:pt x="726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3" name="Google Shape;723;p56"/>
            <p:cNvSpPr/>
            <p:nvPr/>
          </p:nvSpPr>
          <p:spPr>
            <a:xfrm>
              <a:off x="1749725" y="2340425"/>
              <a:ext cx="24450" cy="23825"/>
            </a:xfrm>
            <a:custGeom>
              <a:avLst/>
              <a:gdLst/>
              <a:ahLst/>
              <a:cxnLst/>
              <a:rect l="l" t="t" r="r" b="b"/>
              <a:pathLst>
                <a:path w="978" h="953" extrusionOk="0">
                  <a:moveTo>
                    <a:pt x="501" y="262"/>
                  </a:moveTo>
                  <a:cubicBezTo>
                    <a:pt x="596" y="262"/>
                    <a:pt x="692" y="357"/>
                    <a:pt x="692" y="453"/>
                  </a:cubicBezTo>
                  <a:cubicBezTo>
                    <a:pt x="692" y="524"/>
                    <a:pt x="596" y="619"/>
                    <a:pt x="501" y="619"/>
                  </a:cubicBezTo>
                  <a:cubicBezTo>
                    <a:pt x="406" y="619"/>
                    <a:pt x="334" y="524"/>
                    <a:pt x="334" y="453"/>
                  </a:cubicBezTo>
                  <a:cubicBezTo>
                    <a:pt x="334" y="357"/>
                    <a:pt x="406" y="262"/>
                    <a:pt x="501" y="262"/>
                  </a:cubicBezTo>
                  <a:close/>
                  <a:moveTo>
                    <a:pt x="501" y="0"/>
                  </a:moveTo>
                  <a:cubicBezTo>
                    <a:pt x="239" y="0"/>
                    <a:pt x="25" y="215"/>
                    <a:pt x="25" y="477"/>
                  </a:cubicBezTo>
                  <a:cubicBezTo>
                    <a:pt x="1" y="715"/>
                    <a:pt x="239" y="953"/>
                    <a:pt x="501" y="953"/>
                  </a:cubicBezTo>
                  <a:cubicBezTo>
                    <a:pt x="763" y="953"/>
                    <a:pt x="977" y="738"/>
                    <a:pt x="977" y="477"/>
                  </a:cubicBezTo>
                  <a:cubicBezTo>
                    <a:pt x="977" y="215"/>
                    <a:pt x="763" y="0"/>
                    <a:pt x="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4" name="Google Shape;724;p56"/>
            <p:cNvSpPr/>
            <p:nvPr/>
          </p:nvSpPr>
          <p:spPr>
            <a:xfrm>
              <a:off x="1634225" y="2455925"/>
              <a:ext cx="189350" cy="40500"/>
            </a:xfrm>
            <a:custGeom>
              <a:avLst/>
              <a:gdLst/>
              <a:ahLst/>
              <a:cxnLst/>
              <a:rect l="l" t="t" r="r" b="b"/>
              <a:pathLst>
                <a:path w="7574" h="1620" extrusionOk="0">
                  <a:moveTo>
                    <a:pt x="7193" y="286"/>
                  </a:moveTo>
                  <a:lnTo>
                    <a:pt x="7193" y="1310"/>
                  </a:lnTo>
                  <a:lnTo>
                    <a:pt x="311" y="1310"/>
                  </a:lnTo>
                  <a:lnTo>
                    <a:pt x="311" y="286"/>
                  </a:lnTo>
                  <a:lnTo>
                    <a:pt x="668" y="286"/>
                  </a:lnTo>
                  <a:lnTo>
                    <a:pt x="668" y="619"/>
                  </a:lnTo>
                  <a:lnTo>
                    <a:pt x="954" y="619"/>
                  </a:lnTo>
                  <a:lnTo>
                    <a:pt x="954" y="286"/>
                  </a:lnTo>
                  <a:lnTo>
                    <a:pt x="1311" y="286"/>
                  </a:lnTo>
                  <a:lnTo>
                    <a:pt x="1311" y="929"/>
                  </a:lnTo>
                  <a:lnTo>
                    <a:pt x="1597" y="929"/>
                  </a:lnTo>
                  <a:lnTo>
                    <a:pt x="1597" y="286"/>
                  </a:lnTo>
                  <a:lnTo>
                    <a:pt x="1954" y="286"/>
                  </a:lnTo>
                  <a:lnTo>
                    <a:pt x="1954" y="619"/>
                  </a:lnTo>
                  <a:lnTo>
                    <a:pt x="2263" y="619"/>
                  </a:lnTo>
                  <a:lnTo>
                    <a:pt x="2263" y="286"/>
                  </a:lnTo>
                  <a:lnTo>
                    <a:pt x="2621" y="286"/>
                  </a:lnTo>
                  <a:lnTo>
                    <a:pt x="2621" y="929"/>
                  </a:lnTo>
                  <a:lnTo>
                    <a:pt x="2906" y="929"/>
                  </a:lnTo>
                  <a:lnTo>
                    <a:pt x="2906" y="286"/>
                  </a:lnTo>
                  <a:lnTo>
                    <a:pt x="3264" y="286"/>
                  </a:lnTo>
                  <a:lnTo>
                    <a:pt x="3264" y="619"/>
                  </a:lnTo>
                  <a:lnTo>
                    <a:pt x="3573" y="619"/>
                  </a:lnTo>
                  <a:lnTo>
                    <a:pt x="3573" y="286"/>
                  </a:lnTo>
                  <a:lnTo>
                    <a:pt x="3930" y="286"/>
                  </a:lnTo>
                  <a:lnTo>
                    <a:pt x="3930" y="929"/>
                  </a:lnTo>
                  <a:lnTo>
                    <a:pt x="4216" y="929"/>
                  </a:lnTo>
                  <a:lnTo>
                    <a:pt x="4216" y="286"/>
                  </a:lnTo>
                  <a:lnTo>
                    <a:pt x="4573" y="286"/>
                  </a:lnTo>
                  <a:lnTo>
                    <a:pt x="4573" y="619"/>
                  </a:lnTo>
                  <a:lnTo>
                    <a:pt x="4883" y="619"/>
                  </a:lnTo>
                  <a:lnTo>
                    <a:pt x="4883" y="286"/>
                  </a:lnTo>
                  <a:lnTo>
                    <a:pt x="5240" y="286"/>
                  </a:lnTo>
                  <a:lnTo>
                    <a:pt x="5240" y="929"/>
                  </a:lnTo>
                  <a:lnTo>
                    <a:pt x="5526" y="929"/>
                  </a:lnTo>
                  <a:lnTo>
                    <a:pt x="5526" y="286"/>
                  </a:lnTo>
                  <a:lnTo>
                    <a:pt x="5883" y="286"/>
                  </a:lnTo>
                  <a:lnTo>
                    <a:pt x="5883" y="619"/>
                  </a:lnTo>
                  <a:lnTo>
                    <a:pt x="6193" y="619"/>
                  </a:lnTo>
                  <a:lnTo>
                    <a:pt x="6193" y="286"/>
                  </a:lnTo>
                  <a:lnTo>
                    <a:pt x="6550" y="286"/>
                  </a:lnTo>
                  <a:lnTo>
                    <a:pt x="6550" y="929"/>
                  </a:lnTo>
                  <a:lnTo>
                    <a:pt x="6836" y="929"/>
                  </a:lnTo>
                  <a:lnTo>
                    <a:pt x="6836" y="286"/>
                  </a:lnTo>
                  <a:close/>
                  <a:moveTo>
                    <a:pt x="1" y="0"/>
                  </a:moveTo>
                  <a:lnTo>
                    <a:pt x="1" y="1620"/>
                  </a:lnTo>
                  <a:lnTo>
                    <a:pt x="7574" y="1620"/>
                  </a:lnTo>
                  <a:lnTo>
                    <a:pt x="757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6" name="Google Shape;756;p56"/>
          <p:cNvGrpSpPr/>
          <p:nvPr/>
        </p:nvGrpSpPr>
        <p:grpSpPr>
          <a:xfrm>
            <a:off x="4812875" y="2244483"/>
            <a:ext cx="387037" cy="363450"/>
            <a:chOff x="1180750" y="3781818"/>
            <a:chExt cx="387037" cy="363450"/>
          </a:xfrm>
        </p:grpSpPr>
        <p:sp>
          <p:nvSpPr>
            <p:cNvPr id="757" name="Google Shape;757;p56"/>
            <p:cNvSpPr/>
            <p:nvPr/>
          </p:nvSpPr>
          <p:spPr>
            <a:xfrm>
              <a:off x="1211345" y="3806285"/>
              <a:ext cx="11408" cy="11408"/>
            </a:xfrm>
            <a:custGeom>
              <a:avLst/>
              <a:gdLst/>
              <a:ahLst/>
              <a:cxnLst/>
              <a:rect l="l" t="t" r="r" b="b"/>
              <a:pathLst>
                <a:path w="311" h="311" extrusionOk="0">
                  <a:moveTo>
                    <a:pt x="0" y="1"/>
                  </a:moveTo>
                  <a:lnTo>
                    <a:pt x="0" y="310"/>
                  </a:lnTo>
                  <a:lnTo>
                    <a:pt x="310" y="310"/>
                  </a:lnTo>
                  <a:lnTo>
                    <a:pt x="31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8" name="Google Shape;758;p56"/>
            <p:cNvSpPr/>
            <p:nvPr/>
          </p:nvSpPr>
          <p:spPr>
            <a:xfrm>
              <a:off x="1234933" y="3806285"/>
              <a:ext cx="12252" cy="11408"/>
            </a:xfrm>
            <a:custGeom>
              <a:avLst/>
              <a:gdLst/>
              <a:ahLst/>
              <a:cxnLst/>
              <a:rect l="l" t="t" r="r" b="b"/>
              <a:pathLst>
                <a:path w="334" h="311" extrusionOk="0">
                  <a:moveTo>
                    <a:pt x="0" y="1"/>
                  </a:moveTo>
                  <a:lnTo>
                    <a:pt x="0" y="310"/>
                  </a:lnTo>
                  <a:lnTo>
                    <a:pt x="334" y="310"/>
                  </a:lnTo>
                  <a:lnTo>
                    <a:pt x="33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9" name="Google Shape;759;p56"/>
            <p:cNvSpPr/>
            <p:nvPr/>
          </p:nvSpPr>
          <p:spPr>
            <a:xfrm>
              <a:off x="1259401" y="3806285"/>
              <a:ext cx="11372" cy="11408"/>
            </a:xfrm>
            <a:custGeom>
              <a:avLst/>
              <a:gdLst/>
              <a:ahLst/>
              <a:cxnLst/>
              <a:rect l="l" t="t" r="r" b="b"/>
              <a:pathLst>
                <a:path w="310" h="311" extrusionOk="0">
                  <a:moveTo>
                    <a:pt x="0" y="1"/>
                  </a:moveTo>
                  <a:lnTo>
                    <a:pt x="0" y="310"/>
                  </a:lnTo>
                  <a:lnTo>
                    <a:pt x="310" y="310"/>
                  </a:lnTo>
                  <a:lnTo>
                    <a:pt x="31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0" name="Google Shape;760;p56"/>
            <p:cNvSpPr/>
            <p:nvPr/>
          </p:nvSpPr>
          <p:spPr>
            <a:xfrm>
              <a:off x="1222717" y="4013317"/>
              <a:ext cx="84773" cy="48091"/>
            </a:xfrm>
            <a:custGeom>
              <a:avLst/>
              <a:gdLst/>
              <a:ahLst/>
              <a:cxnLst/>
              <a:rect l="l" t="t" r="r" b="b"/>
              <a:pathLst>
                <a:path w="2311" h="1311" extrusionOk="0">
                  <a:moveTo>
                    <a:pt x="1977" y="286"/>
                  </a:moveTo>
                  <a:lnTo>
                    <a:pt x="1977" y="977"/>
                  </a:lnTo>
                  <a:lnTo>
                    <a:pt x="310" y="977"/>
                  </a:lnTo>
                  <a:lnTo>
                    <a:pt x="310" y="286"/>
                  </a:lnTo>
                  <a:close/>
                  <a:moveTo>
                    <a:pt x="0" y="1"/>
                  </a:moveTo>
                  <a:lnTo>
                    <a:pt x="0" y="1310"/>
                  </a:lnTo>
                  <a:lnTo>
                    <a:pt x="2310" y="1310"/>
                  </a:lnTo>
                  <a:lnTo>
                    <a:pt x="2310" y="1263"/>
                  </a:lnTo>
                  <a:lnTo>
                    <a:pt x="231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1" name="Google Shape;761;p56"/>
            <p:cNvSpPr/>
            <p:nvPr/>
          </p:nvSpPr>
          <p:spPr>
            <a:xfrm>
              <a:off x="1465566" y="4115513"/>
              <a:ext cx="35839" cy="11408"/>
            </a:xfrm>
            <a:custGeom>
              <a:avLst/>
              <a:gdLst/>
              <a:ahLst/>
              <a:cxnLst/>
              <a:rect l="l" t="t" r="r" b="b"/>
              <a:pathLst>
                <a:path w="977" h="311" extrusionOk="0">
                  <a:moveTo>
                    <a:pt x="0" y="1"/>
                  </a:moveTo>
                  <a:lnTo>
                    <a:pt x="0" y="311"/>
                  </a:lnTo>
                  <a:lnTo>
                    <a:pt x="977" y="311"/>
                  </a:lnTo>
                  <a:lnTo>
                    <a:pt x="97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2" name="Google Shape;762;p56"/>
            <p:cNvSpPr/>
            <p:nvPr/>
          </p:nvSpPr>
          <p:spPr>
            <a:xfrm>
              <a:off x="1180750" y="3781818"/>
              <a:ext cx="387037" cy="363450"/>
            </a:xfrm>
            <a:custGeom>
              <a:avLst/>
              <a:gdLst/>
              <a:ahLst/>
              <a:cxnLst/>
              <a:rect l="l" t="t" r="r" b="b"/>
              <a:pathLst>
                <a:path w="10551" h="9908" extrusionOk="0">
                  <a:moveTo>
                    <a:pt x="7907" y="310"/>
                  </a:moveTo>
                  <a:lnTo>
                    <a:pt x="7907" y="1335"/>
                  </a:lnTo>
                  <a:lnTo>
                    <a:pt x="287" y="1335"/>
                  </a:lnTo>
                  <a:lnTo>
                    <a:pt x="287" y="310"/>
                  </a:lnTo>
                  <a:close/>
                  <a:moveTo>
                    <a:pt x="10217" y="2311"/>
                  </a:moveTo>
                  <a:lnTo>
                    <a:pt x="10217" y="3002"/>
                  </a:lnTo>
                  <a:lnTo>
                    <a:pt x="6264" y="3002"/>
                  </a:lnTo>
                  <a:lnTo>
                    <a:pt x="6264" y="2311"/>
                  </a:lnTo>
                  <a:close/>
                  <a:moveTo>
                    <a:pt x="10241" y="8931"/>
                  </a:moveTo>
                  <a:lnTo>
                    <a:pt x="10241" y="9598"/>
                  </a:lnTo>
                  <a:lnTo>
                    <a:pt x="6312" y="9598"/>
                  </a:lnTo>
                  <a:lnTo>
                    <a:pt x="6264" y="9574"/>
                  </a:lnTo>
                  <a:lnTo>
                    <a:pt x="6264" y="8931"/>
                  </a:lnTo>
                  <a:close/>
                  <a:moveTo>
                    <a:pt x="1" y="1"/>
                  </a:moveTo>
                  <a:lnTo>
                    <a:pt x="1" y="1620"/>
                  </a:lnTo>
                  <a:lnTo>
                    <a:pt x="7907" y="1620"/>
                  </a:lnTo>
                  <a:lnTo>
                    <a:pt x="7907" y="1977"/>
                  </a:lnTo>
                  <a:lnTo>
                    <a:pt x="6264" y="1977"/>
                  </a:lnTo>
                  <a:cubicBezTo>
                    <a:pt x="6097" y="1977"/>
                    <a:pt x="5955" y="2097"/>
                    <a:pt x="5955" y="2287"/>
                  </a:cubicBezTo>
                  <a:lnTo>
                    <a:pt x="5955" y="3263"/>
                  </a:lnTo>
                  <a:lnTo>
                    <a:pt x="10241" y="3263"/>
                  </a:lnTo>
                  <a:lnTo>
                    <a:pt x="10241" y="8574"/>
                  </a:lnTo>
                  <a:lnTo>
                    <a:pt x="6264" y="8574"/>
                  </a:lnTo>
                  <a:lnTo>
                    <a:pt x="6264" y="3621"/>
                  </a:lnTo>
                  <a:lnTo>
                    <a:pt x="5978" y="3621"/>
                  </a:lnTo>
                  <a:lnTo>
                    <a:pt x="5978" y="4311"/>
                  </a:lnTo>
                  <a:lnTo>
                    <a:pt x="1477" y="4311"/>
                  </a:lnTo>
                  <a:lnTo>
                    <a:pt x="1477" y="2311"/>
                  </a:lnTo>
                  <a:lnTo>
                    <a:pt x="5621" y="2311"/>
                  </a:lnTo>
                  <a:lnTo>
                    <a:pt x="5621" y="2025"/>
                  </a:lnTo>
                  <a:lnTo>
                    <a:pt x="1144" y="2025"/>
                  </a:lnTo>
                  <a:lnTo>
                    <a:pt x="1144" y="4645"/>
                  </a:lnTo>
                  <a:lnTo>
                    <a:pt x="5978" y="4645"/>
                  </a:lnTo>
                  <a:lnTo>
                    <a:pt x="5978" y="5002"/>
                  </a:lnTo>
                  <a:lnTo>
                    <a:pt x="1144" y="5002"/>
                  </a:lnTo>
                  <a:lnTo>
                    <a:pt x="1144" y="5288"/>
                  </a:lnTo>
                  <a:lnTo>
                    <a:pt x="5978" y="5288"/>
                  </a:lnTo>
                  <a:lnTo>
                    <a:pt x="5978" y="6312"/>
                  </a:lnTo>
                  <a:lnTo>
                    <a:pt x="3978" y="6312"/>
                  </a:lnTo>
                  <a:lnTo>
                    <a:pt x="3978" y="7621"/>
                  </a:lnTo>
                  <a:lnTo>
                    <a:pt x="5621" y="7621"/>
                  </a:lnTo>
                  <a:lnTo>
                    <a:pt x="5621" y="7312"/>
                  </a:lnTo>
                  <a:lnTo>
                    <a:pt x="4288" y="7312"/>
                  </a:lnTo>
                  <a:lnTo>
                    <a:pt x="4288" y="6597"/>
                  </a:lnTo>
                  <a:lnTo>
                    <a:pt x="5978" y="6597"/>
                  </a:lnTo>
                  <a:lnTo>
                    <a:pt x="5978" y="7931"/>
                  </a:lnTo>
                  <a:lnTo>
                    <a:pt x="311" y="7931"/>
                  </a:lnTo>
                  <a:lnTo>
                    <a:pt x="311" y="1977"/>
                  </a:lnTo>
                  <a:lnTo>
                    <a:pt x="25" y="1977"/>
                  </a:lnTo>
                  <a:lnTo>
                    <a:pt x="25" y="8264"/>
                  </a:lnTo>
                  <a:lnTo>
                    <a:pt x="5978" y="8264"/>
                  </a:lnTo>
                  <a:lnTo>
                    <a:pt x="5978" y="9574"/>
                  </a:lnTo>
                  <a:cubicBezTo>
                    <a:pt x="5978" y="9765"/>
                    <a:pt x="6121" y="9908"/>
                    <a:pt x="6312" y="9908"/>
                  </a:cubicBezTo>
                  <a:lnTo>
                    <a:pt x="10217" y="9908"/>
                  </a:lnTo>
                  <a:cubicBezTo>
                    <a:pt x="10408" y="9908"/>
                    <a:pt x="10551" y="9765"/>
                    <a:pt x="10551" y="9574"/>
                  </a:cubicBezTo>
                  <a:lnTo>
                    <a:pt x="10551" y="2311"/>
                  </a:lnTo>
                  <a:cubicBezTo>
                    <a:pt x="10527" y="2144"/>
                    <a:pt x="10408" y="1977"/>
                    <a:pt x="10241" y="1977"/>
                  </a:cubicBezTo>
                  <a:lnTo>
                    <a:pt x="8241" y="1977"/>
                  </a:lnTo>
                  <a:lnTo>
                    <a:pt x="82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3" name="Google Shape;763;p56"/>
            <p:cNvSpPr/>
            <p:nvPr/>
          </p:nvSpPr>
          <p:spPr>
            <a:xfrm>
              <a:off x="1428002" y="3915487"/>
              <a:ext cx="108360" cy="72558"/>
            </a:xfrm>
            <a:custGeom>
              <a:avLst/>
              <a:gdLst/>
              <a:ahLst/>
              <a:cxnLst/>
              <a:rect l="l" t="t" r="r" b="b"/>
              <a:pathLst>
                <a:path w="2954" h="1978" extrusionOk="0">
                  <a:moveTo>
                    <a:pt x="2668" y="310"/>
                  </a:moveTo>
                  <a:lnTo>
                    <a:pt x="2668" y="1644"/>
                  </a:lnTo>
                  <a:lnTo>
                    <a:pt x="334" y="1644"/>
                  </a:lnTo>
                  <a:lnTo>
                    <a:pt x="334" y="310"/>
                  </a:lnTo>
                  <a:close/>
                  <a:moveTo>
                    <a:pt x="0" y="0"/>
                  </a:moveTo>
                  <a:lnTo>
                    <a:pt x="0" y="1977"/>
                  </a:lnTo>
                  <a:lnTo>
                    <a:pt x="2953" y="1977"/>
                  </a:lnTo>
                  <a:lnTo>
                    <a:pt x="29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4" name="Google Shape;764;p56"/>
            <p:cNvSpPr/>
            <p:nvPr/>
          </p:nvSpPr>
          <p:spPr>
            <a:xfrm>
              <a:off x="1428002" y="4001102"/>
              <a:ext cx="109240" cy="10528"/>
            </a:xfrm>
            <a:custGeom>
              <a:avLst/>
              <a:gdLst/>
              <a:ahLst/>
              <a:cxnLst/>
              <a:rect l="l" t="t" r="r" b="b"/>
              <a:pathLst>
                <a:path w="2978" h="287" extrusionOk="0">
                  <a:moveTo>
                    <a:pt x="0" y="0"/>
                  </a:moveTo>
                  <a:lnTo>
                    <a:pt x="0" y="286"/>
                  </a:lnTo>
                  <a:lnTo>
                    <a:pt x="2977" y="286"/>
                  </a:lnTo>
                  <a:lnTo>
                    <a:pt x="297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5" name="Google Shape;765;p56"/>
            <p:cNvSpPr/>
            <p:nvPr/>
          </p:nvSpPr>
          <p:spPr>
            <a:xfrm>
              <a:off x="1428002" y="4024689"/>
              <a:ext cx="109240" cy="11372"/>
            </a:xfrm>
            <a:custGeom>
              <a:avLst/>
              <a:gdLst/>
              <a:ahLst/>
              <a:cxnLst/>
              <a:rect l="l" t="t" r="r" b="b"/>
              <a:pathLst>
                <a:path w="2978" h="310" extrusionOk="0">
                  <a:moveTo>
                    <a:pt x="0" y="0"/>
                  </a:moveTo>
                  <a:lnTo>
                    <a:pt x="0" y="310"/>
                  </a:lnTo>
                  <a:lnTo>
                    <a:pt x="2977" y="310"/>
                  </a:lnTo>
                  <a:lnTo>
                    <a:pt x="297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6" name="Google Shape;766;p56"/>
            <p:cNvSpPr/>
            <p:nvPr/>
          </p:nvSpPr>
          <p:spPr>
            <a:xfrm>
              <a:off x="1428002" y="4049156"/>
              <a:ext cx="48091" cy="35839"/>
            </a:xfrm>
            <a:custGeom>
              <a:avLst/>
              <a:gdLst/>
              <a:ahLst/>
              <a:cxnLst/>
              <a:rect l="l" t="t" r="r" b="b"/>
              <a:pathLst>
                <a:path w="1311" h="977" extrusionOk="0">
                  <a:moveTo>
                    <a:pt x="1024" y="286"/>
                  </a:moveTo>
                  <a:lnTo>
                    <a:pt x="1024" y="643"/>
                  </a:lnTo>
                  <a:lnTo>
                    <a:pt x="334" y="643"/>
                  </a:lnTo>
                  <a:lnTo>
                    <a:pt x="334" y="286"/>
                  </a:lnTo>
                  <a:close/>
                  <a:moveTo>
                    <a:pt x="0" y="0"/>
                  </a:moveTo>
                  <a:lnTo>
                    <a:pt x="0" y="976"/>
                  </a:lnTo>
                  <a:lnTo>
                    <a:pt x="1310" y="976"/>
                  </a:lnTo>
                  <a:lnTo>
                    <a:pt x="131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7" name="Google Shape;767;p56"/>
            <p:cNvSpPr/>
            <p:nvPr/>
          </p:nvSpPr>
          <p:spPr>
            <a:xfrm>
              <a:off x="1494400" y="4049156"/>
              <a:ext cx="48934" cy="35839"/>
            </a:xfrm>
            <a:custGeom>
              <a:avLst/>
              <a:gdLst/>
              <a:ahLst/>
              <a:cxnLst/>
              <a:rect l="l" t="t" r="r" b="b"/>
              <a:pathLst>
                <a:path w="1334" h="977" extrusionOk="0">
                  <a:moveTo>
                    <a:pt x="1024" y="286"/>
                  </a:moveTo>
                  <a:lnTo>
                    <a:pt x="1024" y="643"/>
                  </a:lnTo>
                  <a:lnTo>
                    <a:pt x="334" y="643"/>
                  </a:lnTo>
                  <a:lnTo>
                    <a:pt x="334" y="286"/>
                  </a:lnTo>
                  <a:close/>
                  <a:moveTo>
                    <a:pt x="0" y="0"/>
                  </a:moveTo>
                  <a:lnTo>
                    <a:pt x="0" y="976"/>
                  </a:lnTo>
                  <a:lnTo>
                    <a:pt x="1334" y="976"/>
                  </a:lnTo>
                  <a:lnTo>
                    <a:pt x="13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8" name="Google Shape;768;p56"/>
            <p:cNvSpPr/>
            <p:nvPr/>
          </p:nvSpPr>
          <p:spPr>
            <a:xfrm>
              <a:off x="1222717" y="3988851"/>
              <a:ext cx="164264" cy="11408"/>
            </a:xfrm>
            <a:custGeom>
              <a:avLst/>
              <a:gdLst/>
              <a:ahLst/>
              <a:cxnLst/>
              <a:rect l="l" t="t" r="r" b="b"/>
              <a:pathLst>
                <a:path w="4478" h="311" extrusionOk="0">
                  <a:moveTo>
                    <a:pt x="0" y="1"/>
                  </a:moveTo>
                  <a:lnTo>
                    <a:pt x="0" y="310"/>
                  </a:lnTo>
                  <a:lnTo>
                    <a:pt x="4477" y="310"/>
                  </a:lnTo>
                  <a:lnTo>
                    <a:pt x="447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700" name="Shape 700"/>
        <p:cNvGrpSpPr/>
        <p:nvPr/>
      </p:nvGrpSpPr>
      <p:grpSpPr>
        <a:xfrm>
          <a:off x="0" y="0"/>
          <a:ext cx="0" cy="0"/>
          <a:chOff x="0" y="0"/>
          <a:chExt cx="0" cy="0"/>
        </a:xfrm>
      </p:grpSpPr>
      <p:sp>
        <p:nvSpPr>
          <p:cNvPr id="702" name="Google Shape;702;p56"/>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sz="1600" b="1"/>
            </a:fld>
            <a:endParaRPr sz="1600" b="1"/>
          </a:p>
        </p:txBody>
      </p:sp>
      <p:sp>
        <p:nvSpPr>
          <p:cNvPr id="707" name="Google Shape;707;p56"/>
          <p:cNvSpPr txBox="1"/>
          <p:nvPr>
            <p:ph type="subTitle" idx="5"/>
          </p:nvPr>
        </p:nvSpPr>
        <p:spPr>
          <a:xfrm>
            <a:off x="1739265" y="1432560"/>
            <a:ext cx="2649220" cy="113538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a:sym typeface="+mn-ea"/>
              </a:rPr>
              <a:t>Les sites de comparaison de prix extraient les tarifs de multiples plateformes e-commerce.</a:t>
            </a:r>
            <a:endParaRPr lang="en-GB"/>
          </a:p>
        </p:txBody>
      </p:sp>
      <p:sp>
        <p:nvSpPr>
          <p:cNvPr id="708" name="Google Shape;708;p56"/>
          <p:cNvSpPr txBox="1"/>
          <p:nvPr>
            <p:ph type="subTitle" idx="6"/>
          </p:nvPr>
        </p:nvSpPr>
        <p:spPr>
          <a:xfrm>
            <a:off x="1739265" y="1075055"/>
            <a:ext cx="2649855" cy="42735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sym typeface="+mn-ea"/>
              </a:rPr>
              <a:t>Surveillance</a:t>
            </a:r>
            <a:endParaRPr lang="en-GB"/>
          </a:p>
        </p:txBody>
      </p:sp>
      <p:sp>
        <p:nvSpPr>
          <p:cNvPr id="711" name="Google Shape;711;p56"/>
          <p:cNvSpPr txBox="1"/>
          <p:nvPr>
            <p:ph type="subTitle" idx="9"/>
          </p:nvPr>
        </p:nvSpPr>
        <p:spPr>
          <a:xfrm>
            <a:off x="5641975" y="2882900"/>
            <a:ext cx="2598420" cy="90614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a:sym typeface="+mn-ea"/>
              </a:rPr>
              <a:t>Les données extraites servent à entraîner des modèles d'apprentissage automatique</a:t>
            </a:r>
            <a:endParaRPr lang="en-GB"/>
          </a:p>
        </p:txBody>
      </p:sp>
      <p:sp>
        <p:nvSpPr>
          <p:cNvPr id="712" name="Google Shape;712;p56"/>
          <p:cNvSpPr txBox="1"/>
          <p:nvPr>
            <p:ph type="subTitle" idx="13"/>
          </p:nvPr>
        </p:nvSpPr>
        <p:spPr>
          <a:xfrm>
            <a:off x="5652135" y="2499995"/>
            <a:ext cx="2941320" cy="42735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a:sym typeface="+mn-ea"/>
              </a:rPr>
              <a:t>Intelligence artificielle</a:t>
            </a:r>
            <a:endParaRPr lang="en-GB"/>
          </a:p>
        </p:txBody>
      </p:sp>
      <p:sp>
        <p:nvSpPr>
          <p:cNvPr id="713" name="Google Shape;713;p56"/>
          <p:cNvSpPr/>
          <p:nvPr/>
        </p:nvSpPr>
        <p:spPr>
          <a:xfrm>
            <a:off x="768691" y="1066197"/>
            <a:ext cx="813685" cy="730740"/>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5" name="Google Shape;715;p56"/>
          <p:cNvSpPr/>
          <p:nvPr/>
        </p:nvSpPr>
        <p:spPr>
          <a:xfrm>
            <a:off x="4671401" y="2419612"/>
            <a:ext cx="813685" cy="730740"/>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45" name="Google Shape;745;p56"/>
          <p:cNvGrpSpPr/>
          <p:nvPr/>
        </p:nvGrpSpPr>
        <p:grpSpPr>
          <a:xfrm>
            <a:off x="1046777" y="1244022"/>
            <a:ext cx="347946" cy="427505"/>
            <a:chOff x="6355450" y="2855400"/>
            <a:chExt cx="210800" cy="259000"/>
          </a:xfrm>
        </p:grpSpPr>
        <p:sp>
          <p:nvSpPr>
            <p:cNvPr id="746" name="Google Shape;746;p56"/>
            <p:cNvSpPr/>
            <p:nvPr/>
          </p:nvSpPr>
          <p:spPr>
            <a:xfrm>
              <a:off x="6355450" y="2855400"/>
              <a:ext cx="153625" cy="201850"/>
            </a:xfrm>
            <a:custGeom>
              <a:avLst/>
              <a:gdLst/>
              <a:ahLst/>
              <a:cxnLst/>
              <a:rect l="l" t="t" r="r" b="b"/>
              <a:pathLst>
                <a:path w="6145" h="8074" extrusionOk="0">
                  <a:moveTo>
                    <a:pt x="4526" y="525"/>
                  </a:moveTo>
                  <a:lnTo>
                    <a:pt x="5621" y="1620"/>
                  </a:lnTo>
                  <a:lnTo>
                    <a:pt x="4526" y="1620"/>
                  </a:lnTo>
                  <a:lnTo>
                    <a:pt x="4526" y="525"/>
                  </a:lnTo>
                  <a:close/>
                  <a:moveTo>
                    <a:pt x="1" y="1"/>
                  </a:moveTo>
                  <a:lnTo>
                    <a:pt x="1" y="8074"/>
                  </a:lnTo>
                  <a:lnTo>
                    <a:pt x="5026" y="8074"/>
                  </a:lnTo>
                  <a:lnTo>
                    <a:pt x="5026" y="7788"/>
                  </a:lnTo>
                  <a:lnTo>
                    <a:pt x="334" y="7788"/>
                  </a:lnTo>
                  <a:lnTo>
                    <a:pt x="334" y="334"/>
                  </a:lnTo>
                  <a:lnTo>
                    <a:pt x="4240" y="334"/>
                  </a:lnTo>
                  <a:lnTo>
                    <a:pt x="4240" y="1930"/>
                  </a:lnTo>
                  <a:lnTo>
                    <a:pt x="5835" y="1930"/>
                  </a:lnTo>
                  <a:lnTo>
                    <a:pt x="5835" y="5788"/>
                  </a:lnTo>
                  <a:lnTo>
                    <a:pt x="6145" y="5788"/>
                  </a:lnTo>
                  <a:lnTo>
                    <a:pt x="6145" y="1691"/>
                  </a:lnTo>
                  <a:lnTo>
                    <a:pt x="443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7" name="Google Shape;747;p56"/>
            <p:cNvSpPr/>
            <p:nvPr/>
          </p:nvSpPr>
          <p:spPr>
            <a:xfrm>
              <a:off x="6376300" y="3013775"/>
              <a:ext cx="61350" cy="7750"/>
            </a:xfrm>
            <a:custGeom>
              <a:avLst/>
              <a:gdLst/>
              <a:ahLst/>
              <a:cxnLst/>
              <a:rect l="l" t="t" r="r" b="b"/>
              <a:pathLst>
                <a:path w="2454" h="310" extrusionOk="0">
                  <a:moveTo>
                    <a:pt x="0" y="0"/>
                  </a:moveTo>
                  <a:lnTo>
                    <a:pt x="0" y="310"/>
                  </a:lnTo>
                  <a:lnTo>
                    <a:pt x="2453" y="310"/>
                  </a:lnTo>
                  <a:lnTo>
                    <a:pt x="2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8" name="Google Shape;748;p56"/>
            <p:cNvSpPr/>
            <p:nvPr/>
          </p:nvSpPr>
          <p:spPr>
            <a:xfrm>
              <a:off x="6376300" y="2917325"/>
              <a:ext cx="113150" cy="7175"/>
            </a:xfrm>
            <a:custGeom>
              <a:avLst/>
              <a:gdLst/>
              <a:ahLst/>
              <a:cxnLst/>
              <a:rect l="l" t="t" r="r" b="b"/>
              <a:pathLst>
                <a:path w="4526" h="287" extrusionOk="0">
                  <a:moveTo>
                    <a:pt x="0" y="0"/>
                  </a:moveTo>
                  <a:lnTo>
                    <a:pt x="0" y="286"/>
                  </a:lnTo>
                  <a:lnTo>
                    <a:pt x="4525" y="286"/>
                  </a:lnTo>
                  <a:lnTo>
                    <a:pt x="45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56"/>
            <p:cNvSpPr/>
            <p:nvPr/>
          </p:nvSpPr>
          <p:spPr>
            <a:xfrm>
              <a:off x="6376300" y="2989350"/>
              <a:ext cx="113150" cy="7175"/>
            </a:xfrm>
            <a:custGeom>
              <a:avLst/>
              <a:gdLst/>
              <a:ahLst/>
              <a:cxnLst/>
              <a:rect l="l" t="t" r="r" b="b"/>
              <a:pathLst>
                <a:path w="4526" h="287" extrusionOk="0">
                  <a:moveTo>
                    <a:pt x="0" y="1"/>
                  </a:moveTo>
                  <a:lnTo>
                    <a:pt x="0" y="287"/>
                  </a:lnTo>
                  <a:lnTo>
                    <a:pt x="4525" y="287"/>
                  </a:lnTo>
                  <a:lnTo>
                    <a:pt x="45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0" name="Google Shape;750;p56"/>
            <p:cNvSpPr/>
            <p:nvPr/>
          </p:nvSpPr>
          <p:spPr>
            <a:xfrm>
              <a:off x="6376300" y="2965550"/>
              <a:ext cx="113150" cy="7175"/>
            </a:xfrm>
            <a:custGeom>
              <a:avLst/>
              <a:gdLst/>
              <a:ahLst/>
              <a:cxnLst/>
              <a:rect l="l" t="t" r="r" b="b"/>
              <a:pathLst>
                <a:path w="4526" h="287" extrusionOk="0">
                  <a:moveTo>
                    <a:pt x="0" y="0"/>
                  </a:moveTo>
                  <a:lnTo>
                    <a:pt x="0" y="286"/>
                  </a:lnTo>
                  <a:lnTo>
                    <a:pt x="4525" y="286"/>
                  </a:lnTo>
                  <a:lnTo>
                    <a:pt x="45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1" name="Google Shape;751;p56"/>
            <p:cNvSpPr/>
            <p:nvPr/>
          </p:nvSpPr>
          <p:spPr>
            <a:xfrm>
              <a:off x="6376300" y="2940550"/>
              <a:ext cx="113150" cy="7750"/>
            </a:xfrm>
            <a:custGeom>
              <a:avLst/>
              <a:gdLst/>
              <a:ahLst/>
              <a:cxnLst/>
              <a:rect l="l" t="t" r="r" b="b"/>
              <a:pathLst>
                <a:path w="4526" h="310" extrusionOk="0">
                  <a:moveTo>
                    <a:pt x="0" y="0"/>
                  </a:moveTo>
                  <a:lnTo>
                    <a:pt x="0" y="310"/>
                  </a:lnTo>
                  <a:lnTo>
                    <a:pt x="4525" y="310"/>
                  </a:lnTo>
                  <a:lnTo>
                    <a:pt x="45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2" name="Google Shape;752;p56"/>
            <p:cNvSpPr/>
            <p:nvPr/>
          </p:nvSpPr>
          <p:spPr>
            <a:xfrm>
              <a:off x="6376300" y="2892325"/>
              <a:ext cx="8350" cy="7750"/>
            </a:xfrm>
            <a:custGeom>
              <a:avLst/>
              <a:gdLst/>
              <a:ahLst/>
              <a:cxnLst/>
              <a:rect l="l" t="t" r="r" b="b"/>
              <a:pathLst>
                <a:path w="334" h="310" extrusionOk="0">
                  <a:moveTo>
                    <a:pt x="0" y="0"/>
                  </a:moveTo>
                  <a:lnTo>
                    <a:pt x="0" y="310"/>
                  </a:lnTo>
                  <a:lnTo>
                    <a:pt x="334" y="310"/>
                  </a:lnTo>
                  <a:lnTo>
                    <a:pt x="3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56"/>
            <p:cNvSpPr/>
            <p:nvPr/>
          </p:nvSpPr>
          <p:spPr>
            <a:xfrm>
              <a:off x="6391775" y="2892325"/>
              <a:ext cx="8350" cy="7750"/>
            </a:xfrm>
            <a:custGeom>
              <a:avLst/>
              <a:gdLst/>
              <a:ahLst/>
              <a:cxnLst/>
              <a:rect l="l" t="t" r="r" b="b"/>
              <a:pathLst>
                <a:path w="334" h="310" extrusionOk="0">
                  <a:moveTo>
                    <a:pt x="1" y="0"/>
                  </a:moveTo>
                  <a:lnTo>
                    <a:pt x="1" y="310"/>
                  </a:lnTo>
                  <a:lnTo>
                    <a:pt x="334" y="310"/>
                  </a:lnTo>
                  <a:lnTo>
                    <a:pt x="3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4" name="Google Shape;754;p56"/>
            <p:cNvSpPr/>
            <p:nvPr/>
          </p:nvSpPr>
          <p:spPr>
            <a:xfrm>
              <a:off x="6408450" y="2892325"/>
              <a:ext cx="8350" cy="7750"/>
            </a:xfrm>
            <a:custGeom>
              <a:avLst/>
              <a:gdLst/>
              <a:ahLst/>
              <a:cxnLst/>
              <a:rect l="l" t="t" r="r" b="b"/>
              <a:pathLst>
                <a:path w="334" h="310" extrusionOk="0">
                  <a:moveTo>
                    <a:pt x="0" y="0"/>
                  </a:moveTo>
                  <a:lnTo>
                    <a:pt x="0" y="310"/>
                  </a:lnTo>
                  <a:lnTo>
                    <a:pt x="334" y="310"/>
                  </a:lnTo>
                  <a:lnTo>
                    <a:pt x="3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5" name="Google Shape;755;p56"/>
            <p:cNvSpPr/>
            <p:nvPr/>
          </p:nvSpPr>
          <p:spPr>
            <a:xfrm>
              <a:off x="6444775" y="3010200"/>
              <a:ext cx="121475" cy="104200"/>
            </a:xfrm>
            <a:custGeom>
              <a:avLst/>
              <a:gdLst/>
              <a:ahLst/>
              <a:cxnLst/>
              <a:rect l="l" t="t" r="r" b="b"/>
              <a:pathLst>
                <a:path w="4859" h="4168" extrusionOk="0">
                  <a:moveTo>
                    <a:pt x="2739" y="286"/>
                  </a:moveTo>
                  <a:lnTo>
                    <a:pt x="2739" y="3858"/>
                  </a:lnTo>
                  <a:lnTo>
                    <a:pt x="2096" y="3858"/>
                  </a:lnTo>
                  <a:lnTo>
                    <a:pt x="2096" y="286"/>
                  </a:lnTo>
                  <a:close/>
                  <a:moveTo>
                    <a:pt x="333" y="0"/>
                  </a:moveTo>
                  <a:cubicBezTo>
                    <a:pt x="143" y="0"/>
                    <a:pt x="0" y="119"/>
                    <a:pt x="0" y="286"/>
                  </a:cubicBezTo>
                  <a:lnTo>
                    <a:pt x="0" y="762"/>
                  </a:lnTo>
                  <a:lnTo>
                    <a:pt x="310" y="762"/>
                  </a:lnTo>
                  <a:lnTo>
                    <a:pt x="310" y="286"/>
                  </a:lnTo>
                  <a:lnTo>
                    <a:pt x="1786" y="286"/>
                  </a:lnTo>
                  <a:lnTo>
                    <a:pt x="1786" y="3858"/>
                  </a:lnTo>
                  <a:lnTo>
                    <a:pt x="1310" y="3858"/>
                  </a:lnTo>
                  <a:cubicBezTo>
                    <a:pt x="1310" y="3858"/>
                    <a:pt x="1286" y="3858"/>
                    <a:pt x="1286" y="3834"/>
                  </a:cubicBezTo>
                  <a:lnTo>
                    <a:pt x="1286" y="3692"/>
                  </a:lnTo>
                  <a:lnTo>
                    <a:pt x="976" y="3692"/>
                  </a:lnTo>
                  <a:lnTo>
                    <a:pt x="976" y="3834"/>
                  </a:lnTo>
                  <a:cubicBezTo>
                    <a:pt x="976" y="4025"/>
                    <a:pt x="1143" y="4168"/>
                    <a:pt x="1310" y="4168"/>
                  </a:cubicBezTo>
                  <a:lnTo>
                    <a:pt x="3572" y="4168"/>
                  </a:lnTo>
                  <a:cubicBezTo>
                    <a:pt x="3763" y="4168"/>
                    <a:pt x="3882" y="4025"/>
                    <a:pt x="3882" y="3834"/>
                  </a:cubicBezTo>
                  <a:lnTo>
                    <a:pt x="3882" y="3692"/>
                  </a:lnTo>
                  <a:lnTo>
                    <a:pt x="3572" y="3692"/>
                  </a:lnTo>
                  <a:lnTo>
                    <a:pt x="3572" y="3834"/>
                  </a:lnTo>
                  <a:lnTo>
                    <a:pt x="3572" y="3858"/>
                  </a:lnTo>
                  <a:lnTo>
                    <a:pt x="3072" y="3858"/>
                  </a:lnTo>
                  <a:lnTo>
                    <a:pt x="3072" y="286"/>
                  </a:lnTo>
                  <a:lnTo>
                    <a:pt x="4549" y="286"/>
                  </a:lnTo>
                  <a:lnTo>
                    <a:pt x="4549" y="762"/>
                  </a:lnTo>
                  <a:lnTo>
                    <a:pt x="4858" y="762"/>
                  </a:lnTo>
                  <a:lnTo>
                    <a:pt x="4858" y="286"/>
                  </a:lnTo>
                  <a:cubicBezTo>
                    <a:pt x="4834" y="119"/>
                    <a:pt x="4715" y="0"/>
                    <a:pt x="45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 name="Google Shape;1726;p75"/>
          <p:cNvGrpSpPr/>
          <p:nvPr/>
        </p:nvGrpSpPr>
        <p:grpSpPr>
          <a:xfrm>
            <a:off x="4859390" y="2644292"/>
            <a:ext cx="438912" cy="301752"/>
            <a:chOff x="5124852" y="2671528"/>
            <a:chExt cx="365872" cy="292022"/>
          </a:xfrm>
        </p:grpSpPr>
        <p:sp>
          <p:nvSpPr>
            <p:cNvPr id="4" name="Google Shape;1727;p75"/>
            <p:cNvSpPr/>
            <p:nvPr/>
          </p:nvSpPr>
          <p:spPr>
            <a:xfrm>
              <a:off x="5261752" y="2842426"/>
              <a:ext cx="11635" cy="10799"/>
            </a:xfrm>
            <a:custGeom>
              <a:avLst/>
              <a:gdLst/>
              <a:ahLst/>
              <a:cxnLst/>
              <a:rect l="l" t="t" r="r" b="b"/>
              <a:pathLst>
                <a:path w="334" h="310" extrusionOk="0">
                  <a:moveTo>
                    <a:pt x="0" y="0"/>
                  </a:moveTo>
                  <a:lnTo>
                    <a:pt x="0" y="310"/>
                  </a:lnTo>
                  <a:lnTo>
                    <a:pt x="334" y="310"/>
                  </a:lnTo>
                  <a:lnTo>
                    <a:pt x="33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5" name="Google Shape;1728;p75"/>
            <p:cNvSpPr/>
            <p:nvPr/>
          </p:nvSpPr>
          <p:spPr>
            <a:xfrm>
              <a:off x="5284151" y="2842426"/>
              <a:ext cx="11635" cy="10799"/>
            </a:xfrm>
            <a:custGeom>
              <a:avLst/>
              <a:gdLst/>
              <a:ahLst/>
              <a:cxnLst/>
              <a:rect l="l" t="t" r="r" b="b"/>
              <a:pathLst>
                <a:path w="334" h="310" extrusionOk="0">
                  <a:moveTo>
                    <a:pt x="0" y="0"/>
                  </a:moveTo>
                  <a:lnTo>
                    <a:pt x="0" y="310"/>
                  </a:lnTo>
                  <a:lnTo>
                    <a:pt x="334" y="310"/>
                  </a:lnTo>
                  <a:lnTo>
                    <a:pt x="33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6" name="Google Shape;1729;p75"/>
            <p:cNvSpPr/>
            <p:nvPr/>
          </p:nvSpPr>
          <p:spPr>
            <a:xfrm>
              <a:off x="5307351" y="2842426"/>
              <a:ext cx="11670" cy="10799"/>
            </a:xfrm>
            <a:custGeom>
              <a:avLst/>
              <a:gdLst/>
              <a:ahLst/>
              <a:cxnLst/>
              <a:rect l="l" t="t" r="r" b="b"/>
              <a:pathLst>
                <a:path w="335" h="310" extrusionOk="0">
                  <a:moveTo>
                    <a:pt x="1" y="0"/>
                  </a:moveTo>
                  <a:lnTo>
                    <a:pt x="1" y="310"/>
                  </a:lnTo>
                  <a:lnTo>
                    <a:pt x="334" y="310"/>
                  </a:lnTo>
                  <a:lnTo>
                    <a:pt x="33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7" name="Google Shape;1730;p75"/>
            <p:cNvSpPr/>
            <p:nvPr/>
          </p:nvSpPr>
          <p:spPr>
            <a:xfrm>
              <a:off x="5153068" y="2698072"/>
              <a:ext cx="165954" cy="57269"/>
            </a:xfrm>
            <a:custGeom>
              <a:avLst/>
              <a:gdLst/>
              <a:ahLst/>
              <a:cxnLst/>
              <a:rect l="l" t="t" r="r" b="b"/>
              <a:pathLst>
                <a:path w="4764" h="1644" extrusionOk="0">
                  <a:moveTo>
                    <a:pt x="4430" y="334"/>
                  </a:moveTo>
                  <a:lnTo>
                    <a:pt x="4430" y="1358"/>
                  </a:lnTo>
                  <a:lnTo>
                    <a:pt x="286" y="1358"/>
                  </a:lnTo>
                  <a:lnTo>
                    <a:pt x="286" y="334"/>
                  </a:lnTo>
                  <a:close/>
                  <a:moveTo>
                    <a:pt x="0" y="0"/>
                  </a:moveTo>
                  <a:lnTo>
                    <a:pt x="0" y="1644"/>
                  </a:lnTo>
                  <a:lnTo>
                    <a:pt x="4763" y="1644"/>
                  </a:lnTo>
                  <a:lnTo>
                    <a:pt x="4763"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8" name="Google Shape;1731;p75"/>
            <p:cNvSpPr/>
            <p:nvPr/>
          </p:nvSpPr>
          <p:spPr>
            <a:xfrm>
              <a:off x="5153068" y="2767741"/>
              <a:ext cx="166790" cy="10834"/>
            </a:xfrm>
            <a:custGeom>
              <a:avLst/>
              <a:gdLst/>
              <a:ahLst/>
              <a:cxnLst/>
              <a:rect l="l" t="t" r="r" b="b"/>
              <a:pathLst>
                <a:path w="4788" h="311" extrusionOk="0">
                  <a:moveTo>
                    <a:pt x="0" y="1"/>
                  </a:moveTo>
                  <a:lnTo>
                    <a:pt x="0" y="310"/>
                  </a:lnTo>
                  <a:lnTo>
                    <a:pt x="4787" y="310"/>
                  </a:lnTo>
                  <a:lnTo>
                    <a:pt x="4787"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9" name="Google Shape;1732;p75"/>
            <p:cNvSpPr/>
            <p:nvPr/>
          </p:nvSpPr>
          <p:spPr>
            <a:xfrm>
              <a:off x="5153068" y="2790976"/>
              <a:ext cx="166790" cy="9998"/>
            </a:xfrm>
            <a:custGeom>
              <a:avLst/>
              <a:gdLst/>
              <a:ahLst/>
              <a:cxnLst/>
              <a:rect l="l" t="t" r="r" b="b"/>
              <a:pathLst>
                <a:path w="4788" h="287" extrusionOk="0">
                  <a:moveTo>
                    <a:pt x="0" y="1"/>
                  </a:moveTo>
                  <a:lnTo>
                    <a:pt x="0" y="286"/>
                  </a:lnTo>
                  <a:lnTo>
                    <a:pt x="4787" y="286"/>
                  </a:lnTo>
                  <a:lnTo>
                    <a:pt x="4787"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0" name="Google Shape;1733;p75"/>
            <p:cNvSpPr/>
            <p:nvPr/>
          </p:nvSpPr>
          <p:spPr>
            <a:xfrm>
              <a:off x="5153068" y="2813374"/>
              <a:ext cx="166790" cy="10834"/>
            </a:xfrm>
            <a:custGeom>
              <a:avLst/>
              <a:gdLst/>
              <a:ahLst/>
              <a:cxnLst/>
              <a:rect l="l" t="t" r="r" b="b"/>
              <a:pathLst>
                <a:path w="4788" h="311" extrusionOk="0">
                  <a:moveTo>
                    <a:pt x="0" y="1"/>
                  </a:moveTo>
                  <a:lnTo>
                    <a:pt x="0" y="310"/>
                  </a:lnTo>
                  <a:lnTo>
                    <a:pt x="4787" y="310"/>
                  </a:lnTo>
                  <a:lnTo>
                    <a:pt x="4787"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1" name="Google Shape;1734;p75"/>
            <p:cNvSpPr/>
            <p:nvPr/>
          </p:nvSpPr>
          <p:spPr>
            <a:xfrm>
              <a:off x="5336403" y="2698072"/>
              <a:ext cx="92104" cy="10799"/>
            </a:xfrm>
            <a:custGeom>
              <a:avLst/>
              <a:gdLst/>
              <a:ahLst/>
              <a:cxnLst/>
              <a:rect l="l" t="t" r="r" b="b"/>
              <a:pathLst>
                <a:path w="2644" h="310" extrusionOk="0">
                  <a:moveTo>
                    <a:pt x="0" y="0"/>
                  </a:moveTo>
                  <a:lnTo>
                    <a:pt x="0" y="310"/>
                  </a:lnTo>
                  <a:lnTo>
                    <a:pt x="2644" y="310"/>
                  </a:lnTo>
                  <a:lnTo>
                    <a:pt x="264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2" name="Google Shape;1735;p75"/>
            <p:cNvSpPr/>
            <p:nvPr/>
          </p:nvSpPr>
          <p:spPr>
            <a:xfrm>
              <a:off x="5336403" y="2721306"/>
              <a:ext cx="92104" cy="9963"/>
            </a:xfrm>
            <a:custGeom>
              <a:avLst/>
              <a:gdLst/>
              <a:ahLst/>
              <a:cxnLst/>
              <a:rect l="l" t="t" r="r" b="b"/>
              <a:pathLst>
                <a:path w="2644" h="286" extrusionOk="0">
                  <a:moveTo>
                    <a:pt x="0" y="0"/>
                  </a:moveTo>
                  <a:lnTo>
                    <a:pt x="0" y="286"/>
                  </a:lnTo>
                  <a:lnTo>
                    <a:pt x="2644" y="286"/>
                  </a:lnTo>
                  <a:lnTo>
                    <a:pt x="264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 name="Google Shape;1736;p75"/>
            <p:cNvSpPr/>
            <p:nvPr/>
          </p:nvSpPr>
          <p:spPr>
            <a:xfrm>
              <a:off x="5336403" y="2745342"/>
              <a:ext cx="92104" cy="9998"/>
            </a:xfrm>
            <a:custGeom>
              <a:avLst/>
              <a:gdLst/>
              <a:ahLst/>
              <a:cxnLst/>
              <a:rect l="l" t="t" r="r" b="b"/>
              <a:pathLst>
                <a:path w="2644" h="287" extrusionOk="0">
                  <a:moveTo>
                    <a:pt x="0" y="1"/>
                  </a:moveTo>
                  <a:lnTo>
                    <a:pt x="0" y="287"/>
                  </a:lnTo>
                  <a:lnTo>
                    <a:pt x="2644" y="287"/>
                  </a:lnTo>
                  <a:lnTo>
                    <a:pt x="264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4" name="Google Shape;1737;p75"/>
            <p:cNvSpPr/>
            <p:nvPr/>
          </p:nvSpPr>
          <p:spPr>
            <a:xfrm>
              <a:off x="5422688" y="2934494"/>
              <a:ext cx="22434" cy="10834"/>
            </a:xfrm>
            <a:custGeom>
              <a:avLst/>
              <a:gdLst/>
              <a:ahLst/>
              <a:cxnLst/>
              <a:rect l="l" t="t" r="r" b="b"/>
              <a:pathLst>
                <a:path w="644" h="311" extrusionOk="0">
                  <a:moveTo>
                    <a:pt x="0" y="0"/>
                  </a:moveTo>
                  <a:lnTo>
                    <a:pt x="0" y="310"/>
                  </a:lnTo>
                  <a:lnTo>
                    <a:pt x="643" y="310"/>
                  </a:lnTo>
                  <a:lnTo>
                    <a:pt x="643"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5" name="Google Shape;1738;p75"/>
            <p:cNvSpPr/>
            <p:nvPr/>
          </p:nvSpPr>
          <p:spPr>
            <a:xfrm>
              <a:off x="5399453" y="2894678"/>
              <a:ext cx="69705" cy="9998"/>
            </a:xfrm>
            <a:custGeom>
              <a:avLst/>
              <a:gdLst/>
              <a:ahLst/>
              <a:cxnLst/>
              <a:rect l="l" t="t" r="r" b="b"/>
              <a:pathLst>
                <a:path w="2001" h="287" extrusionOk="0">
                  <a:moveTo>
                    <a:pt x="0" y="0"/>
                  </a:moveTo>
                  <a:lnTo>
                    <a:pt x="0" y="286"/>
                  </a:lnTo>
                  <a:lnTo>
                    <a:pt x="2001" y="286"/>
                  </a:lnTo>
                  <a:lnTo>
                    <a:pt x="2001"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6" name="Google Shape;1739;p75"/>
            <p:cNvSpPr/>
            <p:nvPr/>
          </p:nvSpPr>
          <p:spPr>
            <a:xfrm>
              <a:off x="5124852" y="2671528"/>
              <a:ext cx="365872" cy="292022"/>
            </a:xfrm>
            <a:custGeom>
              <a:avLst/>
              <a:gdLst/>
              <a:ahLst/>
              <a:cxnLst/>
              <a:rect l="l" t="t" r="r" b="b"/>
              <a:pathLst>
                <a:path w="10503" h="8383" extrusionOk="0">
                  <a:moveTo>
                    <a:pt x="10170" y="3072"/>
                  </a:moveTo>
                  <a:lnTo>
                    <a:pt x="10170" y="3739"/>
                  </a:lnTo>
                  <a:lnTo>
                    <a:pt x="7550" y="3739"/>
                  </a:lnTo>
                  <a:lnTo>
                    <a:pt x="7550" y="3072"/>
                  </a:lnTo>
                  <a:close/>
                  <a:moveTo>
                    <a:pt x="5407" y="6883"/>
                  </a:moveTo>
                  <a:lnTo>
                    <a:pt x="5407" y="7883"/>
                  </a:lnTo>
                  <a:lnTo>
                    <a:pt x="4073" y="7883"/>
                  </a:lnTo>
                  <a:lnTo>
                    <a:pt x="4073" y="6883"/>
                  </a:lnTo>
                  <a:close/>
                  <a:moveTo>
                    <a:pt x="10241" y="7359"/>
                  </a:moveTo>
                  <a:lnTo>
                    <a:pt x="10241" y="8026"/>
                  </a:lnTo>
                  <a:lnTo>
                    <a:pt x="7598" y="8026"/>
                  </a:lnTo>
                  <a:lnTo>
                    <a:pt x="7598" y="8002"/>
                  </a:lnTo>
                  <a:lnTo>
                    <a:pt x="7598" y="7359"/>
                  </a:lnTo>
                  <a:close/>
                  <a:moveTo>
                    <a:pt x="334" y="0"/>
                  </a:moveTo>
                  <a:cubicBezTo>
                    <a:pt x="144" y="0"/>
                    <a:pt x="1" y="119"/>
                    <a:pt x="1" y="286"/>
                  </a:cubicBezTo>
                  <a:lnTo>
                    <a:pt x="1" y="6573"/>
                  </a:lnTo>
                  <a:cubicBezTo>
                    <a:pt x="1" y="6764"/>
                    <a:pt x="144" y="6906"/>
                    <a:pt x="334" y="6906"/>
                  </a:cubicBezTo>
                  <a:lnTo>
                    <a:pt x="3787" y="6906"/>
                  </a:lnTo>
                  <a:lnTo>
                    <a:pt x="3787" y="7907"/>
                  </a:lnTo>
                  <a:lnTo>
                    <a:pt x="3120" y="7907"/>
                  </a:lnTo>
                  <a:lnTo>
                    <a:pt x="3120" y="8216"/>
                  </a:lnTo>
                  <a:lnTo>
                    <a:pt x="6431" y="8216"/>
                  </a:lnTo>
                  <a:lnTo>
                    <a:pt x="6431" y="7907"/>
                  </a:lnTo>
                  <a:lnTo>
                    <a:pt x="5740" y="7907"/>
                  </a:lnTo>
                  <a:lnTo>
                    <a:pt x="5740" y="6906"/>
                  </a:lnTo>
                  <a:lnTo>
                    <a:pt x="6931" y="6906"/>
                  </a:lnTo>
                  <a:lnTo>
                    <a:pt x="6931" y="6597"/>
                  </a:lnTo>
                  <a:lnTo>
                    <a:pt x="334" y="6597"/>
                  </a:lnTo>
                  <a:lnTo>
                    <a:pt x="287" y="6573"/>
                  </a:lnTo>
                  <a:lnTo>
                    <a:pt x="287" y="5930"/>
                  </a:lnTo>
                  <a:lnTo>
                    <a:pt x="7264" y="5930"/>
                  </a:lnTo>
                  <a:lnTo>
                    <a:pt x="7264" y="8073"/>
                  </a:lnTo>
                  <a:cubicBezTo>
                    <a:pt x="7264" y="8240"/>
                    <a:pt x="7407" y="8383"/>
                    <a:pt x="7598" y="8383"/>
                  </a:cubicBezTo>
                  <a:lnTo>
                    <a:pt x="10217" y="8383"/>
                  </a:lnTo>
                  <a:cubicBezTo>
                    <a:pt x="10384" y="8383"/>
                    <a:pt x="10503" y="8240"/>
                    <a:pt x="10503" y="8073"/>
                  </a:cubicBezTo>
                  <a:lnTo>
                    <a:pt x="10503" y="3120"/>
                  </a:lnTo>
                  <a:cubicBezTo>
                    <a:pt x="10503" y="2882"/>
                    <a:pt x="10384" y="2763"/>
                    <a:pt x="10217" y="2763"/>
                  </a:cubicBezTo>
                  <a:lnTo>
                    <a:pt x="7598" y="2763"/>
                  </a:lnTo>
                  <a:cubicBezTo>
                    <a:pt x="7407" y="2763"/>
                    <a:pt x="7264" y="2882"/>
                    <a:pt x="7264" y="3072"/>
                  </a:cubicBezTo>
                  <a:lnTo>
                    <a:pt x="7264" y="4049"/>
                  </a:lnTo>
                  <a:lnTo>
                    <a:pt x="10217" y="4049"/>
                  </a:lnTo>
                  <a:lnTo>
                    <a:pt x="10217" y="7049"/>
                  </a:lnTo>
                  <a:lnTo>
                    <a:pt x="7550" y="7049"/>
                  </a:lnTo>
                  <a:lnTo>
                    <a:pt x="7550" y="4406"/>
                  </a:lnTo>
                  <a:lnTo>
                    <a:pt x="7264" y="4406"/>
                  </a:lnTo>
                  <a:lnTo>
                    <a:pt x="7264" y="5597"/>
                  </a:lnTo>
                  <a:lnTo>
                    <a:pt x="287" y="5597"/>
                  </a:lnTo>
                  <a:lnTo>
                    <a:pt x="287" y="286"/>
                  </a:lnTo>
                  <a:lnTo>
                    <a:pt x="9265" y="286"/>
                  </a:lnTo>
                  <a:lnTo>
                    <a:pt x="9265" y="2429"/>
                  </a:lnTo>
                  <a:lnTo>
                    <a:pt x="9550" y="2429"/>
                  </a:lnTo>
                  <a:lnTo>
                    <a:pt x="9550" y="286"/>
                  </a:lnTo>
                  <a:cubicBezTo>
                    <a:pt x="9550" y="119"/>
                    <a:pt x="9431" y="0"/>
                    <a:pt x="9265" y="0"/>
                  </a:cubicBez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7" name="Google Shape;1740;p75"/>
            <p:cNvSpPr/>
            <p:nvPr/>
          </p:nvSpPr>
          <p:spPr>
            <a:xfrm>
              <a:off x="5399453" y="2824974"/>
              <a:ext cx="68869" cy="57304"/>
            </a:xfrm>
            <a:custGeom>
              <a:avLst/>
              <a:gdLst/>
              <a:ahLst/>
              <a:cxnLst/>
              <a:rect l="l" t="t" r="r" b="b"/>
              <a:pathLst>
                <a:path w="1977" h="1645" extrusionOk="0">
                  <a:moveTo>
                    <a:pt x="1667" y="334"/>
                  </a:moveTo>
                  <a:lnTo>
                    <a:pt x="1667" y="1335"/>
                  </a:lnTo>
                  <a:lnTo>
                    <a:pt x="334" y="1335"/>
                  </a:lnTo>
                  <a:lnTo>
                    <a:pt x="334" y="334"/>
                  </a:lnTo>
                  <a:close/>
                  <a:moveTo>
                    <a:pt x="0" y="1"/>
                  </a:moveTo>
                  <a:lnTo>
                    <a:pt x="0" y="1644"/>
                  </a:lnTo>
                  <a:lnTo>
                    <a:pt x="1977" y="1644"/>
                  </a:lnTo>
                  <a:lnTo>
                    <a:pt x="1977"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511" name="Shape 511"/>
        <p:cNvGrpSpPr/>
        <p:nvPr/>
      </p:nvGrpSpPr>
      <p:grpSpPr>
        <a:xfrm>
          <a:off x="0" y="0"/>
          <a:ext cx="0" cy="0"/>
          <a:chOff x="0" y="0"/>
          <a:chExt cx="0" cy="0"/>
        </a:xfrm>
      </p:grpSpPr>
      <p:sp>
        <p:nvSpPr>
          <p:cNvPr id="512" name="Google Shape;512;p46"/>
          <p:cNvSpPr txBox="1"/>
          <p:nvPr>
            <p:ph type="title"/>
          </p:nvPr>
        </p:nvSpPr>
        <p:spPr>
          <a:xfrm>
            <a:off x="713105" y="2090420"/>
            <a:ext cx="5160645" cy="22117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5000"/>
              <a:t>Fonctionnement technique</a:t>
            </a:r>
            <a:endParaRPr lang="en-GB" sz="5000"/>
          </a:p>
        </p:txBody>
      </p:sp>
      <p:sp>
        <p:nvSpPr>
          <p:cNvPr id="513" name="Google Shape;513;p46"/>
          <p:cNvSpPr txBox="1"/>
          <p:nvPr>
            <p:ph type="title" idx="2"/>
          </p:nvPr>
        </p:nvSpPr>
        <p:spPr>
          <a:xfrm>
            <a:off x="713225" y="986040"/>
            <a:ext cx="2125500" cy="1174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0</a:t>
            </a:r>
            <a:r>
              <a:rPr lang="en-US" altLang="en-GB"/>
              <a:t>3</a:t>
            </a:r>
            <a:endParaRPr lang="en-US" alt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518" name="Shape 518"/>
        <p:cNvGrpSpPr/>
        <p:nvPr/>
      </p:nvGrpSpPr>
      <p:grpSpPr>
        <a:xfrm>
          <a:off x="0" y="0"/>
          <a:ext cx="0" cy="0"/>
          <a:chOff x="0" y="0"/>
          <a:chExt cx="0" cy="0"/>
        </a:xfrm>
      </p:grpSpPr>
      <p:sp>
        <p:nvSpPr>
          <p:cNvPr id="519" name="Google Shape;519;p4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520" name="Google Shape;520;p47"/>
          <p:cNvSpPr txBox="1"/>
          <p:nvPr>
            <p:ph type="body" idx="1"/>
          </p:nvPr>
        </p:nvSpPr>
        <p:spPr>
          <a:xfrm>
            <a:off x="713225" y="1706950"/>
            <a:ext cx="4837800" cy="2498400"/>
          </a:xfrm>
          <a:prstGeom prst="rect">
            <a:avLst/>
          </a:prstGeom>
        </p:spPr>
        <p:txBody>
          <a:bodyPr spcFirstLastPara="1" wrap="square" lIns="91425" tIns="91425" rIns="91425" bIns="91425" anchor="t" anchorCtr="0">
            <a:noAutofit/>
          </a:bodyPr>
          <a:lstStyle/>
          <a:p>
            <a:pPr marL="457200" lvl="0" indent="-317500" algn="l" rtl="0">
              <a:spcBef>
                <a:spcPts val="1200"/>
              </a:spcBef>
              <a:spcAft>
                <a:spcPts val="0"/>
              </a:spcAft>
              <a:buSzPts val="1400"/>
              <a:buChar char="●"/>
            </a:pPr>
            <a:r>
              <a:rPr lang="en-GB" b="1"/>
              <a:t>Identification de la cible</a:t>
            </a:r>
            <a:r>
              <a:rPr lang="en-US" altLang="en-GB" b="1"/>
              <a:t>:</a:t>
            </a:r>
            <a:r>
              <a:rPr lang="en-US" altLang="en-GB"/>
              <a:t> </a:t>
            </a:r>
            <a:r>
              <a:rPr>
                <a:sym typeface="+mn-ea"/>
              </a:rPr>
              <a:t>Le développeur </a:t>
            </a:r>
            <a:r>
              <a:rPr lang="en-US">
                <a:sym typeface="+mn-ea"/>
              </a:rPr>
              <a:t>a</a:t>
            </a:r>
            <a:r>
              <a:rPr>
                <a:sym typeface="+mn-ea"/>
              </a:rPr>
              <a:t>nalyse la structure du site (pages, sections, URL)</a:t>
            </a:r>
            <a:r>
              <a:rPr lang="en-US">
                <a:sym typeface="+mn-ea"/>
              </a:rPr>
              <a:t>, et vérife </a:t>
            </a:r>
            <a:r>
              <a:rPr lang="en-US">
                <a:sym typeface="+mn-ea"/>
              </a:rPr>
              <a:t>les conditions d’utilisation du site pour s’assurer que le scraping est autorisé  </a:t>
            </a:r>
            <a:endParaRPr lang="en-US">
              <a:sym typeface="+mn-ea"/>
            </a:endParaRPr>
          </a:p>
          <a:p>
            <a:pPr marL="457200" lvl="0" indent="-317500" algn="l" rtl="0">
              <a:spcBef>
                <a:spcPts val="1200"/>
              </a:spcBef>
              <a:spcAft>
                <a:spcPts val="0"/>
              </a:spcAft>
              <a:buSzPts val="1400"/>
              <a:buChar char="●"/>
            </a:pPr>
            <a:endParaRPr lang="en-GB"/>
          </a:p>
          <a:p>
            <a:pPr marL="457200" lvl="0" indent="-317500" algn="l" rtl="0">
              <a:spcBef>
                <a:spcPts val="0"/>
              </a:spcBef>
              <a:spcAft>
                <a:spcPts val="0"/>
              </a:spcAft>
              <a:buSzPts val="1400"/>
              <a:buChar char="●"/>
            </a:pPr>
            <a:r>
              <a:rPr lang="en-GB" b="1"/>
              <a:t>Requête:</a:t>
            </a:r>
            <a:r>
              <a:rPr lang="en-US" altLang="en-GB"/>
              <a:t> </a:t>
            </a:r>
            <a:r>
              <a:rPr>
                <a:sym typeface="+mn-ea"/>
              </a:rPr>
              <a:t>Utiliser une bibliothèque comme requests (Python) pour envoyer une requête GET à l’URL cible</a:t>
            </a:r>
            <a:r>
              <a:rPr lang="en-US">
                <a:sym typeface="+mn-ea"/>
              </a:rPr>
              <a:t> et récupérer le code source HTML de la page</a:t>
            </a:r>
            <a:endParaRPr lang="en-US" altLang="en-GB">
              <a:sym typeface="+mn-ea"/>
            </a:endParaRPr>
          </a:p>
        </p:txBody>
      </p:sp>
      <p:sp>
        <p:nvSpPr>
          <p:cNvPr id="521" name="Google Shape;521;p47"/>
          <p:cNvSpPr/>
          <p:nvPr/>
        </p:nvSpPr>
        <p:spPr>
          <a:xfrm>
            <a:off x="5148141" y="3580430"/>
            <a:ext cx="1572006" cy="141077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522" name="Google Shape;522;p47"/>
          <p:cNvSpPr txBox="1"/>
          <p:nvPr>
            <p:ph type="title"/>
          </p:nvPr>
        </p:nvSpPr>
        <p:spPr>
          <a:xfrm>
            <a:off x="713105" y="826770"/>
            <a:ext cx="5707380" cy="53848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Comment fonctionne le web scraping ?</a:t>
            </a:r>
            <a:endParaRPr 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518" name="Shape 518"/>
        <p:cNvGrpSpPr/>
        <p:nvPr/>
      </p:nvGrpSpPr>
      <p:grpSpPr>
        <a:xfrm>
          <a:off x="0" y="0"/>
          <a:ext cx="0" cy="0"/>
          <a:chOff x="0" y="0"/>
          <a:chExt cx="0" cy="0"/>
        </a:xfrm>
      </p:grpSpPr>
      <p:sp>
        <p:nvSpPr>
          <p:cNvPr id="519" name="Google Shape;519;p4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520" name="Google Shape;520;p47"/>
          <p:cNvSpPr txBox="1"/>
          <p:nvPr>
            <p:ph type="body" idx="1"/>
          </p:nvPr>
        </p:nvSpPr>
        <p:spPr>
          <a:xfrm>
            <a:off x="713105" y="558800"/>
            <a:ext cx="4838065" cy="4206875"/>
          </a:xfrm>
          <a:prstGeom prst="rect">
            <a:avLst/>
          </a:prstGeom>
        </p:spPr>
        <p:txBody>
          <a:bodyPr spcFirstLastPara="1" wrap="square" lIns="91425" tIns="91425" rIns="91425" bIns="91425" anchor="t" anchorCtr="0">
            <a:noAutofit/>
          </a:bodyPr>
          <a:lstStyle/>
          <a:p>
            <a:pPr marL="457200" lvl="0" indent="-317500" algn="l" rtl="0">
              <a:spcBef>
                <a:spcPts val="1200"/>
              </a:spcBef>
              <a:spcAft>
                <a:spcPts val="0"/>
              </a:spcAft>
              <a:buSzPts val="1400"/>
              <a:buChar char="●"/>
            </a:pPr>
            <a:r>
              <a:rPr lang="en-GB" b="1">
                <a:sym typeface="+mn-ea"/>
              </a:rPr>
              <a:t>Analyse du code HTML:</a:t>
            </a:r>
            <a:r>
              <a:rPr lang="en-US" altLang="en-GB"/>
              <a:t> </a:t>
            </a:r>
            <a:r>
              <a:rPr>
                <a:sym typeface="+mn-ea"/>
              </a:rPr>
              <a:t>Le code HTML est analysé à l'aide de bibliothèques comme BeautifulSoup ou Scrapy</a:t>
            </a:r>
            <a:r>
              <a:rPr lang="en-US">
                <a:sym typeface="+mn-ea"/>
              </a:rPr>
              <a:t> pour c</a:t>
            </a:r>
            <a:r>
              <a:rPr>
                <a:sym typeface="+mn-ea"/>
              </a:rPr>
              <a:t>omprendre la structure du HTML </a:t>
            </a:r>
            <a:r>
              <a:rPr lang="en-US">
                <a:sym typeface="+mn-ea"/>
              </a:rPr>
              <a:t>et </a:t>
            </a:r>
            <a:r>
              <a:rPr>
                <a:sym typeface="+mn-ea"/>
              </a:rPr>
              <a:t>localiser les données à extraire</a:t>
            </a:r>
            <a:r>
              <a:rPr lang="en-US">
                <a:sym typeface="+mn-ea"/>
              </a:rPr>
              <a:t>  </a:t>
            </a:r>
            <a:endParaRPr lang="en-US">
              <a:sym typeface="+mn-ea"/>
            </a:endParaRPr>
          </a:p>
          <a:p>
            <a:pPr marL="457200" lvl="0" indent="-317500" algn="l" rtl="0">
              <a:spcBef>
                <a:spcPts val="1200"/>
              </a:spcBef>
              <a:spcAft>
                <a:spcPts val="0"/>
              </a:spcAft>
              <a:buSzPts val="1400"/>
              <a:buChar char="●"/>
            </a:pPr>
            <a:endParaRPr lang="en-GB"/>
          </a:p>
          <a:p>
            <a:pPr marL="457200" lvl="0" indent="-317500" algn="l" rtl="0">
              <a:spcBef>
                <a:spcPts val="0"/>
              </a:spcBef>
              <a:spcAft>
                <a:spcPts val="0"/>
              </a:spcAft>
              <a:buSzPts val="1400"/>
              <a:buChar char="●"/>
            </a:pPr>
            <a:r>
              <a:rPr b="1">
                <a:sym typeface="+mn-ea"/>
              </a:rPr>
              <a:t>Extraction des données</a:t>
            </a:r>
            <a:r>
              <a:rPr lang="en-GB" b="1"/>
              <a:t>:</a:t>
            </a:r>
            <a:r>
              <a:rPr lang="en-US" altLang="en-GB"/>
              <a:t> </a:t>
            </a:r>
            <a:r>
              <a:rPr lang="en-US">
                <a:sym typeface="+mn-ea"/>
              </a:rPr>
              <a:t>utiliser </a:t>
            </a:r>
            <a:r>
              <a:rPr>
                <a:sym typeface="+mn-ea"/>
              </a:rPr>
              <a:t>un script pour extraire les données en fonction des balises identifiées</a:t>
            </a:r>
            <a:endParaRPr>
              <a:sym typeface="+mn-ea"/>
            </a:endParaRPr>
          </a:p>
          <a:p>
            <a:pPr marL="457200" lvl="0" indent="-317500" algn="l" rtl="0">
              <a:spcBef>
                <a:spcPts val="0"/>
              </a:spcBef>
              <a:spcAft>
                <a:spcPts val="0"/>
              </a:spcAft>
              <a:buSzPts val="1400"/>
              <a:buChar char="●"/>
            </a:pPr>
            <a:endParaRPr lang="en-GB"/>
          </a:p>
          <a:p>
            <a:pPr marL="457200" lvl="0" indent="-317500" algn="l" rtl="0">
              <a:spcBef>
                <a:spcPts val="0"/>
              </a:spcBef>
              <a:spcAft>
                <a:spcPts val="0"/>
              </a:spcAft>
              <a:buSzPts val="1400"/>
              <a:buChar char="●"/>
            </a:pPr>
            <a:r>
              <a:rPr b="1"/>
              <a:t>Stockage des données</a:t>
            </a:r>
            <a:r>
              <a:rPr lang="en-GB" b="1">
                <a:sym typeface="+mn-ea"/>
              </a:rPr>
              <a:t>:</a:t>
            </a:r>
            <a:r>
              <a:rPr lang="en-US" altLang="en-GB" b="1">
                <a:sym typeface="+mn-ea"/>
              </a:rPr>
              <a:t> </a:t>
            </a:r>
            <a:r>
              <a:rPr lang="en-US" altLang="en-GB">
                <a:sym typeface="+mn-ea"/>
              </a:rPr>
              <a:t>Sauvegarder les données extraites </a:t>
            </a:r>
            <a:r>
              <a:rPr>
                <a:sym typeface="+mn-ea"/>
              </a:rPr>
              <a:t>dans un format structuré (CSV, JSON, base de données comme SQLite)</a:t>
            </a:r>
            <a:r>
              <a:rPr lang="en-US" altLang="en-GB">
                <a:sym typeface="+mn-ea"/>
              </a:rPr>
              <a:t> pour une utilisation future</a:t>
            </a:r>
            <a:endParaRPr lang="en-US" altLang="en-GB">
              <a:sym typeface="+mn-ea"/>
            </a:endParaRPr>
          </a:p>
        </p:txBody>
      </p:sp>
      <p:sp>
        <p:nvSpPr>
          <p:cNvPr id="521" name="Google Shape;521;p47"/>
          <p:cNvSpPr/>
          <p:nvPr/>
        </p:nvSpPr>
        <p:spPr>
          <a:xfrm>
            <a:off x="5148141" y="3580430"/>
            <a:ext cx="1572006" cy="141077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511" name="Shape 511"/>
        <p:cNvGrpSpPr/>
        <p:nvPr/>
      </p:nvGrpSpPr>
      <p:grpSpPr>
        <a:xfrm>
          <a:off x="0" y="0"/>
          <a:ext cx="0" cy="0"/>
          <a:chOff x="0" y="0"/>
          <a:chExt cx="0" cy="0"/>
        </a:xfrm>
      </p:grpSpPr>
      <p:sp>
        <p:nvSpPr>
          <p:cNvPr id="512" name="Google Shape;512;p46"/>
          <p:cNvSpPr txBox="1"/>
          <p:nvPr>
            <p:ph type="title"/>
          </p:nvPr>
        </p:nvSpPr>
        <p:spPr>
          <a:xfrm>
            <a:off x="713105" y="2090420"/>
            <a:ext cx="4292600" cy="22117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GB" sz="5000"/>
              <a:t>Exemple pratique</a:t>
            </a:r>
            <a:endParaRPr lang="en-US" altLang="en-GB" sz="5000"/>
          </a:p>
        </p:txBody>
      </p:sp>
      <p:sp>
        <p:nvSpPr>
          <p:cNvPr id="513" name="Google Shape;513;p46"/>
          <p:cNvSpPr txBox="1"/>
          <p:nvPr>
            <p:ph type="title" idx="2"/>
          </p:nvPr>
        </p:nvSpPr>
        <p:spPr>
          <a:xfrm>
            <a:off x="713225" y="986040"/>
            <a:ext cx="2125500" cy="1174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0</a:t>
            </a:r>
            <a:r>
              <a:rPr lang="en-US" altLang="en-GB"/>
              <a:t>4</a:t>
            </a:r>
            <a:endParaRPr lang="en-US" alt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518" name="Shape 518"/>
        <p:cNvGrpSpPr/>
        <p:nvPr/>
      </p:nvGrpSpPr>
      <p:grpSpPr>
        <a:xfrm>
          <a:off x="0" y="0"/>
          <a:ext cx="0" cy="0"/>
          <a:chOff x="0" y="0"/>
          <a:chExt cx="0" cy="0"/>
        </a:xfrm>
      </p:grpSpPr>
      <p:sp>
        <p:nvSpPr>
          <p:cNvPr id="519" name="Google Shape;519;p4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520" name="Google Shape;520;p47"/>
          <p:cNvSpPr txBox="1"/>
          <p:nvPr>
            <p:ph type="body" idx="1"/>
          </p:nvPr>
        </p:nvSpPr>
        <p:spPr>
          <a:xfrm>
            <a:off x="713105" y="200025"/>
            <a:ext cx="4838065" cy="1022985"/>
          </a:xfrm>
          <a:prstGeom prst="rect">
            <a:avLst/>
          </a:prstGeom>
        </p:spPr>
        <p:txBody>
          <a:bodyPr spcFirstLastPara="1" wrap="square" lIns="91425" tIns="91425" rIns="91425" bIns="91425" anchor="t" anchorCtr="0">
            <a:noAutofit/>
          </a:bodyPr>
          <a:lstStyle/>
          <a:p>
            <a:pPr marL="482600" lvl="0" indent="-342900" algn="l" rtl="0">
              <a:spcBef>
                <a:spcPts val="1200"/>
              </a:spcBef>
              <a:spcAft>
                <a:spcPts val="0"/>
              </a:spcAft>
              <a:buSzPts val="1400"/>
              <a:buAutoNum type="arabicPeriod"/>
            </a:pPr>
            <a:r>
              <a:rPr lang="en-GB" b="1">
                <a:sym typeface="+mn-ea"/>
              </a:rPr>
              <a:t>Identification de la cible</a:t>
            </a:r>
            <a:r>
              <a:rPr lang="en-US" altLang="en-GB" b="1">
                <a:sym typeface="+mn-ea"/>
              </a:rPr>
              <a:t>:</a:t>
            </a:r>
            <a:r>
              <a:rPr lang="en-US" altLang="en-GB"/>
              <a:t> </a:t>
            </a:r>
            <a:endParaRPr lang="en-US" altLang="en-GB"/>
          </a:p>
          <a:p>
            <a:pPr marL="139700" lvl="0" indent="0" algn="l" rtl="0">
              <a:spcBef>
                <a:spcPts val="1200"/>
              </a:spcBef>
              <a:spcAft>
                <a:spcPts val="0"/>
              </a:spcAft>
              <a:buSzPts val="1400"/>
              <a:buNone/>
            </a:pPr>
            <a:r>
              <a:rPr>
                <a:sym typeface="+mn-ea"/>
              </a:rPr>
              <a:t>Le</a:t>
            </a:r>
            <a:r>
              <a:rPr lang="en-US">
                <a:sym typeface="+mn-ea"/>
              </a:rPr>
              <a:t> site</a:t>
            </a:r>
            <a:r>
              <a:rPr>
                <a:sym typeface="+mn-ea"/>
              </a:rPr>
              <a:t> quotes.toscrape.com, qui contient des citations avec texte, auteur et tags</a:t>
            </a:r>
            <a:r>
              <a:rPr lang="en-US">
                <a:sym typeface="+mn-ea"/>
              </a:rPr>
              <a:t>  </a:t>
            </a:r>
            <a:endParaRPr lang="en-US" altLang="en-GB">
              <a:sym typeface="+mn-ea"/>
            </a:endParaRPr>
          </a:p>
        </p:txBody>
      </p:sp>
      <p:sp>
        <p:nvSpPr>
          <p:cNvPr id="521" name="Google Shape;521;p47"/>
          <p:cNvSpPr/>
          <p:nvPr/>
        </p:nvSpPr>
        <p:spPr>
          <a:xfrm>
            <a:off x="5148141" y="3580430"/>
            <a:ext cx="1572006" cy="141077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pic>
        <p:nvPicPr>
          <p:cNvPr id="2" name="Picture 1" descr="Screenshot from 2025-05-10 15-51-12"/>
          <p:cNvPicPr>
            <a:picLocks noChangeAspect="1"/>
          </p:cNvPicPr>
          <p:nvPr/>
        </p:nvPicPr>
        <p:blipFill>
          <a:blip r:embed="rId1"/>
          <a:stretch>
            <a:fillRect/>
          </a:stretch>
        </p:blipFill>
        <p:spPr>
          <a:xfrm>
            <a:off x="828040" y="1203325"/>
            <a:ext cx="4291330" cy="305689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700" name="Shape 700"/>
        <p:cNvGrpSpPr/>
        <p:nvPr/>
      </p:nvGrpSpPr>
      <p:grpSpPr>
        <a:xfrm>
          <a:off x="0" y="0"/>
          <a:ext cx="0" cy="0"/>
          <a:chOff x="0" y="0"/>
          <a:chExt cx="0" cy="0"/>
        </a:xfrm>
      </p:grpSpPr>
      <p:sp>
        <p:nvSpPr>
          <p:cNvPr id="702" name="Google Shape;702;p56"/>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sz="1600" b="1"/>
            </a:fld>
            <a:endParaRPr sz="1600" b="1"/>
          </a:p>
        </p:txBody>
      </p:sp>
      <p:pic>
        <p:nvPicPr>
          <p:cNvPr id="20" name="Picture 19" descr="Screenshot from 2025-05-10 16-16-49"/>
          <p:cNvPicPr>
            <a:picLocks noChangeAspect="1"/>
          </p:cNvPicPr>
          <p:nvPr/>
        </p:nvPicPr>
        <p:blipFill>
          <a:blip r:embed="rId1"/>
          <a:stretch>
            <a:fillRect/>
          </a:stretch>
        </p:blipFill>
        <p:spPr>
          <a:xfrm>
            <a:off x="754380" y="844550"/>
            <a:ext cx="2705100" cy="3477895"/>
          </a:xfrm>
          <a:prstGeom prst="rect">
            <a:avLst/>
          </a:prstGeom>
        </p:spPr>
      </p:pic>
      <p:pic>
        <p:nvPicPr>
          <p:cNvPr id="21" name="Picture 20" descr="code"/>
          <p:cNvPicPr>
            <a:picLocks noChangeAspect="1"/>
          </p:cNvPicPr>
          <p:nvPr/>
        </p:nvPicPr>
        <p:blipFill>
          <a:blip r:embed="rId2"/>
          <a:stretch>
            <a:fillRect/>
          </a:stretch>
        </p:blipFill>
        <p:spPr>
          <a:xfrm>
            <a:off x="3634740" y="1189990"/>
            <a:ext cx="4290060" cy="3132455"/>
          </a:xfrm>
          <a:prstGeom prst="rect">
            <a:avLst/>
          </a:prstGeom>
        </p:spPr>
      </p:pic>
      <p:sp>
        <p:nvSpPr>
          <p:cNvPr id="24" name="Google Shape;708;p56"/>
          <p:cNvSpPr txBox="1"/>
          <p:nvPr>
            <p:ph type="subTitle" idx="6"/>
          </p:nvPr>
        </p:nvSpPr>
        <p:spPr>
          <a:xfrm>
            <a:off x="3562350" y="762635"/>
            <a:ext cx="2649855" cy="427355"/>
          </a:xfrm>
          <a:prstGeom prst="rect">
            <a:avLst/>
          </a:prstGeom>
        </p:spPr>
        <p:txBody>
          <a:bodyPr spcFirstLastPara="1" wrap="square" lIns="91425" tIns="91425" rIns="91425" bIns="91425" anchor="ctr" anchorCtr="0">
            <a:noAutofit/>
          </a:bodyPr>
          <a:p>
            <a:pPr marL="0" lvl="0" indent="0" algn="l" rtl="0">
              <a:spcBef>
                <a:spcPts val="0"/>
              </a:spcBef>
              <a:spcAft>
                <a:spcPts val="0"/>
              </a:spcAft>
              <a:buNone/>
            </a:pPr>
            <a:r>
              <a:rPr lang="en-US" altLang="en-GB"/>
              <a:t>quotes_spider.py</a:t>
            </a:r>
            <a:endParaRPr lang="en-US" alt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518" name="Shape 518"/>
        <p:cNvGrpSpPr/>
        <p:nvPr/>
      </p:nvGrpSpPr>
      <p:grpSpPr>
        <a:xfrm>
          <a:off x="0" y="0"/>
          <a:ext cx="0" cy="0"/>
          <a:chOff x="0" y="0"/>
          <a:chExt cx="0" cy="0"/>
        </a:xfrm>
      </p:grpSpPr>
      <p:sp>
        <p:nvSpPr>
          <p:cNvPr id="519" name="Google Shape;519;p4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520" name="Google Shape;520;p47"/>
          <p:cNvSpPr txBox="1"/>
          <p:nvPr>
            <p:ph type="body" idx="1"/>
          </p:nvPr>
        </p:nvSpPr>
        <p:spPr>
          <a:xfrm>
            <a:off x="713105" y="774065"/>
            <a:ext cx="4838065" cy="2537460"/>
          </a:xfrm>
          <a:prstGeom prst="rect">
            <a:avLst/>
          </a:prstGeom>
        </p:spPr>
        <p:txBody>
          <a:bodyPr spcFirstLastPara="1" wrap="square" lIns="91425" tIns="91425" rIns="91425" bIns="91425" anchor="t" anchorCtr="0">
            <a:noAutofit/>
          </a:bodyPr>
          <a:lstStyle/>
          <a:p>
            <a:pPr marL="482600" lvl="0" indent="-342900" algn="l" rtl="0">
              <a:spcBef>
                <a:spcPts val="1200"/>
              </a:spcBef>
              <a:spcAft>
                <a:spcPts val="0"/>
              </a:spcAft>
              <a:buSzPts val="1400"/>
              <a:buFont typeface="+mj-lt"/>
              <a:buAutoNum type="arabicPeriod" startAt="2"/>
            </a:pPr>
            <a:r>
              <a:rPr lang="en-GB" b="1">
                <a:sym typeface="+mn-ea"/>
              </a:rPr>
              <a:t>Requête</a:t>
            </a:r>
            <a:r>
              <a:rPr lang="en-US" altLang="en-GB" b="1">
                <a:sym typeface="+mn-ea"/>
              </a:rPr>
              <a:t>:</a:t>
            </a:r>
            <a:r>
              <a:rPr lang="en-US" altLang="en-GB"/>
              <a:t> </a:t>
            </a:r>
            <a:endParaRPr lang="en-US" altLang="en-GB"/>
          </a:p>
          <a:p>
            <a:pPr marL="482600" lvl="0" indent="-342900" algn="l" rtl="0">
              <a:spcBef>
                <a:spcPts val="1200"/>
              </a:spcBef>
              <a:spcAft>
                <a:spcPts val="0"/>
              </a:spcAft>
              <a:buSzPts val="1400"/>
              <a:buFont typeface="Arial" panose="020B0604020202020204" pitchFamily="34" charset="0"/>
              <a:buChar char="•"/>
            </a:pPr>
            <a:r>
              <a:rPr>
                <a:sym typeface="+mn-ea"/>
              </a:rPr>
              <a:t>Le script définit start_urls avec l’URL initiale (http://quotes.toscrape.com/)</a:t>
            </a:r>
            <a:endParaRPr>
              <a:sym typeface="+mn-ea"/>
            </a:endParaRPr>
          </a:p>
          <a:p>
            <a:pPr marL="482600" lvl="0" indent="-342900" algn="l" rtl="0">
              <a:spcBef>
                <a:spcPts val="1200"/>
              </a:spcBef>
              <a:spcAft>
                <a:spcPts val="0"/>
              </a:spcAft>
              <a:buSzPts val="1400"/>
              <a:buFont typeface="Arial" panose="020B0604020202020204" pitchFamily="34" charset="0"/>
              <a:buChar char="•"/>
            </a:pPr>
            <a:r>
              <a:rPr>
                <a:sym typeface="+mn-ea"/>
              </a:rPr>
              <a:t>Scrapy envoie automatiquement une requête HTTP à cette URL et récupère la réponse HTML</a:t>
            </a:r>
            <a:endParaRPr>
              <a:sym typeface="+mn-ea"/>
            </a:endParaRPr>
          </a:p>
          <a:p>
            <a:pPr marL="482600" lvl="0" indent="-342900" algn="l" rtl="0">
              <a:spcBef>
                <a:spcPts val="1200"/>
              </a:spcBef>
              <a:spcAft>
                <a:spcPts val="0"/>
              </a:spcAft>
              <a:buSzPts val="1400"/>
              <a:buFont typeface="Arial" panose="020B0604020202020204" pitchFamily="34" charset="0"/>
              <a:buChar char="•"/>
            </a:pPr>
            <a:r>
              <a:rPr>
                <a:sym typeface="+mn-ea"/>
              </a:rPr>
              <a:t>Pour la pagination, le script extrait le lien de la page suivante (li.next a::attr(href)) et envoie une nouvelle requête avec response.follow</a:t>
            </a:r>
            <a:r>
              <a:rPr lang="en-US">
                <a:sym typeface="+mn-ea"/>
              </a:rPr>
              <a:t> </a:t>
            </a:r>
            <a:endParaRPr lang="en-US" altLang="en-GB">
              <a:sym typeface="+mn-ea"/>
            </a:endParaRPr>
          </a:p>
        </p:txBody>
      </p:sp>
      <p:sp>
        <p:nvSpPr>
          <p:cNvPr id="521" name="Google Shape;521;p47"/>
          <p:cNvSpPr/>
          <p:nvPr/>
        </p:nvSpPr>
        <p:spPr>
          <a:xfrm>
            <a:off x="5148141" y="3580430"/>
            <a:ext cx="1572006" cy="141077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518" name="Shape 518"/>
        <p:cNvGrpSpPr/>
        <p:nvPr/>
      </p:nvGrpSpPr>
      <p:grpSpPr>
        <a:xfrm>
          <a:off x="0" y="0"/>
          <a:ext cx="0" cy="0"/>
          <a:chOff x="0" y="0"/>
          <a:chExt cx="0" cy="0"/>
        </a:xfrm>
      </p:grpSpPr>
      <p:sp>
        <p:nvSpPr>
          <p:cNvPr id="519" name="Google Shape;519;p4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520" name="Google Shape;520;p47"/>
          <p:cNvSpPr txBox="1"/>
          <p:nvPr>
            <p:ph type="body" idx="1"/>
          </p:nvPr>
        </p:nvSpPr>
        <p:spPr>
          <a:xfrm>
            <a:off x="713105" y="271780"/>
            <a:ext cx="4838065" cy="1083310"/>
          </a:xfrm>
          <a:prstGeom prst="rect">
            <a:avLst/>
          </a:prstGeom>
        </p:spPr>
        <p:txBody>
          <a:bodyPr spcFirstLastPara="1" wrap="square" lIns="91425" tIns="91425" rIns="91425" bIns="91425" anchor="t" anchorCtr="0">
            <a:noAutofit/>
          </a:bodyPr>
          <a:lstStyle/>
          <a:p>
            <a:pPr marL="482600" lvl="0" indent="-342900" algn="l" rtl="0">
              <a:spcBef>
                <a:spcPts val="1200"/>
              </a:spcBef>
              <a:spcAft>
                <a:spcPts val="0"/>
              </a:spcAft>
              <a:buSzPts val="1400"/>
              <a:buFont typeface="+mj-lt"/>
              <a:buAutoNum type="arabicPeriod" startAt="3"/>
            </a:pPr>
            <a:r>
              <a:rPr lang="en-GB" b="1">
                <a:sym typeface="+mn-ea"/>
              </a:rPr>
              <a:t>Analyse du code HTML</a:t>
            </a:r>
            <a:r>
              <a:rPr lang="en-US" altLang="en-GB" b="1">
                <a:sym typeface="+mn-ea"/>
              </a:rPr>
              <a:t>:</a:t>
            </a:r>
            <a:r>
              <a:rPr lang="en-US" altLang="en-GB"/>
              <a:t> </a:t>
            </a:r>
            <a:endParaRPr lang="en-US" altLang="en-GB"/>
          </a:p>
          <a:p>
            <a:pPr marL="482600" lvl="0" indent="-342900" algn="l" rtl="0">
              <a:spcBef>
                <a:spcPts val="1200"/>
              </a:spcBef>
              <a:spcAft>
                <a:spcPts val="0"/>
              </a:spcAft>
              <a:buSzPts val="1400"/>
              <a:buFont typeface="Arial" panose="020B0604020202020204" pitchFamily="34" charset="0"/>
              <a:buChar char="•"/>
            </a:pPr>
            <a:r>
              <a:rPr>
                <a:sym typeface="+mn-ea"/>
              </a:rPr>
              <a:t>Scrapy utilise des sélecteurs CSS via response.css pour localiser les éléments dans le DOM.</a:t>
            </a:r>
            <a:endParaRPr lang="en-US" altLang="en-GB">
              <a:sym typeface="+mn-ea"/>
            </a:endParaRPr>
          </a:p>
        </p:txBody>
      </p:sp>
      <p:sp>
        <p:nvSpPr>
          <p:cNvPr id="521" name="Google Shape;521;p47"/>
          <p:cNvSpPr/>
          <p:nvPr/>
        </p:nvSpPr>
        <p:spPr>
          <a:xfrm>
            <a:off x="5148141" y="3580430"/>
            <a:ext cx="1572006" cy="141077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2" name="Google Shape;520;p47"/>
          <p:cNvSpPr txBox="1"/>
          <p:nvPr/>
        </p:nvSpPr>
        <p:spPr>
          <a:xfrm>
            <a:off x="683895" y="1422400"/>
            <a:ext cx="4838065" cy="2581275"/>
          </a:xfrm>
          <a:prstGeom prst="rect">
            <a:avLst/>
          </a:prstGeom>
          <a:no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15000"/>
              </a:lnSpc>
              <a:spcBef>
                <a:spcPts val="0"/>
              </a:spcBef>
              <a:spcAft>
                <a:spcPts val="0"/>
              </a:spcAft>
              <a:buClr>
                <a:schemeClr val="lt2"/>
              </a:buClr>
              <a:buSzPts val="1200"/>
              <a:buFont typeface="Poppins"/>
              <a:buChar char="●"/>
              <a:defRPr sz="1400" b="0" i="0" u="none" strike="noStrike" cap="none">
                <a:solidFill>
                  <a:schemeClr val="lt2"/>
                </a:solidFill>
                <a:latin typeface="Poppins"/>
                <a:ea typeface="Poppins"/>
                <a:cs typeface="Poppins"/>
                <a:sym typeface="Poppins"/>
              </a:defRPr>
            </a:lvl1pPr>
            <a:lvl2pPr marL="914400" marR="0" lvl="1"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2pPr>
            <a:lvl3pPr marL="1371600" marR="0" lvl="2"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3pPr>
            <a:lvl4pPr marL="1828800" marR="0" lvl="3"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4pPr>
            <a:lvl5pPr marL="2286000" marR="0" lvl="4"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5pPr>
            <a:lvl6pPr marL="2743200" marR="0" lvl="5"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6pPr>
            <a:lvl7pPr marL="3200400" marR="0" lvl="6"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7pPr>
            <a:lvl8pPr marL="3657600" marR="0" lvl="7"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8pPr>
            <a:lvl9pPr marL="4114800" marR="0" lvl="8" indent="-304800" algn="l" rtl="0">
              <a:lnSpc>
                <a:spcPct val="115000"/>
              </a:lnSpc>
              <a:spcBef>
                <a:spcPts val="0"/>
              </a:spcBef>
              <a:spcAft>
                <a:spcPts val="0"/>
              </a:spcAft>
              <a:buClr>
                <a:schemeClr val="lt2"/>
              </a:buClr>
              <a:buSzPts val="1200"/>
              <a:buFont typeface="Poppins"/>
              <a:buChar char="■"/>
              <a:defRPr sz="1200" b="0" i="0" u="none" strike="noStrike" cap="none">
                <a:solidFill>
                  <a:schemeClr val="lt2"/>
                </a:solidFill>
                <a:latin typeface="Poppins"/>
                <a:ea typeface="Poppins"/>
                <a:cs typeface="Poppins"/>
                <a:sym typeface="Poppins"/>
              </a:defRPr>
            </a:lvl9pPr>
          </a:lstStyle>
          <a:p>
            <a:pPr marL="482600" lvl="0" indent="-342900" algn="l" rtl="0">
              <a:spcBef>
                <a:spcPts val="1200"/>
              </a:spcBef>
              <a:spcAft>
                <a:spcPts val="0"/>
              </a:spcAft>
              <a:buSzPts val="1400"/>
              <a:buFont typeface="+mj-lt"/>
              <a:buAutoNum type="arabicPeriod" startAt="4"/>
            </a:pPr>
            <a:r>
              <a:rPr lang="en-GB" b="1">
                <a:sym typeface="+mn-ea"/>
              </a:rPr>
              <a:t>Extraction des données</a:t>
            </a:r>
            <a:r>
              <a:rPr lang="en-US" altLang="en-GB" b="1">
                <a:sym typeface="+mn-ea"/>
              </a:rPr>
              <a:t>:</a:t>
            </a:r>
            <a:r>
              <a:rPr lang="en-US" altLang="en-GB"/>
              <a:t> </a:t>
            </a:r>
            <a:endParaRPr lang="en-US" altLang="en-GB"/>
          </a:p>
          <a:p>
            <a:pPr marL="482600" lvl="0" indent="-342900" algn="l" rtl="0">
              <a:spcBef>
                <a:spcPts val="1200"/>
              </a:spcBef>
              <a:spcAft>
                <a:spcPts val="0"/>
              </a:spcAft>
              <a:buSzPts val="1400"/>
              <a:buFont typeface="Arial" panose="020B0604020202020204" pitchFamily="34" charset="0"/>
              <a:buChar char="•"/>
            </a:pPr>
            <a:r>
              <a:rPr>
                <a:sym typeface="+mn-ea"/>
              </a:rPr>
              <a:t>Pour chaque &lt;div class="quote"&gt;, le script extrait</a:t>
            </a:r>
            <a:r>
              <a:rPr lang="en-US">
                <a:sym typeface="+mn-ea"/>
              </a:rPr>
              <a:t>:</a:t>
            </a:r>
            <a:endParaRPr lang="en-US">
              <a:sym typeface="+mn-ea"/>
            </a:endParaRPr>
          </a:p>
          <a:p>
            <a:pPr marL="482600" lvl="0" indent="-342900" algn="l" rtl="0">
              <a:spcBef>
                <a:spcPts val="1200"/>
              </a:spcBef>
              <a:spcAft>
                <a:spcPts val="0"/>
              </a:spcAft>
              <a:buSzPts val="1400"/>
              <a:buFont typeface="Arial" panose="020B0604020202020204" pitchFamily="34" charset="0"/>
              <a:buChar char="•"/>
            </a:pPr>
            <a:r>
              <a:rPr lang="en-US">
                <a:sym typeface="+mn-ea"/>
              </a:rPr>
              <a:t>Le texte avec span.text::text (.get() retourne une seule valeur).</a:t>
            </a:r>
            <a:endParaRPr lang="en-US">
              <a:sym typeface="+mn-ea"/>
            </a:endParaRPr>
          </a:p>
          <a:p>
            <a:pPr marL="482600" lvl="0" indent="-342900" algn="l" rtl="0">
              <a:spcBef>
                <a:spcPts val="1200"/>
              </a:spcBef>
              <a:spcAft>
                <a:spcPts val="0"/>
              </a:spcAft>
              <a:buSzPts val="1400"/>
              <a:buFont typeface="Arial" panose="020B0604020202020204" pitchFamily="34" charset="0"/>
              <a:buChar char="•"/>
            </a:pPr>
            <a:r>
              <a:rPr lang="en-US">
                <a:sym typeface="+mn-ea"/>
              </a:rPr>
              <a:t>L’auteur avec small.author::text (.get()).</a:t>
            </a:r>
            <a:endParaRPr lang="en-US">
              <a:sym typeface="+mn-ea"/>
            </a:endParaRPr>
          </a:p>
          <a:p>
            <a:pPr marL="482600" lvl="0" indent="-342900" algn="l" rtl="0">
              <a:spcBef>
                <a:spcPts val="1200"/>
              </a:spcBef>
              <a:spcAft>
                <a:spcPts val="0"/>
              </a:spcAft>
              <a:buSzPts val="1400"/>
              <a:buFont typeface="Arial" panose="020B0604020202020204" pitchFamily="34" charset="0"/>
              <a:buChar char="•"/>
            </a:pPr>
            <a:r>
              <a:rPr lang="en-US">
                <a:sym typeface="+mn-ea"/>
              </a:rPr>
              <a:t>Les tags avec div.tags a.tag::text (.getall() retourne une liste).</a:t>
            </a:r>
            <a:endParaRPr lang="en-US">
              <a:sym typeface="+mn-ea"/>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518" name="Shape 518"/>
        <p:cNvGrpSpPr/>
        <p:nvPr/>
      </p:nvGrpSpPr>
      <p:grpSpPr>
        <a:xfrm>
          <a:off x="0" y="0"/>
          <a:ext cx="0" cy="0"/>
          <a:chOff x="0" y="0"/>
          <a:chExt cx="0" cy="0"/>
        </a:xfrm>
      </p:grpSpPr>
      <p:sp>
        <p:nvSpPr>
          <p:cNvPr id="519" name="Google Shape;519;p47"/>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520" name="Google Shape;520;p47"/>
          <p:cNvSpPr txBox="1"/>
          <p:nvPr>
            <p:ph type="body" idx="1"/>
          </p:nvPr>
        </p:nvSpPr>
        <p:spPr>
          <a:xfrm>
            <a:off x="713105" y="845820"/>
            <a:ext cx="4838065" cy="2228850"/>
          </a:xfrm>
          <a:prstGeom prst="rect">
            <a:avLst/>
          </a:prstGeom>
        </p:spPr>
        <p:txBody>
          <a:bodyPr spcFirstLastPara="1" wrap="square" lIns="91425" tIns="91425" rIns="91425" bIns="91425" anchor="t" anchorCtr="0">
            <a:noAutofit/>
          </a:bodyPr>
          <a:lstStyle/>
          <a:p>
            <a:pPr marL="482600" lvl="0" indent="-342900" algn="l" rtl="0">
              <a:spcBef>
                <a:spcPts val="1200"/>
              </a:spcBef>
              <a:spcAft>
                <a:spcPts val="0"/>
              </a:spcAft>
              <a:buSzPts val="1400"/>
              <a:buFont typeface="+mj-lt"/>
              <a:buAutoNum type="arabicPeriod" startAt="5"/>
            </a:pPr>
            <a:r>
              <a:rPr lang="en-GB" b="1">
                <a:sym typeface="+mn-ea"/>
              </a:rPr>
              <a:t>Stockage des données</a:t>
            </a:r>
            <a:r>
              <a:rPr lang="en-US" altLang="en-GB" b="1">
                <a:sym typeface="+mn-ea"/>
              </a:rPr>
              <a:t>:</a:t>
            </a:r>
            <a:r>
              <a:rPr lang="en-US" altLang="en-GB"/>
              <a:t> </a:t>
            </a:r>
            <a:endParaRPr lang="en-US" altLang="en-GB"/>
          </a:p>
          <a:p>
            <a:pPr marL="482600" lvl="0" indent="-342900" algn="l" rtl="0">
              <a:spcBef>
                <a:spcPts val="1200"/>
              </a:spcBef>
              <a:spcAft>
                <a:spcPts val="0"/>
              </a:spcAft>
              <a:buSzPts val="1400"/>
              <a:buFont typeface="Arial" panose="020B0604020202020204" pitchFamily="34" charset="0"/>
              <a:buChar char="•"/>
            </a:pPr>
            <a:r>
              <a:rPr>
                <a:sym typeface="+mn-ea"/>
              </a:rPr>
              <a:t>Aucune manipulation explicite de fichier n’est nécessaire dans le script, car Scrapy gère cela via la ligne de commande.</a:t>
            </a:r>
            <a:endParaRPr>
              <a:sym typeface="+mn-ea"/>
            </a:endParaRPr>
          </a:p>
          <a:p>
            <a:pPr marL="482600" lvl="0" indent="-342900" algn="l" rtl="0">
              <a:spcBef>
                <a:spcPts val="1200"/>
              </a:spcBef>
              <a:spcAft>
                <a:spcPts val="0"/>
              </a:spcAft>
              <a:buSzPts val="1400"/>
              <a:buFont typeface="Arial" panose="020B0604020202020204" pitchFamily="34" charset="0"/>
              <a:buChar char="•"/>
            </a:pPr>
            <a:r>
              <a:rPr lang="en-US">
                <a:sym typeface="+mn-ea"/>
              </a:rPr>
              <a:t>Pour ce exemple la commande est:</a:t>
            </a:r>
            <a:endParaRPr lang="en-US">
              <a:sym typeface="+mn-ea"/>
            </a:endParaRPr>
          </a:p>
          <a:p>
            <a:pPr marL="139700" lvl="0" indent="0" algn="l" rtl="0">
              <a:spcBef>
                <a:spcPts val="1200"/>
              </a:spcBef>
              <a:spcAft>
                <a:spcPts val="0"/>
              </a:spcAft>
              <a:buSzPts val="1400"/>
              <a:buFont typeface="Arial" panose="020B0604020202020204" pitchFamily="34" charset="0"/>
              <a:buNone/>
            </a:pPr>
            <a:r>
              <a:rPr lang="en-US">
                <a:sym typeface="+mn-ea"/>
              </a:rPr>
              <a:t>	   scrapy crawl quotes -o quotes.csv</a:t>
            </a:r>
            <a:endParaRPr lang="en-US">
              <a:sym typeface="+mn-ea"/>
            </a:endParaRPr>
          </a:p>
        </p:txBody>
      </p:sp>
      <p:sp>
        <p:nvSpPr>
          <p:cNvPr id="521" name="Google Shape;521;p47"/>
          <p:cNvSpPr/>
          <p:nvPr/>
        </p:nvSpPr>
        <p:spPr>
          <a:xfrm>
            <a:off x="5148141" y="3580430"/>
            <a:ext cx="1572006" cy="1410776"/>
          </a:xfrm>
          <a:custGeom>
            <a:avLst/>
            <a:gdLst/>
            <a:ahLst/>
            <a:cxnLst/>
            <a:rect l="l" t="t" r="r" b="b"/>
            <a:pathLst>
              <a:path w="100899" h="90565" extrusionOk="0">
                <a:moveTo>
                  <a:pt x="33510" y="0"/>
                </a:moveTo>
                <a:cubicBezTo>
                  <a:pt x="27859" y="0"/>
                  <a:pt x="22589" y="3041"/>
                  <a:pt x="19760" y="7940"/>
                </a:cubicBezTo>
                <a:lnTo>
                  <a:pt x="2824" y="37270"/>
                </a:lnTo>
                <a:cubicBezTo>
                  <a:pt x="1" y="42169"/>
                  <a:pt x="1" y="48257"/>
                  <a:pt x="2829" y="53155"/>
                </a:cubicBezTo>
                <a:cubicBezTo>
                  <a:pt x="7134" y="60354"/>
                  <a:pt x="10378" y="66189"/>
                  <a:pt x="12989" y="70880"/>
                </a:cubicBezTo>
                <a:cubicBezTo>
                  <a:pt x="22767" y="88470"/>
                  <a:pt x="23935" y="90565"/>
                  <a:pt x="39673" y="90565"/>
                </a:cubicBezTo>
                <a:cubicBezTo>
                  <a:pt x="41813" y="90565"/>
                  <a:pt x="44215" y="90530"/>
                  <a:pt x="46944" y="90485"/>
                </a:cubicBezTo>
                <a:cubicBezTo>
                  <a:pt x="50467" y="90426"/>
                  <a:pt x="54554" y="90360"/>
                  <a:pt x="59316" y="90360"/>
                </a:cubicBezTo>
                <a:cubicBezTo>
                  <a:pt x="61812" y="90360"/>
                  <a:pt x="64494" y="90378"/>
                  <a:pt x="67378" y="90425"/>
                </a:cubicBezTo>
                <a:cubicBezTo>
                  <a:pt x="73039" y="90425"/>
                  <a:pt x="78304" y="87380"/>
                  <a:pt x="81134" y="82480"/>
                </a:cubicBezTo>
                <a:lnTo>
                  <a:pt x="98069" y="53155"/>
                </a:lnTo>
                <a:cubicBezTo>
                  <a:pt x="100898" y="48257"/>
                  <a:pt x="100898" y="42169"/>
                  <a:pt x="98069" y="37270"/>
                </a:cubicBezTo>
                <a:lnTo>
                  <a:pt x="81134" y="7940"/>
                </a:lnTo>
                <a:cubicBezTo>
                  <a:pt x="78304" y="3041"/>
                  <a:pt x="73034" y="0"/>
                  <a:pt x="67378" y="0"/>
                </a:cubicBezTo>
                <a:close/>
              </a:path>
            </a:pathLst>
          </a:custGeom>
          <a:gradFill>
            <a:gsLst>
              <a:gs pos="0">
                <a:srgbClr val="E20030"/>
              </a:gs>
              <a:gs pos="100000">
                <a:srgbClr val="00216E"/>
              </a:gs>
            </a:gsLst>
            <a:lin ang="2698631"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700" name="Shape 700"/>
        <p:cNvGrpSpPr/>
        <p:nvPr/>
      </p:nvGrpSpPr>
      <p:grpSpPr>
        <a:xfrm>
          <a:off x="0" y="0"/>
          <a:ext cx="0" cy="0"/>
          <a:chOff x="0" y="0"/>
          <a:chExt cx="0" cy="0"/>
        </a:xfrm>
      </p:grpSpPr>
      <p:sp>
        <p:nvSpPr>
          <p:cNvPr id="702" name="Google Shape;702;p56"/>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sz="1600" b="1"/>
            </a:fld>
            <a:endParaRPr sz="1600" b="1"/>
          </a:p>
        </p:txBody>
      </p:sp>
      <p:pic>
        <p:nvPicPr>
          <p:cNvPr id="2" name="Picture 1" descr="Screenshot from 2025-05-10 16-24-20"/>
          <p:cNvPicPr>
            <a:picLocks noChangeAspect="1"/>
          </p:cNvPicPr>
          <p:nvPr/>
        </p:nvPicPr>
        <p:blipFill>
          <a:blip r:embed="rId1"/>
          <a:stretch>
            <a:fillRect/>
          </a:stretch>
        </p:blipFill>
        <p:spPr>
          <a:xfrm>
            <a:off x="673735" y="1275715"/>
            <a:ext cx="7795895" cy="284353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511" name="Shape 511"/>
        <p:cNvGrpSpPr/>
        <p:nvPr/>
      </p:nvGrpSpPr>
      <p:grpSpPr>
        <a:xfrm>
          <a:off x="0" y="0"/>
          <a:ext cx="0" cy="0"/>
          <a:chOff x="0" y="0"/>
          <a:chExt cx="0" cy="0"/>
        </a:xfrm>
      </p:grpSpPr>
      <p:sp>
        <p:nvSpPr>
          <p:cNvPr id="512" name="Google Shape;512;p46"/>
          <p:cNvSpPr txBox="1"/>
          <p:nvPr>
            <p:ph type="title"/>
          </p:nvPr>
        </p:nvSpPr>
        <p:spPr>
          <a:xfrm>
            <a:off x="713105" y="2090420"/>
            <a:ext cx="4366895" cy="9493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Défis techniques</a:t>
            </a:r>
            <a:endParaRPr lang="en-GB"/>
          </a:p>
        </p:txBody>
      </p:sp>
      <p:sp>
        <p:nvSpPr>
          <p:cNvPr id="513" name="Google Shape;513;p46"/>
          <p:cNvSpPr txBox="1"/>
          <p:nvPr>
            <p:ph type="title" idx="2"/>
          </p:nvPr>
        </p:nvSpPr>
        <p:spPr>
          <a:xfrm>
            <a:off x="713225" y="986040"/>
            <a:ext cx="2125500" cy="1174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0</a:t>
            </a:r>
            <a:r>
              <a:rPr lang="en-US" altLang="en-GB"/>
              <a:t>5</a:t>
            </a:r>
            <a:endParaRPr lang="en-US" altLang="en-GB"/>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526" name="Shape 526"/>
        <p:cNvGrpSpPr/>
        <p:nvPr/>
      </p:nvGrpSpPr>
      <p:grpSpPr>
        <a:xfrm>
          <a:off x="0" y="0"/>
          <a:ext cx="0" cy="0"/>
          <a:chOff x="0" y="0"/>
          <a:chExt cx="0" cy="0"/>
        </a:xfrm>
      </p:grpSpPr>
      <p:sp>
        <p:nvSpPr>
          <p:cNvPr id="527" name="Google Shape;527;p48"/>
          <p:cNvSpPr txBox="1"/>
          <p:nvPr>
            <p:ph type="title"/>
          </p:nvPr>
        </p:nvSpPr>
        <p:spPr>
          <a:xfrm>
            <a:off x="3683000" y="539500"/>
            <a:ext cx="4747800" cy="538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GB"/>
              <a:t>Défis et limitations</a:t>
            </a:r>
            <a:endParaRPr lang="en-GB"/>
          </a:p>
        </p:txBody>
      </p:sp>
      <p:sp>
        <p:nvSpPr>
          <p:cNvPr id="528" name="Google Shape;528;p48"/>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27" name="Google Shape;529;p48"/>
          <p:cNvSpPr txBox="1"/>
          <p:nvPr/>
        </p:nvSpPr>
        <p:spPr>
          <a:xfrm>
            <a:off x="2555585" y="1563393"/>
            <a:ext cx="3407400" cy="388500"/>
          </a:xfrm>
          <a:prstGeom prst="rect">
            <a:avLst/>
          </a:prstGeom>
          <a:noFill/>
          <a:ln>
            <a:noFill/>
          </a:ln>
        </p:spPr>
        <p:txBody>
          <a:bodyPr wrap="square" lIns="91425" tIns="91425" rIns="91425" bIns="91425" anchor="ctr" anchorCtr="0">
            <a:noAutofit/>
          </a:bodyPr>
          <a:lstStyle>
            <a:defPPr marR="0" lvl="0" algn="l" rtl="0">
              <a:lnSpc>
                <a:spcPct val="100000"/>
              </a:lnSpc>
              <a:spcBef>
                <a:spcPts val="0"/>
              </a:spcBef>
              <a:spcAft>
                <a:spcPts val="0"/>
              </a:spcAft>
            </a:defPPr>
            <a:lvl1pPr marL="457200" marR="0" lvl="0" indent="-317500" algn="r" rtl="0">
              <a:lnSpc>
                <a:spcPct val="100000"/>
              </a:lnSpc>
              <a:spcBef>
                <a:spcPts val="0"/>
              </a:spcBef>
              <a:spcAft>
                <a:spcPts val="0"/>
              </a:spcAft>
              <a:buClr>
                <a:schemeClr val="accent1"/>
              </a:buClr>
              <a:buSzPts val="2200"/>
              <a:buFont typeface="Space Mono"/>
              <a:buNone/>
              <a:defRPr sz="2200" b="0" i="0" u="none" strike="noStrike" cap="none">
                <a:solidFill>
                  <a:schemeClr val="accent1"/>
                </a:solidFill>
                <a:latin typeface="Space Mono"/>
                <a:ea typeface="Space Mono"/>
                <a:cs typeface="Space Mono"/>
                <a:sym typeface="Space Mono"/>
              </a:defRPr>
            </a:lvl1pPr>
            <a:lvl2pPr marL="914400" marR="0" lvl="1"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2pPr>
            <a:lvl3pPr marL="1371600" marR="0" lvl="2"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3pPr>
            <a:lvl4pPr marL="1828800" marR="0" lvl="3"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4pPr>
            <a:lvl5pPr marL="2286000" marR="0" lvl="4"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5pPr>
            <a:lvl6pPr marL="2743200" marR="0" lvl="5"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6pPr>
            <a:lvl7pPr marL="3200400" marR="0" lvl="6"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7pPr>
            <a:lvl8pPr marL="3657600" marR="0" lvl="7"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8pPr>
            <a:lvl9pPr marL="4114800" marR="0" lvl="8"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9pPr>
          </a:lstStyle>
          <a:p>
            <a:pPr marL="0" lvl="0" indent="0" algn="r" rtl="0">
              <a:spcBef>
                <a:spcPts val="0"/>
              </a:spcBef>
              <a:spcAft>
                <a:spcPts val="0"/>
              </a:spcAft>
              <a:buNone/>
            </a:pPr>
            <a:r>
              <a:rPr lang="en-GB"/>
              <a:t>Protection</a:t>
            </a:r>
            <a:endParaRPr lang="en-GB"/>
          </a:p>
        </p:txBody>
      </p:sp>
      <p:sp>
        <p:nvSpPr>
          <p:cNvPr id="2" name="Google Shape;531;p48"/>
          <p:cNvSpPr txBox="1"/>
          <p:nvPr/>
        </p:nvSpPr>
        <p:spPr>
          <a:xfrm>
            <a:off x="4497705" y="1711325"/>
            <a:ext cx="3407410" cy="2529840"/>
          </a:xfrm>
          <a:prstGeom prst="rect">
            <a:avLst/>
          </a:prstGeom>
          <a:noFill/>
          <a:ln>
            <a:noFill/>
          </a:ln>
        </p:spPr>
        <p:txBody>
          <a:bodyPr wrap="square" lIns="91425" tIns="91425" rIns="91425" bIns="91425" anchor="ctr" anchorCtr="0">
            <a:noAutofit/>
          </a:bodyPr>
          <a:lstStyle>
            <a:defPPr marR="0" lvl="0" algn="l" rtl="0">
              <a:lnSpc>
                <a:spcPct val="100000"/>
              </a:lnSpc>
              <a:spcBef>
                <a:spcPts val="0"/>
              </a:spcBef>
              <a:spcAft>
                <a:spcPts val="0"/>
              </a:spcAft>
            </a:defPPr>
            <a:lvl1pPr marL="457200" marR="0" lvl="0" indent="-317500" algn="r"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1pPr>
            <a:lvl2pPr marL="914400" marR="0" lvl="1"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2pPr>
            <a:lvl3pPr marL="1371600" marR="0" lvl="2"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3pPr>
            <a:lvl4pPr marL="1828800" marR="0" lvl="3"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4pPr>
            <a:lvl5pPr marL="2286000" marR="0" lvl="4"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5pPr>
            <a:lvl6pPr marL="2743200" marR="0" lvl="5"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6pPr>
            <a:lvl7pPr marL="3200400" marR="0" lvl="6"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7pPr>
            <a:lvl8pPr marL="3657600" marR="0" lvl="7"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8pPr>
            <a:lvl9pPr marL="4114800" marR="0" lvl="8"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9pPr>
          </a:lstStyle>
          <a:p>
            <a:pPr marL="0" lvl="0" indent="0" algn="l" rtl="0">
              <a:spcBef>
                <a:spcPts val="0"/>
              </a:spcBef>
              <a:spcAft>
                <a:spcPts val="0"/>
              </a:spcAft>
              <a:buNone/>
            </a:pPr>
            <a:r>
              <a:rPr lang="en-US" altLang="en-GB"/>
              <a:t>Les </a:t>
            </a:r>
            <a:r>
              <a:rPr lang="en-GB"/>
              <a:t>Mesures anti-scraping </a:t>
            </a:r>
            <a:r>
              <a:rPr lang="en-US" altLang="en-GB"/>
              <a:t>comme l</a:t>
            </a:r>
            <a:r>
              <a:rPr>
                <a:sym typeface="+mn-ea"/>
              </a:rPr>
              <a:t>es CAPTCHAs </a:t>
            </a:r>
            <a:r>
              <a:rPr lang="en-US">
                <a:sym typeface="+mn-ea"/>
              </a:rPr>
              <a:t>qui </a:t>
            </a:r>
            <a:r>
              <a:rPr>
                <a:sym typeface="+mn-ea"/>
              </a:rPr>
              <a:t>sont des tests utilisés par les sites web pour vérifier qu’un visiteur n’est pas un</a:t>
            </a:r>
            <a:r>
              <a:rPr lang="en-US">
                <a:sym typeface="+mn-ea"/>
              </a:rPr>
              <a:t> </a:t>
            </a:r>
            <a:r>
              <a:rPr>
                <a:sym typeface="+mn-ea"/>
              </a:rPr>
              <a:t>bot. </a:t>
            </a:r>
            <a:endParaRPr>
              <a:sym typeface="+mn-ea"/>
            </a:endParaRPr>
          </a:p>
          <a:p>
            <a:pPr marL="0" lvl="0" indent="0" algn="l" rtl="0">
              <a:spcBef>
                <a:spcPts val="0"/>
              </a:spcBef>
              <a:spcAft>
                <a:spcPts val="0"/>
              </a:spcAft>
              <a:buNone/>
            </a:pPr>
            <a:r>
              <a:rPr>
                <a:sym typeface="+mn-ea"/>
              </a:rPr>
              <a:t>Ils incluent des tâches comme sélectionner des images, résoudre des puzzles, ou taper du texte à partir d’une image déformée</a:t>
            </a:r>
            <a:endParaRPr lang="en-GB"/>
          </a:p>
        </p:txBody>
      </p:sp>
      <p:sp>
        <p:nvSpPr>
          <p:cNvPr id="3" name="Google Shape;533;p48"/>
          <p:cNvSpPr/>
          <p:nvPr/>
        </p:nvSpPr>
        <p:spPr>
          <a:xfrm>
            <a:off x="3608376" y="1561894"/>
            <a:ext cx="813685" cy="730740"/>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54" name="Google Shape;1854;p75"/>
          <p:cNvGrpSpPr/>
          <p:nvPr/>
        </p:nvGrpSpPr>
        <p:grpSpPr>
          <a:xfrm>
            <a:off x="3796022" y="1749331"/>
            <a:ext cx="466344" cy="384048"/>
            <a:chOff x="3654031" y="3405702"/>
            <a:chExt cx="368380" cy="287040"/>
          </a:xfrm>
        </p:grpSpPr>
        <p:sp>
          <p:nvSpPr>
            <p:cNvPr id="1855" name="Google Shape;1855;p75"/>
            <p:cNvSpPr/>
            <p:nvPr/>
          </p:nvSpPr>
          <p:spPr>
            <a:xfrm>
              <a:off x="3799222" y="3485333"/>
              <a:ext cx="43997" cy="57269"/>
            </a:xfrm>
            <a:custGeom>
              <a:avLst/>
              <a:gdLst/>
              <a:ahLst/>
              <a:cxnLst/>
              <a:rect l="l" t="t" r="r" b="b"/>
              <a:pathLst>
                <a:path w="1263" h="1644" extrusionOk="0">
                  <a:moveTo>
                    <a:pt x="0" y="0"/>
                  </a:moveTo>
                  <a:lnTo>
                    <a:pt x="0" y="1643"/>
                  </a:lnTo>
                  <a:lnTo>
                    <a:pt x="334" y="1643"/>
                  </a:lnTo>
                  <a:lnTo>
                    <a:pt x="667" y="1096"/>
                  </a:lnTo>
                  <a:lnTo>
                    <a:pt x="1000" y="1643"/>
                  </a:lnTo>
                  <a:lnTo>
                    <a:pt x="1262" y="1643"/>
                  </a:lnTo>
                  <a:lnTo>
                    <a:pt x="1262" y="0"/>
                  </a:lnTo>
                  <a:lnTo>
                    <a:pt x="953" y="0"/>
                  </a:lnTo>
                  <a:lnTo>
                    <a:pt x="953" y="1072"/>
                  </a:lnTo>
                  <a:lnTo>
                    <a:pt x="643" y="548"/>
                  </a:lnTo>
                  <a:lnTo>
                    <a:pt x="310" y="1072"/>
                  </a:lnTo>
                  <a:lnTo>
                    <a:pt x="310"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856" name="Google Shape;1856;p75"/>
            <p:cNvSpPr/>
            <p:nvPr/>
          </p:nvSpPr>
          <p:spPr>
            <a:xfrm>
              <a:off x="3854783" y="3484497"/>
              <a:ext cx="43997" cy="57269"/>
            </a:xfrm>
            <a:custGeom>
              <a:avLst/>
              <a:gdLst/>
              <a:ahLst/>
              <a:cxnLst/>
              <a:rect l="l" t="t" r="r" b="b"/>
              <a:pathLst>
                <a:path w="1263" h="1644" extrusionOk="0">
                  <a:moveTo>
                    <a:pt x="1" y="0"/>
                  </a:moveTo>
                  <a:lnTo>
                    <a:pt x="1" y="1644"/>
                  </a:lnTo>
                  <a:lnTo>
                    <a:pt x="310" y="1644"/>
                  </a:lnTo>
                  <a:lnTo>
                    <a:pt x="644" y="1096"/>
                  </a:lnTo>
                  <a:lnTo>
                    <a:pt x="977" y="1644"/>
                  </a:lnTo>
                  <a:lnTo>
                    <a:pt x="1263" y="1644"/>
                  </a:lnTo>
                  <a:lnTo>
                    <a:pt x="1263" y="0"/>
                  </a:lnTo>
                  <a:lnTo>
                    <a:pt x="977" y="0"/>
                  </a:lnTo>
                  <a:lnTo>
                    <a:pt x="977" y="1072"/>
                  </a:lnTo>
                  <a:lnTo>
                    <a:pt x="644" y="524"/>
                  </a:lnTo>
                  <a:lnTo>
                    <a:pt x="310" y="1072"/>
                  </a:lnTo>
                  <a:lnTo>
                    <a:pt x="310"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857" name="Google Shape;1857;p75"/>
            <p:cNvSpPr/>
            <p:nvPr/>
          </p:nvSpPr>
          <p:spPr>
            <a:xfrm>
              <a:off x="3740316" y="3484497"/>
              <a:ext cx="44833" cy="57269"/>
            </a:xfrm>
            <a:custGeom>
              <a:avLst/>
              <a:gdLst/>
              <a:ahLst/>
              <a:cxnLst/>
              <a:rect l="l" t="t" r="r" b="b"/>
              <a:pathLst>
                <a:path w="1287" h="1644" extrusionOk="0">
                  <a:moveTo>
                    <a:pt x="0" y="0"/>
                  </a:moveTo>
                  <a:lnTo>
                    <a:pt x="0" y="1644"/>
                  </a:lnTo>
                  <a:lnTo>
                    <a:pt x="334" y="1644"/>
                  </a:lnTo>
                  <a:lnTo>
                    <a:pt x="667" y="1096"/>
                  </a:lnTo>
                  <a:lnTo>
                    <a:pt x="977" y="1644"/>
                  </a:lnTo>
                  <a:lnTo>
                    <a:pt x="1286" y="1644"/>
                  </a:lnTo>
                  <a:lnTo>
                    <a:pt x="1286" y="0"/>
                  </a:lnTo>
                  <a:lnTo>
                    <a:pt x="977" y="0"/>
                  </a:lnTo>
                  <a:lnTo>
                    <a:pt x="977" y="1072"/>
                  </a:lnTo>
                  <a:lnTo>
                    <a:pt x="667" y="524"/>
                  </a:lnTo>
                  <a:lnTo>
                    <a:pt x="334" y="1072"/>
                  </a:lnTo>
                  <a:lnTo>
                    <a:pt x="33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858" name="Google Shape;1858;p75"/>
            <p:cNvSpPr/>
            <p:nvPr/>
          </p:nvSpPr>
          <p:spPr>
            <a:xfrm>
              <a:off x="3906234" y="3530932"/>
              <a:ext cx="11635" cy="10834"/>
            </a:xfrm>
            <a:custGeom>
              <a:avLst/>
              <a:gdLst/>
              <a:ahLst/>
              <a:cxnLst/>
              <a:rect l="l" t="t" r="r" b="b"/>
              <a:pathLst>
                <a:path w="334" h="311" extrusionOk="0">
                  <a:moveTo>
                    <a:pt x="0" y="1"/>
                  </a:moveTo>
                  <a:lnTo>
                    <a:pt x="0" y="311"/>
                  </a:lnTo>
                  <a:lnTo>
                    <a:pt x="334" y="311"/>
                  </a:lnTo>
                  <a:lnTo>
                    <a:pt x="33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859" name="Google Shape;1859;p75"/>
            <p:cNvSpPr/>
            <p:nvPr/>
          </p:nvSpPr>
          <p:spPr>
            <a:xfrm>
              <a:off x="3792568" y="3576565"/>
              <a:ext cx="10834" cy="10834"/>
            </a:xfrm>
            <a:custGeom>
              <a:avLst/>
              <a:gdLst/>
              <a:ahLst/>
              <a:cxnLst/>
              <a:rect l="l" t="t" r="r" b="b"/>
              <a:pathLst>
                <a:path w="311" h="311" extrusionOk="0">
                  <a:moveTo>
                    <a:pt x="1" y="1"/>
                  </a:moveTo>
                  <a:lnTo>
                    <a:pt x="1" y="310"/>
                  </a:lnTo>
                  <a:lnTo>
                    <a:pt x="310" y="310"/>
                  </a:lnTo>
                  <a:lnTo>
                    <a:pt x="310"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860" name="Google Shape;1860;p75"/>
            <p:cNvSpPr/>
            <p:nvPr/>
          </p:nvSpPr>
          <p:spPr>
            <a:xfrm>
              <a:off x="3814967" y="3576565"/>
              <a:ext cx="11670" cy="10834"/>
            </a:xfrm>
            <a:custGeom>
              <a:avLst/>
              <a:gdLst/>
              <a:ahLst/>
              <a:cxnLst/>
              <a:rect l="l" t="t" r="r" b="b"/>
              <a:pathLst>
                <a:path w="335" h="311" extrusionOk="0">
                  <a:moveTo>
                    <a:pt x="1" y="1"/>
                  </a:moveTo>
                  <a:lnTo>
                    <a:pt x="1" y="310"/>
                  </a:lnTo>
                  <a:lnTo>
                    <a:pt x="334" y="310"/>
                  </a:lnTo>
                  <a:lnTo>
                    <a:pt x="33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861" name="Google Shape;1861;p75"/>
            <p:cNvSpPr/>
            <p:nvPr/>
          </p:nvSpPr>
          <p:spPr>
            <a:xfrm>
              <a:off x="3838202" y="3576565"/>
              <a:ext cx="10834" cy="10834"/>
            </a:xfrm>
            <a:custGeom>
              <a:avLst/>
              <a:gdLst/>
              <a:ahLst/>
              <a:cxnLst/>
              <a:rect l="l" t="t" r="r" b="b"/>
              <a:pathLst>
                <a:path w="311" h="311" extrusionOk="0">
                  <a:moveTo>
                    <a:pt x="0" y="1"/>
                  </a:moveTo>
                  <a:lnTo>
                    <a:pt x="0" y="310"/>
                  </a:lnTo>
                  <a:lnTo>
                    <a:pt x="310" y="310"/>
                  </a:lnTo>
                  <a:lnTo>
                    <a:pt x="310"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862" name="Google Shape;1862;p75"/>
            <p:cNvSpPr/>
            <p:nvPr/>
          </p:nvSpPr>
          <p:spPr>
            <a:xfrm>
              <a:off x="3654031" y="3405702"/>
              <a:ext cx="368380" cy="287040"/>
            </a:xfrm>
            <a:custGeom>
              <a:avLst/>
              <a:gdLst/>
              <a:ahLst/>
              <a:cxnLst/>
              <a:rect l="l" t="t" r="r" b="b"/>
              <a:pathLst>
                <a:path w="10575" h="8240" extrusionOk="0">
                  <a:moveTo>
                    <a:pt x="7550" y="4453"/>
                  </a:moveTo>
                  <a:cubicBezTo>
                    <a:pt x="7502" y="4501"/>
                    <a:pt x="7478" y="4549"/>
                    <a:pt x="7455" y="4572"/>
                  </a:cubicBezTo>
                  <a:cubicBezTo>
                    <a:pt x="7336" y="4787"/>
                    <a:pt x="7240" y="5001"/>
                    <a:pt x="7193" y="5239"/>
                  </a:cubicBezTo>
                  <a:lnTo>
                    <a:pt x="6764" y="5239"/>
                  </a:lnTo>
                  <a:cubicBezTo>
                    <a:pt x="6954" y="4906"/>
                    <a:pt x="7216" y="4644"/>
                    <a:pt x="7550" y="4453"/>
                  </a:cubicBezTo>
                  <a:close/>
                  <a:moveTo>
                    <a:pt x="8264" y="4263"/>
                  </a:moveTo>
                  <a:lnTo>
                    <a:pt x="8264" y="5263"/>
                  </a:lnTo>
                  <a:lnTo>
                    <a:pt x="7550" y="5263"/>
                  </a:lnTo>
                  <a:cubicBezTo>
                    <a:pt x="7669" y="4739"/>
                    <a:pt x="7931" y="4334"/>
                    <a:pt x="8264" y="4263"/>
                  </a:cubicBezTo>
                  <a:close/>
                  <a:moveTo>
                    <a:pt x="8550" y="4263"/>
                  </a:moveTo>
                  <a:cubicBezTo>
                    <a:pt x="8883" y="4334"/>
                    <a:pt x="9145" y="4739"/>
                    <a:pt x="9288" y="5263"/>
                  </a:cubicBezTo>
                  <a:lnTo>
                    <a:pt x="8550" y="5263"/>
                  </a:lnTo>
                  <a:lnTo>
                    <a:pt x="8550" y="4263"/>
                  </a:lnTo>
                  <a:close/>
                  <a:moveTo>
                    <a:pt x="9265" y="4501"/>
                  </a:moveTo>
                  <a:cubicBezTo>
                    <a:pt x="9598" y="4644"/>
                    <a:pt x="9860" y="4906"/>
                    <a:pt x="10050" y="5263"/>
                  </a:cubicBezTo>
                  <a:lnTo>
                    <a:pt x="9622" y="5263"/>
                  </a:lnTo>
                  <a:cubicBezTo>
                    <a:pt x="9574" y="5025"/>
                    <a:pt x="9479" y="4787"/>
                    <a:pt x="9360" y="4620"/>
                  </a:cubicBezTo>
                  <a:cubicBezTo>
                    <a:pt x="9336" y="4572"/>
                    <a:pt x="9288" y="4525"/>
                    <a:pt x="9265" y="4501"/>
                  </a:cubicBezTo>
                  <a:close/>
                  <a:moveTo>
                    <a:pt x="7121" y="5573"/>
                  </a:moveTo>
                  <a:cubicBezTo>
                    <a:pt x="7097" y="5715"/>
                    <a:pt x="7097" y="5882"/>
                    <a:pt x="7097" y="6073"/>
                  </a:cubicBezTo>
                  <a:cubicBezTo>
                    <a:pt x="7097" y="6239"/>
                    <a:pt x="7097" y="6406"/>
                    <a:pt x="7121" y="6573"/>
                  </a:cubicBezTo>
                  <a:lnTo>
                    <a:pt x="6645" y="6573"/>
                  </a:lnTo>
                  <a:cubicBezTo>
                    <a:pt x="6597" y="6406"/>
                    <a:pt x="6597" y="6239"/>
                    <a:pt x="6597" y="6073"/>
                  </a:cubicBezTo>
                  <a:cubicBezTo>
                    <a:pt x="6597" y="5882"/>
                    <a:pt x="6621" y="5715"/>
                    <a:pt x="6645" y="5573"/>
                  </a:cubicBezTo>
                  <a:close/>
                  <a:moveTo>
                    <a:pt x="8264" y="5573"/>
                  </a:moveTo>
                  <a:lnTo>
                    <a:pt x="8264" y="6573"/>
                  </a:lnTo>
                  <a:lnTo>
                    <a:pt x="7455" y="6573"/>
                  </a:lnTo>
                  <a:cubicBezTo>
                    <a:pt x="7431" y="6406"/>
                    <a:pt x="7431" y="6239"/>
                    <a:pt x="7431" y="6073"/>
                  </a:cubicBezTo>
                  <a:cubicBezTo>
                    <a:pt x="7431" y="5882"/>
                    <a:pt x="7431" y="5715"/>
                    <a:pt x="7455" y="5573"/>
                  </a:cubicBezTo>
                  <a:close/>
                  <a:moveTo>
                    <a:pt x="9360" y="5573"/>
                  </a:moveTo>
                  <a:cubicBezTo>
                    <a:pt x="9384" y="5715"/>
                    <a:pt x="9384" y="5882"/>
                    <a:pt x="9384" y="6073"/>
                  </a:cubicBezTo>
                  <a:cubicBezTo>
                    <a:pt x="9384" y="6239"/>
                    <a:pt x="9384" y="6406"/>
                    <a:pt x="9360" y="6573"/>
                  </a:cubicBezTo>
                  <a:lnTo>
                    <a:pt x="8550" y="6573"/>
                  </a:lnTo>
                  <a:lnTo>
                    <a:pt x="8550" y="5573"/>
                  </a:lnTo>
                  <a:close/>
                  <a:moveTo>
                    <a:pt x="10169" y="5573"/>
                  </a:moveTo>
                  <a:cubicBezTo>
                    <a:pt x="10217" y="5715"/>
                    <a:pt x="10217" y="5882"/>
                    <a:pt x="10217" y="6073"/>
                  </a:cubicBezTo>
                  <a:cubicBezTo>
                    <a:pt x="10217" y="6239"/>
                    <a:pt x="10193" y="6406"/>
                    <a:pt x="10169" y="6573"/>
                  </a:cubicBezTo>
                  <a:lnTo>
                    <a:pt x="9693" y="6573"/>
                  </a:lnTo>
                  <a:cubicBezTo>
                    <a:pt x="9717" y="6406"/>
                    <a:pt x="9717" y="6239"/>
                    <a:pt x="9717" y="6073"/>
                  </a:cubicBezTo>
                  <a:cubicBezTo>
                    <a:pt x="9717" y="5882"/>
                    <a:pt x="9717" y="5715"/>
                    <a:pt x="9693" y="5573"/>
                  </a:cubicBezTo>
                  <a:close/>
                  <a:moveTo>
                    <a:pt x="7193" y="6882"/>
                  </a:moveTo>
                  <a:cubicBezTo>
                    <a:pt x="7240" y="7120"/>
                    <a:pt x="7336" y="7359"/>
                    <a:pt x="7455" y="7525"/>
                  </a:cubicBezTo>
                  <a:cubicBezTo>
                    <a:pt x="7478" y="7549"/>
                    <a:pt x="7502" y="7621"/>
                    <a:pt x="7550" y="7644"/>
                  </a:cubicBezTo>
                  <a:cubicBezTo>
                    <a:pt x="7216" y="7502"/>
                    <a:pt x="6954" y="7192"/>
                    <a:pt x="6764" y="6882"/>
                  </a:cubicBezTo>
                  <a:close/>
                  <a:moveTo>
                    <a:pt x="10050" y="6906"/>
                  </a:moveTo>
                  <a:cubicBezTo>
                    <a:pt x="9860" y="7192"/>
                    <a:pt x="9598" y="7502"/>
                    <a:pt x="9265" y="7668"/>
                  </a:cubicBezTo>
                  <a:cubicBezTo>
                    <a:pt x="9288" y="7644"/>
                    <a:pt x="9336" y="7597"/>
                    <a:pt x="9360" y="7549"/>
                  </a:cubicBezTo>
                  <a:cubicBezTo>
                    <a:pt x="9479" y="7359"/>
                    <a:pt x="9574" y="7120"/>
                    <a:pt x="9622" y="6906"/>
                  </a:cubicBezTo>
                  <a:close/>
                  <a:moveTo>
                    <a:pt x="8264" y="6882"/>
                  </a:moveTo>
                  <a:lnTo>
                    <a:pt x="8264" y="7859"/>
                  </a:lnTo>
                  <a:cubicBezTo>
                    <a:pt x="7955" y="7763"/>
                    <a:pt x="7669" y="7382"/>
                    <a:pt x="7550" y="6882"/>
                  </a:cubicBezTo>
                  <a:close/>
                  <a:moveTo>
                    <a:pt x="9288" y="6882"/>
                  </a:moveTo>
                  <a:cubicBezTo>
                    <a:pt x="9145" y="7382"/>
                    <a:pt x="8883" y="7763"/>
                    <a:pt x="8550" y="7859"/>
                  </a:cubicBezTo>
                  <a:lnTo>
                    <a:pt x="8550" y="6882"/>
                  </a:lnTo>
                  <a:close/>
                  <a:moveTo>
                    <a:pt x="5430" y="6882"/>
                  </a:moveTo>
                  <a:lnTo>
                    <a:pt x="5430" y="7883"/>
                  </a:lnTo>
                  <a:lnTo>
                    <a:pt x="4097" y="7883"/>
                  </a:lnTo>
                  <a:lnTo>
                    <a:pt x="4097" y="6882"/>
                  </a:lnTo>
                  <a:close/>
                  <a:moveTo>
                    <a:pt x="334" y="0"/>
                  </a:moveTo>
                  <a:cubicBezTo>
                    <a:pt x="167" y="0"/>
                    <a:pt x="1" y="119"/>
                    <a:pt x="1" y="286"/>
                  </a:cubicBezTo>
                  <a:lnTo>
                    <a:pt x="1" y="6573"/>
                  </a:lnTo>
                  <a:cubicBezTo>
                    <a:pt x="1" y="6763"/>
                    <a:pt x="167" y="6906"/>
                    <a:pt x="334" y="6906"/>
                  </a:cubicBezTo>
                  <a:lnTo>
                    <a:pt x="3787" y="6906"/>
                  </a:lnTo>
                  <a:lnTo>
                    <a:pt x="3787" y="7906"/>
                  </a:lnTo>
                  <a:lnTo>
                    <a:pt x="3144" y="7906"/>
                  </a:lnTo>
                  <a:lnTo>
                    <a:pt x="3144" y="8216"/>
                  </a:lnTo>
                  <a:lnTo>
                    <a:pt x="6431" y="8216"/>
                  </a:lnTo>
                  <a:lnTo>
                    <a:pt x="6431" y="7906"/>
                  </a:lnTo>
                  <a:lnTo>
                    <a:pt x="5764" y="7906"/>
                  </a:lnTo>
                  <a:lnTo>
                    <a:pt x="5764" y="6906"/>
                  </a:lnTo>
                  <a:lnTo>
                    <a:pt x="6121" y="6906"/>
                  </a:lnTo>
                  <a:lnTo>
                    <a:pt x="6121" y="6597"/>
                  </a:lnTo>
                  <a:lnTo>
                    <a:pt x="334" y="6597"/>
                  </a:lnTo>
                  <a:lnTo>
                    <a:pt x="310" y="6573"/>
                  </a:lnTo>
                  <a:lnTo>
                    <a:pt x="310" y="5930"/>
                  </a:lnTo>
                  <a:lnTo>
                    <a:pt x="6288" y="5930"/>
                  </a:lnTo>
                  <a:lnTo>
                    <a:pt x="6288" y="6096"/>
                  </a:lnTo>
                  <a:cubicBezTo>
                    <a:pt x="6288" y="7287"/>
                    <a:pt x="7240" y="8240"/>
                    <a:pt x="8431" y="8240"/>
                  </a:cubicBezTo>
                  <a:cubicBezTo>
                    <a:pt x="9622" y="8240"/>
                    <a:pt x="10574" y="7287"/>
                    <a:pt x="10574" y="6096"/>
                  </a:cubicBezTo>
                  <a:cubicBezTo>
                    <a:pt x="10550" y="4882"/>
                    <a:pt x="9598" y="3929"/>
                    <a:pt x="8407" y="3929"/>
                  </a:cubicBezTo>
                  <a:cubicBezTo>
                    <a:pt x="7383" y="3929"/>
                    <a:pt x="6550" y="4644"/>
                    <a:pt x="6312" y="5596"/>
                  </a:cubicBezTo>
                  <a:lnTo>
                    <a:pt x="310" y="5596"/>
                  </a:lnTo>
                  <a:lnTo>
                    <a:pt x="310" y="286"/>
                  </a:lnTo>
                  <a:lnTo>
                    <a:pt x="9241" y="286"/>
                  </a:lnTo>
                  <a:lnTo>
                    <a:pt x="9241" y="3739"/>
                  </a:lnTo>
                  <a:lnTo>
                    <a:pt x="9526" y="3739"/>
                  </a:lnTo>
                  <a:lnTo>
                    <a:pt x="9526" y="286"/>
                  </a:lnTo>
                  <a:cubicBezTo>
                    <a:pt x="9526" y="119"/>
                    <a:pt x="9407" y="0"/>
                    <a:pt x="9241" y="0"/>
                  </a:cubicBez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526" name="Shape 526"/>
        <p:cNvGrpSpPr/>
        <p:nvPr/>
      </p:nvGrpSpPr>
      <p:grpSpPr>
        <a:xfrm>
          <a:off x="0" y="0"/>
          <a:ext cx="0" cy="0"/>
          <a:chOff x="0" y="0"/>
          <a:chExt cx="0" cy="0"/>
        </a:xfrm>
      </p:grpSpPr>
      <p:sp>
        <p:nvSpPr>
          <p:cNvPr id="528" name="Google Shape;528;p48"/>
          <p:cNvSpPr txBox="1"/>
          <p:nvPr>
            <p:ph type="sldNum" idx="12"/>
          </p:nvPr>
        </p:nvSpPr>
        <p:spPr>
          <a:xfrm>
            <a:off x="8472449" y="4607079"/>
            <a:ext cx="671400" cy="56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27" name="Google Shape;529;p48"/>
          <p:cNvSpPr txBox="1"/>
          <p:nvPr/>
        </p:nvSpPr>
        <p:spPr>
          <a:xfrm>
            <a:off x="3273135" y="702333"/>
            <a:ext cx="3407400" cy="388500"/>
          </a:xfrm>
          <a:prstGeom prst="rect">
            <a:avLst/>
          </a:prstGeom>
          <a:noFill/>
          <a:ln>
            <a:noFill/>
          </a:ln>
        </p:spPr>
        <p:txBody>
          <a:bodyPr wrap="square" lIns="91425" tIns="91425" rIns="91425" bIns="91425" anchor="ctr" anchorCtr="0">
            <a:noAutofit/>
          </a:bodyPr>
          <a:lstStyle>
            <a:defPPr marR="0" lvl="0" algn="l" rtl="0">
              <a:lnSpc>
                <a:spcPct val="100000"/>
              </a:lnSpc>
              <a:spcBef>
                <a:spcPts val="0"/>
              </a:spcBef>
              <a:spcAft>
                <a:spcPts val="0"/>
              </a:spcAft>
            </a:defPPr>
            <a:lvl1pPr marL="457200" marR="0" lvl="0" indent="-317500" algn="r" rtl="0">
              <a:lnSpc>
                <a:spcPct val="100000"/>
              </a:lnSpc>
              <a:spcBef>
                <a:spcPts val="0"/>
              </a:spcBef>
              <a:spcAft>
                <a:spcPts val="0"/>
              </a:spcAft>
              <a:buClr>
                <a:schemeClr val="accent1"/>
              </a:buClr>
              <a:buSzPts val="2200"/>
              <a:buFont typeface="Space Mono"/>
              <a:buNone/>
              <a:defRPr sz="2200" b="0" i="0" u="none" strike="noStrike" cap="none">
                <a:solidFill>
                  <a:schemeClr val="accent1"/>
                </a:solidFill>
                <a:latin typeface="Space Mono"/>
                <a:ea typeface="Space Mono"/>
                <a:cs typeface="Space Mono"/>
                <a:sym typeface="Space Mono"/>
              </a:defRPr>
            </a:lvl1pPr>
            <a:lvl2pPr marL="914400" marR="0" lvl="1"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2pPr>
            <a:lvl3pPr marL="1371600" marR="0" lvl="2"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3pPr>
            <a:lvl4pPr marL="1828800" marR="0" lvl="3"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4pPr>
            <a:lvl5pPr marL="2286000" marR="0" lvl="4"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5pPr>
            <a:lvl6pPr marL="2743200" marR="0" lvl="5"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6pPr>
            <a:lvl7pPr marL="3200400" marR="0" lvl="6"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7pPr>
            <a:lvl8pPr marL="3657600" marR="0" lvl="7"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8pPr>
            <a:lvl9pPr marL="4114800" marR="0" lvl="8"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9pPr>
          </a:lstStyle>
          <a:p>
            <a:pPr marL="0" lvl="0" indent="0" algn="r" rtl="0">
              <a:spcBef>
                <a:spcPts val="0"/>
              </a:spcBef>
              <a:spcAft>
                <a:spcPts val="0"/>
              </a:spcAft>
              <a:buNone/>
            </a:pPr>
            <a:r>
              <a:rPr lang="en-GB">
                <a:sym typeface="+mn-ea"/>
              </a:rPr>
              <a:t>Restrictions</a:t>
            </a:r>
            <a:endParaRPr lang="en-GB"/>
          </a:p>
        </p:txBody>
      </p:sp>
      <p:sp>
        <p:nvSpPr>
          <p:cNvPr id="2" name="Google Shape;531;p48"/>
          <p:cNvSpPr txBox="1"/>
          <p:nvPr/>
        </p:nvSpPr>
        <p:spPr>
          <a:xfrm>
            <a:off x="5071745" y="1137285"/>
            <a:ext cx="3407410" cy="1276985"/>
          </a:xfrm>
          <a:prstGeom prst="rect">
            <a:avLst/>
          </a:prstGeom>
          <a:no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r"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1pPr>
            <a:lvl2pPr marL="914400" marR="0" lvl="1"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2pPr>
            <a:lvl3pPr marL="1371600" marR="0" lvl="2"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3pPr>
            <a:lvl4pPr marL="1828800" marR="0" lvl="3"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4pPr>
            <a:lvl5pPr marL="2286000" marR="0" lvl="4"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5pPr>
            <a:lvl6pPr marL="2743200" marR="0" lvl="5"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6pPr>
            <a:lvl7pPr marL="3200400" marR="0" lvl="6"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7pPr>
            <a:lvl8pPr marL="3657600" marR="0" lvl="7"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8pPr>
            <a:lvl9pPr marL="4114800" marR="0" lvl="8"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9pPr>
          </a:lstStyle>
          <a:p>
            <a:pPr marL="0" lvl="0" indent="0" algn="l" rtl="0">
              <a:spcBef>
                <a:spcPts val="0"/>
              </a:spcBef>
              <a:spcAft>
                <a:spcPts val="0"/>
              </a:spcAft>
              <a:buNone/>
            </a:pPr>
            <a:r>
              <a:rPr lang="en-US"/>
              <a:t>Comme l</a:t>
            </a:r>
            <a:r>
              <a:t>e fichier robots.txt </a:t>
            </a:r>
            <a:r>
              <a:rPr lang="en-US"/>
              <a:t>qui </a:t>
            </a:r>
            <a:r>
              <a:t>est un fichier texte placé à la racine d’un site web</a:t>
            </a:r>
            <a:r>
              <a:rPr lang="en-US"/>
              <a:t> </a:t>
            </a:r>
            <a:r>
              <a:t>qui indique aux robots, comme les scrapers, quelles parties du site ils sont autorisés ou non à explorer</a:t>
            </a:r>
          </a:p>
        </p:txBody>
      </p:sp>
      <p:sp>
        <p:nvSpPr>
          <p:cNvPr id="3" name="Google Shape;533;p48"/>
          <p:cNvSpPr/>
          <p:nvPr/>
        </p:nvSpPr>
        <p:spPr>
          <a:xfrm>
            <a:off x="4182416" y="700834"/>
            <a:ext cx="813685" cy="730740"/>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66" name="Google Shape;1366;p75"/>
          <p:cNvGrpSpPr/>
          <p:nvPr/>
        </p:nvGrpSpPr>
        <p:grpSpPr>
          <a:xfrm>
            <a:off x="4383593" y="918817"/>
            <a:ext cx="411480" cy="384048"/>
            <a:chOff x="714862" y="1199871"/>
            <a:chExt cx="285438" cy="367544"/>
          </a:xfrm>
        </p:grpSpPr>
        <p:sp>
          <p:nvSpPr>
            <p:cNvPr id="1367" name="Google Shape;1367;p75"/>
            <p:cNvSpPr/>
            <p:nvPr/>
          </p:nvSpPr>
          <p:spPr>
            <a:xfrm>
              <a:off x="737261" y="1395641"/>
              <a:ext cx="68068" cy="68904"/>
            </a:xfrm>
            <a:custGeom>
              <a:avLst/>
              <a:gdLst/>
              <a:ahLst/>
              <a:cxnLst/>
              <a:rect l="l" t="t" r="r" b="b"/>
              <a:pathLst>
                <a:path w="1954" h="1978" extrusionOk="0">
                  <a:moveTo>
                    <a:pt x="1668" y="310"/>
                  </a:moveTo>
                  <a:lnTo>
                    <a:pt x="1668" y="1644"/>
                  </a:lnTo>
                  <a:lnTo>
                    <a:pt x="334" y="1644"/>
                  </a:lnTo>
                  <a:lnTo>
                    <a:pt x="334" y="310"/>
                  </a:lnTo>
                  <a:close/>
                  <a:moveTo>
                    <a:pt x="1" y="1"/>
                  </a:moveTo>
                  <a:lnTo>
                    <a:pt x="1" y="1977"/>
                  </a:lnTo>
                  <a:lnTo>
                    <a:pt x="1954" y="1977"/>
                  </a:lnTo>
                  <a:lnTo>
                    <a:pt x="195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68" name="Google Shape;1368;p75"/>
            <p:cNvSpPr/>
            <p:nvPr/>
          </p:nvSpPr>
          <p:spPr>
            <a:xfrm>
              <a:off x="714862" y="1268739"/>
              <a:ext cx="195842" cy="218206"/>
            </a:xfrm>
            <a:custGeom>
              <a:avLst/>
              <a:gdLst/>
              <a:ahLst/>
              <a:cxnLst/>
              <a:rect l="l" t="t" r="r" b="b"/>
              <a:pathLst>
                <a:path w="5622" h="6264" extrusionOk="0">
                  <a:moveTo>
                    <a:pt x="1" y="0"/>
                  </a:moveTo>
                  <a:lnTo>
                    <a:pt x="1" y="6263"/>
                  </a:lnTo>
                  <a:lnTo>
                    <a:pt x="5621" y="6263"/>
                  </a:lnTo>
                  <a:lnTo>
                    <a:pt x="5621" y="5978"/>
                  </a:lnTo>
                  <a:lnTo>
                    <a:pt x="311" y="5978"/>
                  </a:lnTo>
                  <a:lnTo>
                    <a:pt x="311"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69" name="Google Shape;1369;p75"/>
            <p:cNvSpPr/>
            <p:nvPr/>
          </p:nvSpPr>
          <p:spPr>
            <a:xfrm>
              <a:off x="714862" y="1199871"/>
              <a:ext cx="285438" cy="367544"/>
            </a:xfrm>
            <a:custGeom>
              <a:avLst/>
              <a:gdLst/>
              <a:ahLst/>
              <a:cxnLst/>
              <a:rect l="l" t="t" r="r" b="b"/>
              <a:pathLst>
                <a:path w="8194" h="10551" extrusionOk="0">
                  <a:moveTo>
                    <a:pt x="7907" y="334"/>
                  </a:moveTo>
                  <a:lnTo>
                    <a:pt x="7907" y="1334"/>
                  </a:lnTo>
                  <a:lnTo>
                    <a:pt x="287" y="1334"/>
                  </a:lnTo>
                  <a:lnTo>
                    <a:pt x="287" y="334"/>
                  </a:lnTo>
                  <a:close/>
                  <a:moveTo>
                    <a:pt x="6740" y="4454"/>
                  </a:moveTo>
                  <a:lnTo>
                    <a:pt x="7169" y="5311"/>
                  </a:lnTo>
                  <a:lnTo>
                    <a:pt x="6336" y="5311"/>
                  </a:lnTo>
                  <a:lnTo>
                    <a:pt x="6740" y="4454"/>
                  </a:lnTo>
                  <a:close/>
                  <a:moveTo>
                    <a:pt x="6598" y="5597"/>
                  </a:moveTo>
                  <a:lnTo>
                    <a:pt x="6598" y="9264"/>
                  </a:lnTo>
                  <a:lnTo>
                    <a:pt x="6240" y="9264"/>
                  </a:lnTo>
                  <a:lnTo>
                    <a:pt x="6240" y="5597"/>
                  </a:lnTo>
                  <a:close/>
                  <a:moveTo>
                    <a:pt x="7241" y="5597"/>
                  </a:moveTo>
                  <a:lnTo>
                    <a:pt x="7241" y="9264"/>
                  </a:lnTo>
                  <a:lnTo>
                    <a:pt x="6907" y="9264"/>
                  </a:lnTo>
                  <a:lnTo>
                    <a:pt x="6907" y="5597"/>
                  </a:lnTo>
                  <a:close/>
                  <a:moveTo>
                    <a:pt x="7264" y="9550"/>
                  </a:moveTo>
                  <a:lnTo>
                    <a:pt x="7264" y="10241"/>
                  </a:lnTo>
                  <a:lnTo>
                    <a:pt x="6264" y="10241"/>
                  </a:lnTo>
                  <a:lnTo>
                    <a:pt x="6240" y="10217"/>
                  </a:lnTo>
                  <a:lnTo>
                    <a:pt x="6240" y="9550"/>
                  </a:lnTo>
                  <a:close/>
                  <a:moveTo>
                    <a:pt x="1" y="1"/>
                  </a:moveTo>
                  <a:lnTo>
                    <a:pt x="1" y="1644"/>
                  </a:lnTo>
                  <a:lnTo>
                    <a:pt x="7907" y="1644"/>
                  </a:lnTo>
                  <a:lnTo>
                    <a:pt x="7907" y="7931"/>
                  </a:lnTo>
                  <a:lnTo>
                    <a:pt x="7550" y="7931"/>
                  </a:lnTo>
                  <a:lnTo>
                    <a:pt x="7550" y="5383"/>
                  </a:lnTo>
                  <a:lnTo>
                    <a:pt x="6979" y="4263"/>
                  </a:lnTo>
                  <a:lnTo>
                    <a:pt x="7550" y="4263"/>
                  </a:lnTo>
                  <a:lnTo>
                    <a:pt x="7550" y="1977"/>
                  </a:lnTo>
                  <a:lnTo>
                    <a:pt x="644" y="1977"/>
                  </a:lnTo>
                  <a:lnTo>
                    <a:pt x="644" y="4263"/>
                  </a:lnTo>
                  <a:lnTo>
                    <a:pt x="6264" y="4263"/>
                  </a:lnTo>
                  <a:lnTo>
                    <a:pt x="6264" y="3954"/>
                  </a:lnTo>
                  <a:lnTo>
                    <a:pt x="977" y="3954"/>
                  </a:lnTo>
                  <a:lnTo>
                    <a:pt x="977" y="2287"/>
                  </a:lnTo>
                  <a:lnTo>
                    <a:pt x="7264" y="2287"/>
                  </a:lnTo>
                  <a:lnTo>
                    <a:pt x="7264" y="3954"/>
                  </a:lnTo>
                  <a:lnTo>
                    <a:pt x="6860" y="3954"/>
                  </a:lnTo>
                  <a:lnTo>
                    <a:pt x="6764" y="3763"/>
                  </a:lnTo>
                  <a:lnTo>
                    <a:pt x="5931" y="5383"/>
                  </a:lnTo>
                  <a:lnTo>
                    <a:pt x="5931" y="10217"/>
                  </a:lnTo>
                  <a:cubicBezTo>
                    <a:pt x="5931" y="10384"/>
                    <a:pt x="6097" y="10550"/>
                    <a:pt x="6264" y="10550"/>
                  </a:cubicBezTo>
                  <a:lnTo>
                    <a:pt x="7241" y="10550"/>
                  </a:lnTo>
                  <a:cubicBezTo>
                    <a:pt x="7431" y="10550"/>
                    <a:pt x="7550" y="10384"/>
                    <a:pt x="7550" y="10217"/>
                  </a:cubicBezTo>
                  <a:lnTo>
                    <a:pt x="7550" y="8217"/>
                  </a:lnTo>
                  <a:lnTo>
                    <a:pt x="8193" y="8217"/>
                  </a:lnTo>
                  <a:lnTo>
                    <a:pt x="8193"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70" name="Google Shape;1370;p75"/>
            <p:cNvSpPr/>
            <p:nvPr/>
          </p:nvSpPr>
          <p:spPr>
            <a:xfrm>
              <a:off x="743914" y="1223105"/>
              <a:ext cx="10834" cy="9998"/>
            </a:xfrm>
            <a:custGeom>
              <a:avLst/>
              <a:gdLst/>
              <a:ahLst/>
              <a:cxnLst/>
              <a:rect l="l" t="t" r="r" b="b"/>
              <a:pathLst>
                <a:path w="311" h="287" extrusionOk="0">
                  <a:moveTo>
                    <a:pt x="0" y="0"/>
                  </a:moveTo>
                  <a:lnTo>
                    <a:pt x="0" y="286"/>
                  </a:lnTo>
                  <a:lnTo>
                    <a:pt x="310" y="286"/>
                  </a:lnTo>
                  <a:lnTo>
                    <a:pt x="310"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71" name="Google Shape;1371;p75"/>
            <p:cNvSpPr/>
            <p:nvPr/>
          </p:nvSpPr>
          <p:spPr>
            <a:xfrm>
              <a:off x="766313" y="1223105"/>
              <a:ext cx="11635" cy="9998"/>
            </a:xfrm>
            <a:custGeom>
              <a:avLst/>
              <a:gdLst/>
              <a:ahLst/>
              <a:cxnLst/>
              <a:rect l="l" t="t" r="r" b="b"/>
              <a:pathLst>
                <a:path w="334" h="287" extrusionOk="0">
                  <a:moveTo>
                    <a:pt x="0" y="0"/>
                  </a:moveTo>
                  <a:lnTo>
                    <a:pt x="0" y="286"/>
                  </a:lnTo>
                  <a:lnTo>
                    <a:pt x="334" y="286"/>
                  </a:lnTo>
                  <a:lnTo>
                    <a:pt x="33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72" name="Google Shape;1372;p75"/>
            <p:cNvSpPr/>
            <p:nvPr/>
          </p:nvSpPr>
          <p:spPr>
            <a:xfrm>
              <a:off x="789548" y="1223105"/>
              <a:ext cx="10799" cy="9998"/>
            </a:xfrm>
            <a:custGeom>
              <a:avLst/>
              <a:gdLst/>
              <a:ahLst/>
              <a:cxnLst/>
              <a:rect l="l" t="t" r="r" b="b"/>
              <a:pathLst>
                <a:path w="310" h="287" extrusionOk="0">
                  <a:moveTo>
                    <a:pt x="0" y="0"/>
                  </a:moveTo>
                  <a:lnTo>
                    <a:pt x="0" y="286"/>
                  </a:lnTo>
                  <a:lnTo>
                    <a:pt x="310" y="286"/>
                  </a:lnTo>
                  <a:lnTo>
                    <a:pt x="310"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73" name="Google Shape;1373;p75"/>
            <p:cNvSpPr/>
            <p:nvPr/>
          </p:nvSpPr>
          <p:spPr>
            <a:xfrm>
              <a:off x="737261" y="1366624"/>
              <a:ext cx="171771" cy="10799"/>
            </a:xfrm>
            <a:custGeom>
              <a:avLst/>
              <a:gdLst/>
              <a:ahLst/>
              <a:cxnLst/>
              <a:rect l="l" t="t" r="r" b="b"/>
              <a:pathLst>
                <a:path w="4931" h="310" extrusionOk="0">
                  <a:moveTo>
                    <a:pt x="1" y="0"/>
                  </a:moveTo>
                  <a:lnTo>
                    <a:pt x="1" y="310"/>
                  </a:lnTo>
                  <a:lnTo>
                    <a:pt x="4931" y="310"/>
                  </a:lnTo>
                  <a:lnTo>
                    <a:pt x="4931"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74" name="Google Shape;1374;p75"/>
            <p:cNvSpPr/>
            <p:nvPr/>
          </p:nvSpPr>
          <p:spPr>
            <a:xfrm>
              <a:off x="818565" y="1424693"/>
              <a:ext cx="92139" cy="10799"/>
            </a:xfrm>
            <a:custGeom>
              <a:avLst/>
              <a:gdLst/>
              <a:ahLst/>
              <a:cxnLst/>
              <a:rect l="l" t="t" r="r" b="b"/>
              <a:pathLst>
                <a:path w="2645" h="310" extrusionOk="0">
                  <a:moveTo>
                    <a:pt x="1" y="0"/>
                  </a:moveTo>
                  <a:lnTo>
                    <a:pt x="1" y="310"/>
                  </a:lnTo>
                  <a:lnTo>
                    <a:pt x="2644" y="310"/>
                  </a:lnTo>
                  <a:lnTo>
                    <a:pt x="264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75" name="Google Shape;1375;p75"/>
            <p:cNvSpPr/>
            <p:nvPr/>
          </p:nvSpPr>
          <p:spPr>
            <a:xfrm>
              <a:off x="818565" y="1395641"/>
              <a:ext cx="92139" cy="10834"/>
            </a:xfrm>
            <a:custGeom>
              <a:avLst/>
              <a:gdLst/>
              <a:ahLst/>
              <a:cxnLst/>
              <a:rect l="l" t="t" r="r" b="b"/>
              <a:pathLst>
                <a:path w="2645" h="311" extrusionOk="0">
                  <a:moveTo>
                    <a:pt x="1" y="1"/>
                  </a:moveTo>
                  <a:lnTo>
                    <a:pt x="1" y="310"/>
                  </a:lnTo>
                  <a:lnTo>
                    <a:pt x="2644" y="310"/>
                  </a:lnTo>
                  <a:lnTo>
                    <a:pt x="264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1376" name="Google Shape;1376;p75"/>
            <p:cNvSpPr/>
            <p:nvPr/>
          </p:nvSpPr>
          <p:spPr>
            <a:xfrm>
              <a:off x="818565" y="1452874"/>
              <a:ext cx="92139" cy="10834"/>
            </a:xfrm>
            <a:custGeom>
              <a:avLst/>
              <a:gdLst/>
              <a:ahLst/>
              <a:cxnLst/>
              <a:rect l="l" t="t" r="r" b="b"/>
              <a:pathLst>
                <a:path w="2645" h="311" extrusionOk="0">
                  <a:moveTo>
                    <a:pt x="1" y="1"/>
                  </a:moveTo>
                  <a:lnTo>
                    <a:pt x="1" y="311"/>
                  </a:lnTo>
                  <a:lnTo>
                    <a:pt x="2644" y="311"/>
                  </a:lnTo>
                  <a:lnTo>
                    <a:pt x="264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grpSp>
      <p:sp>
        <p:nvSpPr>
          <p:cNvPr id="4" name="Google Shape;529;p48"/>
          <p:cNvSpPr txBox="1"/>
          <p:nvPr/>
        </p:nvSpPr>
        <p:spPr>
          <a:xfrm>
            <a:off x="3421090" y="2566058"/>
            <a:ext cx="3407400" cy="388500"/>
          </a:xfrm>
          <a:prstGeom prst="rect">
            <a:avLst/>
          </a:prstGeom>
          <a:noFill/>
          <a:ln>
            <a:noFill/>
          </a:ln>
        </p:spPr>
        <p:txBody>
          <a:bodyPr wrap="square" lIns="91425" tIns="91425" rIns="91425" bIns="91425" anchor="ctr" anchorCtr="0">
            <a:noAutofit/>
          </a:bodyPr>
          <a:lstStyle>
            <a:defPPr marR="0" lvl="0" algn="l" rtl="0">
              <a:lnSpc>
                <a:spcPct val="100000"/>
              </a:lnSpc>
              <a:spcBef>
                <a:spcPts val="0"/>
              </a:spcBef>
              <a:spcAft>
                <a:spcPts val="0"/>
              </a:spcAft>
            </a:defPPr>
            <a:lvl1pPr marL="457200" marR="0" lvl="0" indent="-317500" algn="r" rtl="0">
              <a:lnSpc>
                <a:spcPct val="100000"/>
              </a:lnSpc>
              <a:spcBef>
                <a:spcPts val="0"/>
              </a:spcBef>
              <a:spcAft>
                <a:spcPts val="0"/>
              </a:spcAft>
              <a:buClr>
                <a:schemeClr val="accent1"/>
              </a:buClr>
              <a:buSzPts val="2200"/>
              <a:buFont typeface="Space Mono"/>
              <a:buNone/>
              <a:defRPr sz="2200" b="0" i="0" u="none" strike="noStrike" cap="none">
                <a:solidFill>
                  <a:schemeClr val="accent1"/>
                </a:solidFill>
                <a:latin typeface="Space Mono"/>
                <a:ea typeface="Space Mono"/>
                <a:cs typeface="Space Mono"/>
                <a:sym typeface="Space Mono"/>
              </a:defRPr>
            </a:lvl1pPr>
            <a:lvl2pPr marL="914400" marR="0" lvl="1"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2pPr>
            <a:lvl3pPr marL="1371600" marR="0" lvl="2"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3pPr>
            <a:lvl4pPr marL="1828800" marR="0" lvl="3"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4pPr>
            <a:lvl5pPr marL="2286000" marR="0" lvl="4"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5pPr>
            <a:lvl6pPr marL="2743200" marR="0" lvl="5"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6pPr>
            <a:lvl7pPr marL="3200400" marR="0" lvl="6"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7pPr>
            <a:lvl8pPr marL="3657600" marR="0" lvl="7"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8pPr>
            <a:lvl9pPr marL="4114800" marR="0" lvl="8" indent="-317500" algn="l" rtl="0">
              <a:lnSpc>
                <a:spcPct val="100000"/>
              </a:lnSpc>
              <a:spcBef>
                <a:spcPts val="0"/>
              </a:spcBef>
              <a:spcAft>
                <a:spcPts val="0"/>
              </a:spcAft>
              <a:buClr>
                <a:schemeClr val="accent1"/>
              </a:buClr>
              <a:buSzPts val="2200"/>
              <a:buFont typeface="Space Mono"/>
              <a:buNone/>
              <a:defRPr sz="2200" b="1" i="0" u="none" strike="noStrike" cap="none">
                <a:solidFill>
                  <a:schemeClr val="accent1"/>
                </a:solidFill>
                <a:latin typeface="Space Mono"/>
                <a:ea typeface="Space Mono"/>
                <a:cs typeface="Space Mono"/>
                <a:sym typeface="Space Mono"/>
              </a:defRPr>
            </a:lvl9pPr>
          </a:lstStyle>
          <a:p>
            <a:pPr marL="0" lvl="0" indent="0" algn="r" rtl="0">
              <a:spcBef>
                <a:spcPts val="0"/>
              </a:spcBef>
              <a:spcAft>
                <a:spcPts val="0"/>
              </a:spcAft>
              <a:buNone/>
            </a:pPr>
            <a:r>
              <a:rPr lang="en-GB">
                <a:sym typeface="+mn-ea"/>
              </a:rPr>
              <a:t>Performance</a:t>
            </a:r>
            <a:endParaRPr lang="en-GB"/>
          </a:p>
        </p:txBody>
      </p:sp>
      <p:sp>
        <p:nvSpPr>
          <p:cNvPr id="5" name="Google Shape;531;p48"/>
          <p:cNvSpPr txBox="1"/>
          <p:nvPr/>
        </p:nvSpPr>
        <p:spPr>
          <a:xfrm>
            <a:off x="5076190" y="3001010"/>
            <a:ext cx="3407410" cy="1762760"/>
          </a:xfrm>
          <a:prstGeom prst="rect">
            <a:avLst/>
          </a:prstGeom>
          <a:no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r"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1pPr>
            <a:lvl2pPr marL="914400" marR="0" lvl="1"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2pPr>
            <a:lvl3pPr marL="1371600" marR="0" lvl="2"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3pPr>
            <a:lvl4pPr marL="1828800" marR="0" lvl="3"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4pPr>
            <a:lvl5pPr marL="2286000" marR="0" lvl="4"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5pPr>
            <a:lvl6pPr marL="2743200" marR="0" lvl="5"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6pPr>
            <a:lvl7pPr marL="3200400" marR="0" lvl="6"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7pPr>
            <a:lvl8pPr marL="3657600" marR="0" lvl="7"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8pPr>
            <a:lvl9pPr marL="4114800" marR="0" lvl="8" indent="-317500" algn="l" rtl="0">
              <a:lnSpc>
                <a:spcPct val="100000"/>
              </a:lnSpc>
              <a:spcBef>
                <a:spcPts val="0"/>
              </a:spcBef>
              <a:spcAft>
                <a:spcPts val="0"/>
              </a:spcAft>
              <a:buClr>
                <a:schemeClr val="lt2"/>
              </a:buClr>
              <a:buSzPts val="1400"/>
              <a:buFont typeface="Poppins"/>
              <a:buNone/>
              <a:defRPr sz="1400" b="0" i="0" u="none" strike="noStrike" cap="none">
                <a:solidFill>
                  <a:schemeClr val="lt2"/>
                </a:solidFill>
                <a:latin typeface="Poppins"/>
                <a:ea typeface="Poppins"/>
                <a:cs typeface="Poppins"/>
                <a:sym typeface="Poppins"/>
              </a:defRPr>
            </a:lvl9pPr>
          </a:lstStyle>
          <a:p>
            <a:pPr marL="0" lvl="0" indent="0" algn="l" rtl="0">
              <a:spcBef>
                <a:spcPts val="0"/>
              </a:spcBef>
              <a:spcAft>
                <a:spcPts val="0"/>
              </a:spcAft>
              <a:buNone/>
            </a:pPr>
            <a:r>
              <a:rPr lang="en-GB">
                <a:sym typeface="+mn-ea"/>
              </a:rPr>
              <a:t>La performance est un défi du web scraping en raison des volumes de données</a:t>
            </a:r>
            <a:r>
              <a:rPr lang="en-US" altLang="en-GB">
                <a:sym typeface="+mn-ea"/>
              </a:rPr>
              <a:t> et</a:t>
            </a:r>
            <a:r>
              <a:rPr lang="en-GB">
                <a:sym typeface="+mn-ea"/>
              </a:rPr>
              <a:t> des limitations de ressources. Une mauvaise gestion de la performance entraîne des délais, des coûts élevés, des interruptions ou des blocages</a:t>
            </a:r>
            <a:endParaRPr lang="en-GB">
              <a:sym typeface="+mn-ea"/>
            </a:endParaRPr>
          </a:p>
        </p:txBody>
      </p:sp>
      <p:sp>
        <p:nvSpPr>
          <p:cNvPr id="6" name="Google Shape;533;p48"/>
          <p:cNvSpPr/>
          <p:nvPr/>
        </p:nvSpPr>
        <p:spPr>
          <a:xfrm>
            <a:off x="4186861" y="2564559"/>
            <a:ext cx="813685" cy="730740"/>
          </a:xfrm>
          <a:custGeom>
            <a:avLst/>
            <a:gdLst/>
            <a:ahLst/>
            <a:cxnLst/>
            <a:rect l="l" t="t" r="r" b="b"/>
            <a:pathLst>
              <a:path w="101552" h="91200" extrusionOk="0">
                <a:moveTo>
                  <a:pt x="67692" y="1316"/>
                </a:moveTo>
                <a:cubicBezTo>
                  <a:pt x="73007" y="1316"/>
                  <a:pt x="77954" y="4172"/>
                  <a:pt x="80612" y="8774"/>
                </a:cubicBezTo>
                <a:lnTo>
                  <a:pt x="97524" y="38071"/>
                </a:lnTo>
                <a:cubicBezTo>
                  <a:pt x="100182" y="42673"/>
                  <a:pt x="100182" y="48388"/>
                  <a:pt x="97524" y="52990"/>
                </a:cubicBezTo>
                <a:lnTo>
                  <a:pt x="80612" y="82284"/>
                </a:lnTo>
                <a:cubicBezTo>
                  <a:pt x="77954" y="86886"/>
                  <a:pt x="73007" y="89745"/>
                  <a:pt x="67697" y="89745"/>
                </a:cubicBezTo>
                <a:cubicBezTo>
                  <a:pt x="64882" y="89699"/>
                  <a:pt x="62259" y="89681"/>
                  <a:pt x="59813" y="89681"/>
                </a:cubicBezTo>
                <a:cubicBezTo>
                  <a:pt x="55192" y="89681"/>
                  <a:pt x="51207" y="89745"/>
                  <a:pt x="47771" y="89800"/>
                </a:cubicBezTo>
                <a:lnTo>
                  <a:pt x="47241" y="89805"/>
                </a:lnTo>
                <a:cubicBezTo>
                  <a:pt x="44571" y="89847"/>
                  <a:pt x="42219" y="89885"/>
                  <a:pt x="40130" y="89885"/>
                </a:cubicBezTo>
                <a:cubicBezTo>
                  <a:pt x="33498" y="89885"/>
                  <a:pt x="29519" y="89506"/>
                  <a:pt x="26414" y="87711"/>
                </a:cubicBezTo>
                <a:cubicBezTo>
                  <a:pt x="22327" y="85351"/>
                  <a:pt x="19610" y="80457"/>
                  <a:pt x="14187" y="70715"/>
                </a:cubicBezTo>
                <a:lnTo>
                  <a:pt x="14163" y="70665"/>
                </a:lnTo>
                <a:cubicBezTo>
                  <a:pt x="11560" y="65984"/>
                  <a:pt x="8319" y="60160"/>
                  <a:pt x="4023" y="52985"/>
                </a:cubicBezTo>
                <a:cubicBezTo>
                  <a:pt x="1372" y="48384"/>
                  <a:pt x="1372" y="42668"/>
                  <a:pt x="4028" y="38071"/>
                </a:cubicBezTo>
                <a:lnTo>
                  <a:pt x="20941" y="8774"/>
                </a:lnTo>
                <a:cubicBezTo>
                  <a:pt x="23598" y="4172"/>
                  <a:pt x="28547" y="1316"/>
                  <a:pt x="33861" y="1316"/>
                </a:cubicBezTo>
                <a:close/>
                <a:moveTo>
                  <a:pt x="33861" y="0"/>
                </a:moveTo>
                <a:cubicBezTo>
                  <a:pt x="28081" y="0"/>
                  <a:pt x="22693" y="3108"/>
                  <a:pt x="19804" y="8115"/>
                </a:cubicBezTo>
                <a:lnTo>
                  <a:pt x="2886" y="37413"/>
                </a:lnTo>
                <a:cubicBezTo>
                  <a:pt x="0" y="42421"/>
                  <a:pt x="0" y="48640"/>
                  <a:pt x="2891" y="53648"/>
                </a:cubicBezTo>
                <a:lnTo>
                  <a:pt x="2895" y="53653"/>
                </a:lnTo>
                <a:cubicBezTo>
                  <a:pt x="7200" y="60853"/>
                  <a:pt x="10436" y="66672"/>
                  <a:pt x="13035" y="71348"/>
                </a:cubicBezTo>
                <a:lnTo>
                  <a:pt x="13039" y="71352"/>
                </a:lnTo>
                <a:cubicBezTo>
                  <a:pt x="17973" y="80225"/>
                  <a:pt x="20694" y="85114"/>
                  <a:pt x="24227" y="87880"/>
                </a:cubicBezTo>
                <a:cubicBezTo>
                  <a:pt x="25128" y="88583"/>
                  <a:pt x="26068" y="89136"/>
                  <a:pt x="27101" y="89581"/>
                </a:cubicBezTo>
                <a:cubicBezTo>
                  <a:pt x="28121" y="90017"/>
                  <a:pt x="29239" y="90349"/>
                  <a:pt x="30522" y="90591"/>
                </a:cubicBezTo>
                <a:cubicBezTo>
                  <a:pt x="32792" y="91027"/>
                  <a:pt x="35544" y="91200"/>
                  <a:pt x="40016" y="91200"/>
                </a:cubicBezTo>
                <a:cubicBezTo>
                  <a:pt x="42119" y="91200"/>
                  <a:pt x="44450" y="91166"/>
                  <a:pt x="47152" y="91120"/>
                </a:cubicBezTo>
                <a:lnTo>
                  <a:pt x="47379" y="91120"/>
                </a:lnTo>
                <a:cubicBezTo>
                  <a:pt x="50902" y="91061"/>
                  <a:pt x="54990" y="90997"/>
                  <a:pt x="59759" y="90997"/>
                </a:cubicBezTo>
                <a:cubicBezTo>
                  <a:pt x="62214" y="90997"/>
                  <a:pt x="64856" y="91012"/>
                  <a:pt x="67686" y="91061"/>
                </a:cubicBezTo>
                <a:lnTo>
                  <a:pt x="67692" y="91061"/>
                </a:lnTo>
                <a:cubicBezTo>
                  <a:pt x="73471" y="91061"/>
                  <a:pt x="78860" y="87948"/>
                  <a:pt x="81749" y="82942"/>
                </a:cubicBezTo>
                <a:lnTo>
                  <a:pt x="98663" y="53648"/>
                </a:lnTo>
                <a:cubicBezTo>
                  <a:pt x="101552" y="48640"/>
                  <a:pt x="101552" y="42421"/>
                  <a:pt x="98663" y="37413"/>
                </a:cubicBezTo>
                <a:lnTo>
                  <a:pt x="81749" y="8115"/>
                </a:lnTo>
                <a:cubicBezTo>
                  <a:pt x="78860" y="3108"/>
                  <a:pt x="73471" y="0"/>
                  <a:pt x="67692" y="0"/>
                </a:cubicBezTo>
                <a:close/>
              </a:path>
            </a:pathLst>
          </a:custGeom>
          <a:gradFill>
            <a:gsLst>
              <a:gs pos="0">
                <a:schemeClr val="dk1"/>
              </a:gs>
              <a:gs pos="19000">
                <a:schemeClr val="lt1"/>
              </a:gs>
              <a:gs pos="39000">
                <a:schemeClr val="dk1"/>
              </a:gs>
              <a:gs pos="58000">
                <a:schemeClr val="lt1"/>
              </a:gs>
              <a:gs pos="78000">
                <a:schemeClr val="dk1"/>
              </a:gs>
              <a:gs pos="100000">
                <a:schemeClr val="lt1"/>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 name="Google Shape;1517;p75"/>
          <p:cNvGrpSpPr/>
          <p:nvPr/>
        </p:nvGrpSpPr>
        <p:grpSpPr>
          <a:xfrm>
            <a:off x="4374087" y="2734975"/>
            <a:ext cx="466344" cy="384048"/>
            <a:chOff x="1609825" y="2850650"/>
            <a:chExt cx="271500" cy="263750"/>
          </a:xfrm>
        </p:grpSpPr>
        <p:sp>
          <p:nvSpPr>
            <p:cNvPr id="19" name="Google Shape;1518;p75"/>
            <p:cNvSpPr/>
            <p:nvPr/>
          </p:nvSpPr>
          <p:spPr>
            <a:xfrm>
              <a:off x="1711625" y="3029250"/>
              <a:ext cx="8375" cy="8350"/>
            </a:xfrm>
            <a:custGeom>
              <a:avLst/>
              <a:gdLst/>
              <a:ahLst/>
              <a:cxnLst/>
              <a:rect l="l" t="t" r="r" b="b"/>
              <a:pathLst>
                <a:path w="335" h="334" extrusionOk="0">
                  <a:moveTo>
                    <a:pt x="1" y="0"/>
                  </a:moveTo>
                  <a:lnTo>
                    <a:pt x="1" y="334"/>
                  </a:lnTo>
                  <a:lnTo>
                    <a:pt x="334" y="334"/>
                  </a:lnTo>
                  <a:lnTo>
                    <a:pt x="33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0" name="Google Shape;1519;p75"/>
            <p:cNvSpPr/>
            <p:nvPr/>
          </p:nvSpPr>
          <p:spPr>
            <a:xfrm>
              <a:off x="1728900" y="3029250"/>
              <a:ext cx="8350" cy="8350"/>
            </a:xfrm>
            <a:custGeom>
              <a:avLst/>
              <a:gdLst/>
              <a:ahLst/>
              <a:cxnLst/>
              <a:rect l="l" t="t" r="r" b="b"/>
              <a:pathLst>
                <a:path w="334" h="334" extrusionOk="0">
                  <a:moveTo>
                    <a:pt x="0" y="0"/>
                  </a:moveTo>
                  <a:lnTo>
                    <a:pt x="0" y="334"/>
                  </a:lnTo>
                  <a:lnTo>
                    <a:pt x="334" y="334"/>
                  </a:lnTo>
                  <a:lnTo>
                    <a:pt x="334"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1" name="Google Shape;1520;p75"/>
            <p:cNvSpPr/>
            <p:nvPr/>
          </p:nvSpPr>
          <p:spPr>
            <a:xfrm>
              <a:off x="1746175" y="3029250"/>
              <a:ext cx="7750" cy="8350"/>
            </a:xfrm>
            <a:custGeom>
              <a:avLst/>
              <a:gdLst/>
              <a:ahLst/>
              <a:cxnLst/>
              <a:rect l="l" t="t" r="r" b="b"/>
              <a:pathLst>
                <a:path w="310" h="334" extrusionOk="0">
                  <a:moveTo>
                    <a:pt x="0" y="0"/>
                  </a:moveTo>
                  <a:lnTo>
                    <a:pt x="0" y="334"/>
                  </a:lnTo>
                  <a:lnTo>
                    <a:pt x="310" y="334"/>
                  </a:lnTo>
                  <a:lnTo>
                    <a:pt x="310"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2" name="Google Shape;1521;p75"/>
            <p:cNvSpPr/>
            <p:nvPr/>
          </p:nvSpPr>
          <p:spPr>
            <a:xfrm>
              <a:off x="1609825" y="2901250"/>
              <a:ext cx="245900" cy="213150"/>
            </a:xfrm>
            <a:custGeom>
              <a:avLst/>
              <a:gdLst/>
              <a:ahLst/>
              <a:cxnLst/>
              <a:rect l="l" t="t" r="r" b="b"/>
              <a:pathLst>
                <a:path w="9836" h="8526" extrusionOk="0">
                  <a:moveTo>
                    <a:pt x="9526" y="6144"/>
                  </a:moveTo>
                  <a:lnTo>
                    <a:pt x="9526" y="6859"/>
                  </a:lnTo>
                  <a:lnTo>
                    <a:pt x="334" y="6859"/>
                  </a:lnTo>
                  <a:lnTo>
                    <a:pt x="286" y="6835"/>
                  </a:lnTo>
                  <a:lnTo>
                    <a:pt x="286" y="6144"/>
                  </a:lnTo>
                  <a:close/>
                  <a:moveTo>
                    <a:pt x="5597" y="7192"/>
                  </a:moveTo>
                  <a:lnTo>
                    <a:pt x="5597" y="8216"/>
                  </a:lnTo>
                  <a:lnTo>
                    <a:pt x="4192" y="8216"/>
                  </a:lnTo>
                  <a:lnTo>
                    <a:pt x="4192" y="7192"/>
                  </a:lnTo>
                  <a:close/>
                  <a:moveTo>
                    <a:pt x="334" y="0"/>
                  </a:moveTo>
                  <a:cubicBezTo>
                    <a:pt x="143" y="0"/>
                    <a:pt x="1" y="167"/>
                    <a:pt x="1" y="334"/>
                  </a:cubicBezTo>
                  <a:lnTo>
                    <a:pt x="1" y="6835"/>
                  </a:lnTo>
                  <a:cubicBezTo>
                    <a:pt x="1" y="7002"/>
                    <a:pt x="143" y="7145"/>
                    <a:pt x="334" y="7145"/>
                  </a:cubicBezTo>
                  <a:lnTo>
                    <a:pt x="3906" y="7145"/>
                  </a:lnTo>
                  <a:lnTo>
                    <a:pt x="3906" y="8192"/>
                  </a:lnTo>
                  <a:lnTo>
                    <a:pt x="3216" y="8192"/>
                  </a:lnTo>
                  <a:lnTo>
                    <a:pt x="3216" y="8526"/>
                  </a:lnTo>
                  <a:lnTo>
                    <a:pt x="6645" y="8526"/>
                  </a:lnTo>
                  <a:lnTo>
                    <a:pt x="6645" y="8192"/>
                  </a:lnTo>
                  <a:lnTo>
                    <a:pt x="5930" y="8192"/>
                  </a:lnTo>
                  <a:lnTo>
                    <a:pt x="5930" y="7145"/>
                  </a:lnTo>
                  <a:lnTo>
                    <a:pt x="9526" y="7145"/>
                  </a:lnTo>
                  <a:cubicBezTo>
                    <a:pt x="9693" y="7145"/>
                    <a:pt x="9836" y="7002"/>
                    <a:pt x="9836" y="6835"/>
                  </a:cubicBezTo>
                  <a:lnTo>
                    <a:pt x="9836" y="2382"/>
                  </a:lnTo>
                  <a:lnTo>
                    <a:pt x="9526" y="2382"/>
                  </a:lnTo>
                  <a:lnTo>
                    <a:pt x="9526" y="5811"/>
                  </a:lnTo>
                  <a:lnTo>
                    <a:pt x="286" y="5811"/>
                  </a:lnTo>
                  <a:lnTo>
                    <a:pt x="286" y="334"/>
                  </a:lnTo>
                  <a:lnTo>
                    <a:pt x="6121" y="334"/>
                  </a:lnTo>
                  <a:lnTo>
                    <a:pt x="6121"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3" name="Google Shape;1522;p75"/>
            <p:cNvSpPr/>
            <p:nvPr/>
          </p:nvSpPr>
          <p:spPr>
            <a:xfrm>
              <a:off x="1652100" y="2935775"/>
              <a:ext cx="24425" cy="84575"/>
            </a:xfrm>
            <a:custGeom>
              <a:avLst/>
              <a:gdLst/>
              <a:ahLst/>
              <a:cxnLst/>
              <a:rect l="l" t="t" r="r" b="b"/>
              <a:pathLst>
                <a:path w="977" h="3383" extrusionOk="0">
                  <a:moveTo>
                    <a:pt x="501" y="1525"/>
                  </a:moveTo>
                  <a:cubicBezTo>
                    <a:pt x="596" y="1525"/>
                    <a:pt x="691" y="1596"/>
                    <a:pt x="691" y="1691"/>
                  </a:cubicBezTo>
                  <a:cubicBezTo>
                    <a:pt x="691" y="1787"/>
                    <a:pt x="596" y="1882"/>
                    <a:pt x="501" y="1882"/>
                  </a:cubicBezTo>
                  <a:cubicBezTo>
                    <a:pt x="405" y="1882"/>
                    <a:pt x="334" y="1787"/>
                    <a:pt x="334" y="1691"/>
                  </a:cubicBezTo>
                  <a:cubicBezTo>
                    <a:pt x="334" y="1596"/>
                    <a:pt x="429" y="1525"/>
                    <a:pt x="501" y="1525"/>
                  </a:cubicBezTo>
                  <a:close/>
                  <a:moveTo>
                    <a:pt x="334" y="1"/>
                  </a:moveTo>
                  <a:lnTo>
                    <a:pt x="334" y="1215"/>
                  </a:lnTo>
                  <a:cubicBezTo>
                    <a:pt x="143" y="1263"/>
                    <a:pt x="0" y="1477"/>
                    <a:pt x="0" y="1691"/>
                  </a:cubicBezTo>
                  <a:cubicBezTo>
                    <a:pt x="0" y="1906"/>
                    <a:pt x="143" y="2096"/>
                    <a:pt x="334" y="2168"/>
                  </a:cubicBezTo>
                  <a:lnTo>
                    <a:pt x="334" y="3382"/>
                  </a:lnTo>
                  <a:lnTo>
                    <a:pt x="667" y="3382"/>
                  </a:lnTo>
                  <a:lnTo>
                    <a:pt x="667" y="2168"/>
                  </a:lnTo>
                  <a:cubicBezTo>
                    <a:pt x="858" y="2120"/>
                    <a:pt x="977" y="1906"/>
                    <a:pt x="977" y="1691"/>
                  </a:cubicBezTo>
                  <a:cubicBezTo>
                    <a:pt x="977" y="1477"/>
                    <a:pt x="858" y="1287"/>
                    <a:pt x="667" y="1215"/>
                  </a:cubicBezTo>
                  <a:lnTo>
                    <a:pt x="667"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4" name="Google Shape;1523;p75"/>
            <p:cNvSpPr/>
            <p:nvPr/>
          </p:nvSpPr>
          <p:spPr>
            <a:xfrm>
              <a:off x="1686625" y="2934575"/>
              <a:ext cx="24450" cy="85775"/>
            </a:xfrm>
            <a:custGeom>
              <a:avLst/>
              <a:gdLst/>
              <a:ahLst/>
              <a:cxnLst/>
              <a:rect l="l" t="t" r="r" b="b"/>
              <a:pathLst>
                <a:path w="978" h="3431" extrusionOk="0">
                  <a:moveTo>
                    <a:pt x="501" y="2430"/>
                  </a:moveTo>
                  <a:cubicBezTo>
                    <a:pt x="596" y="2430"/>
                    <a:pt x="667" y="2525"/>
                    <a:pt x="667" y="2597"/>
                  </a:cubicBezTo>
                  <a:cubicBezTo>
                    <a:pt x="667" y="2692"/>
                    <a:pt x="596" y="2787"/>
                    <a:pt x="501" y="2787"/>
                  </a:cubicBezTo>
                  <a:cubicBezTo>
                    <a:pt x="405" y="2787"/>
                    <a:pt x="310" y="2692"/>
                    <a:pt x="310" y="2597"/>
                  </a:cubicBezTo>
                  <a:cubicBezTo>
                    <a:pt x="310" y="2478"/>
                    <a:pt x="382" y="2430"/>
                    <a:pt x="501" y="2430"/>
                  </a:cubicBezTo>
                  <a:close/>
                  <a:moveTo>
                    <a:pt x="310" y="1"/>
                  </a:moveTo>
                  <a:lnTo>
                    <a:pt x="310" y="2097"/>
                  </a:lnTo>
                  <a:cubicBezTo>
                    <a:pt x="144" y="2144"/>
                    <a:pt x="1" y="2359"/>
                    <a:pt x="1" y="2573"/>
                  </a:cubicBezTo>
                  <a:cubicBezTo>
                    <a:pt x="1" y="2787"/>
                    <a:pt x="144" y="2978"/>
                    <a:pt x="310" y="3049"/>
                  </a:cubicBezTo>
                  <a:lnTo>
                    <a:pt x="310" y="3430"/>
                  </a:lnTo>
                  <a:lnTo>
                    <a:pt x="644" y="3430"/>
                  </a:lnTo>
                  <a:lnTo>
                    <a:pt x="644" y="3049"/>
                  </a:lnTo>
                  <a:cubicBezTo>
                    <a:pt x="858" y="3002"/>
                    <a:pt x="977" y="2787"/>
                    <a:pt x="977" y="2573"/>
                  </a:cubicBezTo>
                  <a:cubicBezTo>
                    <a:pt x="977" y="2359"/>
                    <a:pt x="858" y="2168"/>
                    <a:pt x="644" y="2097"/>
                  </a:cubicBezTo>
                  <a:lnTo>
                    <a:pt x="64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5" name="Google Shape;1524;p75"/>
            <p:cNvSpPr/>
            <p:nvPr/>
          </p:nvSpPr>
          <p:spPr>
            <a:xfrm>
              <a:off x="1720575" y="2935775"/>
              <a:ext cx="24425" cy="84575"/>
            </a:xfrm>
            <a:custGeom>
              <a:avLst/>
              <a:gdLst/>
              <a:ahLst/>
              <a:cxnLst/>
              <a:rect l="l" t="t" r="r" b="b"/>
              <a:pathLst>
                <a:path w="977" h="3383" extrusionOk="0">
                  <a:moveTo>
                    <a:pt x="500" y="1501"/>
                  </a:moveTo>
                  <a:cubicBezTo>
                    <a:pt x="595" y="1501"/>
                    <a:pt x="691" y="1596"/>
                    <a:pt x="691" y="1691"/>
                  </a:cubicBezTo>
                  <a:cubicBezTo>
                    <a:pt x="691" y="1787"/>
                    <a:pt x="595" y="1882"/>
                    <a:pt x="500" y="1882"/>
                  </a:cubicBezTo>
                  <a:cubicBezTo>
                    <a:pt x="429" y="1882"/>
                    <a:pt x="333" y="1787"/>
                    <a:pt x="333" y="1691"/>
                  </a:cubicBezTo>
                  <a:cubicBezTo>
                    <a:pt x="333" y="1596"/>
                    <a:pt x="429" y="1501"/>
                    <a:pt x="500" y="1501"/>
                  </a:cubicBezTo>
                  <a:close/>
                  <a:moveTo>
                    <a:pt x="333" y="1"/>
                  </a:moveTo>
                  <a:lnTo>
                    <a:pt x="333" y="1215"/>
                  </a:lnTo>
                  <a:cubicBezTo>
                    <a:pt x="143" y="1263"/>
                    <a:pt x="0" y="1477"/>
                    <a:pt x="0" y="1691"/>
                  </a:cubicBezTo>
                  <a:cubicBezTo>
                    <a:pt x="0" y="1906"/>
                    <a:pt x="143" y="2096"/>
                    <a:pt x="333" y="2168"/>
                  </a:cubicBezTo>
                  <a:lnTo>
                    <a:pt x="333" y="3382"/>
                  </a:lnTo>
                  <a:lnTo>
                    <a:pt x="667" y="3382"/>
                  </a:lnTo>
                  <a:lnTo>
                    <a:pt x="667" y="2168"/>
                  </a:lnTo>
                  <a:cubicBezTo>
                    <a:pt x="857" y="2120"/>
                    <a:pt x="976" y="1906"/>
                    <a:pt x="976" y="1691"/>
                  </a:cubicBezTo>
                  <a:cubicBezTo>
                    <a:pt x="976" y="1477"/>
                    <a:pt x="857" y="1287"/>
                    <a:pt x="667" y="1215"/>
                  </a:cubicBezTo>
                  <a:lnTo>
                    <a:pt x="667"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6" name="Google Shape;1525;p75"/>
            <p:cNvSpPr/>
            <p:nvPr/>
          </p:nvSpPr>
          <p:spPr>
            <a:xfrm>
              <a:off x="1753900" y="2934575"/>
              <a:ext cx="24450" cy="85775"/>
            </a:xfrm>
            <a:custGeom>
              <a:avLst/>
              <a:gdLst/>
              <a:ahLst/>
              <a:cxnLst/>
              <a:rect l="l" t="t" r="r" b="b"/>
              <a:pathLst>
                <a:path w="978" h="3431" extrusionOk="0">
                  <a:moveTo>
                    <a:pt x="525" y="692"/>
                  </a:moveTo>
                  <a:cubicBezTo>
                    <a:pt x="596" y="692"/>
                    <a:pt x="691" y="787"/>
                    <a:pt x="691" y="882"/>
                  </a:cubicBezTo>
                  <a:cubicBezTo>
                    <a:pt x="691" y="1001"/>
                    <a:pt x="644" y="1049"/>
                    <a:pt x="525" y="1049"/>
                  </a:cubicBezTo>
                  <a:cubicBezTo>
                    <a:pt x="429" y="1049"/>
                    <a:pt x="334" y="977"/>
                    <a:pt x="334" y="882"/>
                  </a:cubicBezTo>
                  <a:cubicBezTo>
                    <a:pt x="334" y="787"/>
                    <a:pt x="429" y="692"/>
                    <a:pt x="525" y="692"/>
                  </a:cubicBezTo>
                  <a:close/>
                  <a:moveTo>
                    <a:pt x="334" y="1"/>
                  </a:moveTo>
                  <a:lnTo>
                    <a:pt x="334" y="406"/>
                  </a:lnTo>
                  <a:cubicBezTo>
                    <a:pt x="167" y="501"/>
                    <a:pt x="1" y="668"/>
                    <a:pt x="1" y="882"/>
                  </a:cubicBezTo>
                  <a:cubicBezTo>
                    <a:pt x="1" y="1096"/>
                    <a:pt x="167" y="1287"/>
                    <a:pt x="334" y="1358"/>
                  </a:cubicBezTo>
                  <a:lnTo>
                    <a:pt x="334" y="3430"/>
                  </a:lnTo>
                  <a:lnTo>
                    <a:pt x="667" y="3430"/>
                  </a:lnTo>
                  <a:lnTo>
                    <a:pt x="667" y="1358"/>
                  </a:lnTo>
                  <a:cubicBezTo>
                    <a:pt x="858" y="1287"/>
                    <a:pt x="977" y="1096"/>
                    <a:pt x="977" y="882"/>
                  </a:cubicBezTo>
                  <a:cubicBezTo>
                    <a:pt x="977" y="668"/>
                    <a:pt x="858" y="453"/>
                    <a:pt x="667" y="406"/>
                  </a:cubicBezTo>
                  <a:lnTo>
                    <a:pt x="667"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8" name="Google Shape;1526;p75"/>
            <p:cNvSpPr/>
            <p:nvPr/>
          </p:nvSpPr>
          <p:spPr>
            <a:xfrm>
              <a:off x="1788425" y="2960775"/>
              <a:ext cx="24450" cy="59575"/>
            </a:xfrm>
            <a:custGeom>
              <a:avLst/>
              <a:gdLst/>
              <a:ahLst/>
              <a:cxnLst/>
              <a:rect l="l" t="t" r="r" b="b"/>
              <a:pathLst>
                <a:path w="978" h="2383" extrusionOk="0">
                  <a:moveTo>
                    <a:pt x="501" y="1025"/>
                  </a:moveTo>
                  <a:cubicBezTo>
                    <a:pt x="596" y="1025"/>
                    <a:pt x="692" y="1096"/>
                    <a:pt x="692" y="1192"/>
                  </a:cubicBezTo>
                  <a:cubicBezTo>
                    <a:pt x="692" y="1287"/>
                    <a:pt x="620" y="1382"/>
                    <a:pt x="501" y="1382"/>
                  </a:cubicBezTo>
                  <a:cubicBezTo>
                    <a:pt x="406" y="1382"/>
                    <a:pt x="334" y="1287"/>
                    <a:pt x="334" y="1192"/>
                  </a:cubicBezTo>
                  <a:cubicBezTo>
                    <a:pt x="334" y="1096"/>
                    <a:pt x="406" y="1025"/>
                    <a:pt x="501" y="1025"/>
                  </a:cubicBezTo>
                  <a:close/>
                  <a:moveTo>
                    <a:pt x="334" y="1"/>
                  </a:moveTo>
                  <a:lnTo>
                    <a:pt x="334" y="715"/>
                  </a:lnTo>
                  <a:cubicBezTo>
                    <a:pt x="144" y="787"/>
                    <a:pt x="1" y="977"/>
                    <a:pt x="1" y="1192"/>
                  </a:cubicBezTo>
                  <a:cubicBezTo>
                    <a:pt x="1" y="1406"/>
                    <a:pt x="144" y="1620"/>
                    <a:pt x="334" y="1668"/>
                  </a:cubicBezTo>
                  <a:lnTo>
                    <a:pt x="334" y="2382"/>
                  </a:lnTo>
                  <a:lnTo>
                    <a:pt x="644" y="2382"/>
                  </a:lnTo>
                  <a:lnTo>
                    <a:pt x="644" y="1668"/>
                  </a:lnTo>
                  <a:cubicBezTo>
                    <a:pt x="858" y="1620"/>
                    <a:pt x="977" y="1406"/>
                    <a:pt x="977" y="1192"/>
                  </a:cubicBezTo>
                  <a:cubicBezTo>
                    <a:pt x="977" y="977"/>
                    <a:pt x="858" y="787"/>
                    <a:pt x="644" y="715"/>
                  </a:cubicBezTo>
                  <a:lnTo>
                    <a:pt x="644" y="1"/>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29" name="Google Shape;1527;p75"/>
            <p:cNvSpPr/>
            <p:nvPr/>
          </p:nvSpPr>
          <p:spPr>
            <a:xfrm>
              <a:off x="1809875" y="2888750"/>
              <a:ext cx="34550" cy="34550"/>
            </a:xfrm>
            <a:custGeom>
              <a:avLst/>
              <a:gdLst/>
              <a:ahLst/>
              <a:cxnLst/>
              <a:rect l="l" t="t" r="r" b="b"/>
              <a:pathLst>
                <a:path w="1382" h="1382" extrusionOk="0">
                  <a:moveTo>
                    <a:pt x="691" y="310"/>
                  </a:moveTo>
                  <a:cubicBezTo>
                    <a:pt x="905" y="310"/>
                    <a:pt x="1048" y="453"/>
                    <a:pt x="1048" y="667"/>
                  </a:cubicBezTo>
                  <a:cubicBezTo>
                    <a:pt x="1024" y="858"/>
                    <a:pt x="858" y="1024"/>
                    <a:pt x="691" y="1024"/>
                  </a:cubicBezTo>
                  <a:cubicBezTo>
                    <a:pt x="477" y="1024"/>
                    <a:pt x="334" y="858"/>
                    <a:pt x="334" y="667"/>
                  </a:cubicBezTo>
                  <a:cubicBezTo>
                    <a:pt x="334" y="453"/>
                    <a:pt x="477" y="310"/>
                    <a:pt x="691" y="310"/>
                  </a:cubicBezTo>
                  <a:close/>
                  <a:moveTo>
                    <a:pt x="691" y="0"/>
                  </a:moveTo>
                  <a:cubicBezTo>
                    <a:pt x="334" y="0"/>
                    <a:pt x="0" y="286"/>
                    <a:pt x="0" y="691"/>
                  </a:cubicBezTo>
                  <a:cubicBezTo>
                    <a:pt x="0" y="1048"/>
                    <a:pt x="310" y="1381"/>
                    <a:pt x="691" y="1381"/>
                  </a:cubicBezTo>
                  <a:cubicBezTo>
                    <a:pt x="1048" y="1381"/>
                    <a:pt x="1381" y="1072"/>
                    <a:pt x="1381" y="691"/>
                  </a:cubicBezTo>
                  <a:cubicBezTo>
                    <a:pt x="1334" y="286"/>
                    <a:pt x="1048" y="0"/>
                    <a:pt x="691" y="0"/>
                  </a:cubicBez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sp>
          <p:nvSpPr>
            <p:cNvPr id="30" name="Google Shape;1528;p75"/>
            <p:cNvSpPr/>
            <p:nvPr/>
          </p:nvSpPr>
          <p:spPr>
            <a:xfrm>
              <a:off x="1771175" y="2850650"/>
              <a:ext cx="110150" cy="110150"/>
            </a:xfrm>
            <a:custGeom>
              <a:avLst/>
              <a:gdLst/>
              <a:ahLst/>
              <a:cxnLst/>
              <a:rect l="l" t="t" r="r" b="b"/>
              <a:pathLst>
                <a:path w="4406" h="4406" extrusionOk="0">
                  <a:moveTo>
                    <a:pt x="2382" y="334"/>
                  </a:moveTo>
                  <a:lnTo>
                    <a:pt x="2382" y="691"/>
                  </a:lnTo>
                  <a:lnTo>
                    <a:pt x="2025" y="691"/>
                  </a:lnTo>
                  <a:lnTo>
                    <a:pt x="2025" y="334"/>
                  </a:lnTo>
                  <a:close/>
                  <a:moveTo>
                    <a:pt x="1024" y="715"/>
                  </a:moveTo>
                  <a:lnTo>
                    <a:pt x="1286" y="1000"/>
                  </a:lnTo>
                  <a:cubicBezTo>
                    <a:pt x="1191" y="1072"/>
                    <a:pt x="1096" y="1143"/>
                    <a:pt x="1024" y="1262"/>
                  </a:cubicBezTo>
                  <a:lnTo>
                    <a:pt x="739" y="1000"/>
                  </a:lnTo>
                  <a:lnTo>
                    <a:pt x="1024" y="715"/>
                  </a:lnTo>
                  <a:close/>
                  <a:moveTo>
                    <a:pt x="3430" y="762"/>
                  </a:moveTo>
                  <a:lnTo>
                    <a:pt x="3692" y="1024"/>
                  </a:lnTo>
                  <a:lnTo>
                    <a:pt x="3430" y="1286"/>
                  </a:lnTo>
                  <a:cubicBezTo>
                    <a:pt x="3334" y="1191"/>
                    <a:pt x="3287" y="1096"/>
                    <a:pt x="3168" y="1024"/>
                  </a:cubicBezTo>
                  <a:lnTo>
                    <a:pt x="3430" y="762"/>
                  </a:lnTo>
                  <a:close/>
                  <a:moveTo>
                    <a:pt x="715" y="2024"/>
                  </a:moveTo>
                  <a:lnTo>
                    <a:pt x="715" y="2215"/>
                  </a:lnTo>
                  <a:lnTo>
                    <a:pt x="715" y="2382"/>
                  </a:lnTo>
                  <a:lnTo>
                    <a:pt x="334" y="2382"/>
                  </a:lnTo>
                  <a:lnTo>
                    <a:pt x="334" y="2024"/>
                  </a:lnTo>
                  <a:close/>
                  <a:moveTo>
                    <a:pt x="4120" y="2024"/>
                  </a:moveTo>
                  <a:lnTo>
                    <a:pt x="4120" y="2382"/>
                  </a:lnTo>
                  <a:lnTo>
                    <a:pt x="3763" y="2382"/>
                  </a:lnTo>
                  <a:lnTo>
                    <a:pt x="3763" y="2215"/>
                  </a:lnTo>
                  <a:lnTo>
                    <a:pt x="3763" y="2024"/>
                  </a:lnTo>
                  <a:close/>
                  <a:moveTo>
                    <a:pt x="2239" y="1024"/>
                  </a:moveTo>
                  <a:cubicBezTo>
                    <a:pt x="2882" y="1024"/>
                    <a:pt x="3430" y="1548"/>
                    <a:pt x="3430" y="2215"/>
                  </a:cubicBezTo>
                  <a:cubicBezTo>
                    <a:pt x="3430" y="2858"/>
                    <a:pt x="2882" y="3406"/>
                    <a:pt x="2239" y="3406"/>
                  </a:cubicBezTo>
                  <a:cubicBezTo>
                    <a:pt x="1572" y="3406"/>
                    <a:pt x="1048" y="2858"/>
                    <a:pt x="1048" y="2215"/>
                  </a:cubicBezTo>
                  <a:cubicBezTo>
                    <a:pt x="1048" y="1548"/>
                    <a:pt x="1572" y="1024"/>
                    <a:pt x="2239" y="1024"/>
                  </a:cubicBezTo>
                  <a:close/>
                  <a:moveTo>
                    <a:pt x="1024" y="3144"/>
                  </a:moveTo>
                  <a:cubicBezTo>
                    <a:pt x="1096" y="3215"/>
                    <a:pt x="1167" y="3310"/>
                    <a:pt x="1286" y="3406"/>
                  </a:cubicBezTo>
                  <a:lnTo>
                    <a:pt x="1024" y="3668"/>
                  </a:lnTo>
                  <a:lnTo>
                    <a:pt x="739" y="3406"/>
                  </a:lnTo>
                  <a:lnTo>
                    <a:pt x="1024" y="3144"/>
                  </a:lnTo>
                  <a:close/>
                  <a:moveTo>
                    <a:pt x="3430" y="3144"/>
                  </a:moveTo>
                  <a:lnTo>
                    <a:pt x="3692" y="3406"/>
                  </a:lnTo>
                  <a:lnTo>
                    <a:pt x="3430" y="3668"/>
                  </a:lnTo>
                  <a:lnTo>
                    <a:pt x="3168" y="3406"/>
                  </a:lnTo>
                  <a:cubicBezTo>
                    <a:pt x="3239" y="3310"/>
                    <a:pt x="3334" y="3263"/>
                    <a:pt x="3430" y="3144"/>
                  </a:cubicBezTo>
                  <a:close/>
                  <a:moveTo>
                    <a:pt x="2382" y="3691"/>
                  </a:moveTo>
                  <a:lnTo>
                    <a:pt x="2382" y="4096"/>
                  </a:lnTo>
                  <a:lnTo>
                    <a:pt x="2025" y="4096"/>
                  </a:lnTo>
                  <a:lnTo>
                    <a:pt x="2025" y="3691"/>
                  </a:lnTo>
                  <a:close/>
                  <a:moveTo>
                    <a:pt x="1691" y="0"/>
                  </a:moveTo>
                  <a:lnTo>
                    <a:pt x="1691" y="762"/>
                  </a:lnTo>
                  <a:cubicBezTo>
                    <a:pt x="1667" y="786"/>
                    <a:pt x="1572" y="786"/>
                    <a:pt x="1548" y="810"/>
                  </a:cubicBezTo>
                  <a:lnTo>
                    <a:pt x="1024" y="286"/>
                  </a:lnTo>
                  <a:lnTo>
                    <a:pt x="310" y="977"/>
                  </a:lnTo>
                  <a:lnTo>
                    <a:pt x="834" y="1524"/>
                  </a:lnTo>
                  <a:cubicBezTo>
                    <a:pt x="810" y="1572"/>
                    <a:pt x="786" y="1620"/>
                    <a:pt x="786" y="1715"/>
                  </a:cubicBezTo>
                  <a:lnTo>
                    <a:pt x="0" y="1715"/>
                  </a:lnTo>
                  <a:lnTo>
                    <a:pt x="0" y="2715"/>
                  </a:lnTo>
                  <a:lnTo>
                    <a:pt x="786" y="2715"/>
                  </a:lnTo>
                  <a:cubicBezTo>
                    <a:pt x="810" y="2739"/>
                    <a:pt x="810" y="2834"/>
                    <a:pt x="834" y="2858"/>
                  </a:cubicBezTo>
                  <a:lnTo>
                    <a:pt x="286" y="3406"/>
                  </a:lnTo>
                  <a:lnTo>
                    <a:pt x="1001" y="4120"/>
                  </a:lnTo>
                  <a:lnTo>
                    <a:pt x="1548" y="3572"/>
                  </a:lnTo>
                  <a:cubicBezTo>
                    <a:pt x="1596" y="3596"/>
                    <a:pt x="1667" y="3644"/>
                    <a:pt x="1691" y="3644"/>
                  </a:cubicBezTo>
                  <a:lnTo>
                    <a:pt x="1691" y="4406"/>
                  </a:lnTo>
                  <a:lnTo>
                    <a:pt x="2715" y="4406"/>
                  </a:lnTo>
                  <a:lnTo>
                    <a:pt x="2715" y="3644"/>
                  </a:lnTo>
                  <a:cubicBezTo>
                    <a:pt x="2763" y="3596"/>
                    <a:pt x="2834" y="3596"/>
                    <a:pt x="2882" y="3572"/>
                  </a:cubicBezTo>
                  <a:lnTo>
                    <a:pt x="3430" y="4120"/>
                  </a:lnTo>
                  <a:lnTo>
                    <a:pt x="4144" y="3406"/>
                  </a:lnTo>
                  <a:lnTo>
                    <a:pt x="3596" y="2858"/>
                  </a:lnTo>
                  <a:cubicBezTo>
                    <a:pt x="3644" y="2810"/>
                    <a:pt x="3668" y="2739"/>
                    <a:pt x="3668" y="2715"/>
                  </a:cubicBezTo>
                  <a:lnTo>
                    <a:pt x="4406" y="2715"/>
                  </a:lnTo>
                  <a:lnTo>
                    <a:pt x="4406" y="1715"/>
                  </a:lnTo>
                  <a:lnTo>
                    <a:pt x="3668" y="1715"/>
                  </a:lnTo>
                  <a:cubicBezTo>
                    <a:pt x="3644" y="1643"/>
                    <a:pt x="3644" y="1596"/>
                    <a:pt x="3596" y="1524"/>
                  </a:cubicBezTo>
                  <a:lnTo>
                    <a:pt x="4144" y="977"/>
                  </a:lnTo>
                  <a:lnTo>
                    <a:pt x="3430" y="286"/>
                  </a:lnTo>
                  <a:lnTo>
                    <a:pt x="2882" y="810"/>
                  </a:lnTo>
                  <a:cubicBezTo>
                    <a:pt x="2834" y="786"/>
                    <a:pt x="2810" y="762"/>
                    <a:pt x="2715" y="762"/>
                  </a:cubicBezTo>
                  <a:lnTo>
                    <a:pt x="2715" y="0"/>
                  </a:lnTo>
                  <a:close/>
                </a:path>
              </a:pathLst>
            </a:custGeom>
            <a:solidFill>
              <a:schemeClr val="accent1"/>
            </a:solidFill>
            <a:ln>
              <a:noFill/>
            </a:ln>
          </p:spPr>
          <p:txBody>
            <a:bodyPr spcFirstLastPara="1" wrap="square" lIns="91425" tIns="91425" rIns="91425" bIns="91425" anchor="ctr" anchorCtr="0">
              <a:noAutofit/>
            </a:bodyPr>
            <a:p>
              <a:pPr marL="0" lvl="0" indent="0" algn="l" rtl="0">
                <a:spcBef>
                  <a:spcPts val="0"/>
                </a:spcBef>
                <a:spcAft>
                  <a:spcPts val="0"/>
                </a:spcAft>
                <a:buNone/>
              </a:p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526" name="Shape 526"/>
        <p:cNvGrpSpPr/>
        <p:nvPr/>
      </p:nvGrpSpPr>
      <p:grpSpPr>
        <a:xfrm>
          <a:off x="0" y="0"/>
          <a:ext cx="0" cy="0"/>
          <a:chOff x="0" y="0"/>
          <a:chExt cx="0" cy="0"/>
        </a:xfrm>
      </p:grpSpPr>
      <p:sp>
        <p:nvSpPr>
          <p:cNvPr id="82" name="Google Shape;1342;p74"/>
          <p:cNvSpPr txBox="1"/>
          <p:nvPr>
            <p:ph type="title"/>
          </p:nvPr>
        </p:nvSpPr>
        <p:spPr>
          <a:xfrm>
            <a:off x="3142075" y="1902845"/>
            <a:ext cx="5288700" cy="1015800"/>
          </a:xfrm>
          <a:prstGeom prst="rect">
            <a:avLst/>
          </a:prstGeom>
        </p:spPr>
        <p:txBody>
          <a:bodyPr spcFirstLastPara="1" wrap="square" lIns="91425" tIns="91425" rIns="0" bIns="91425" anchor="ctr" anchorCtr="0">
            <a:noAutofit/>
          </a:bodyPr>
          <a:lstStyle/>
          <a:p>
            <a:pPr marL="0" lvl="0" indent="0" algn="r" rtl="0">
              <a:spcBef>
                <a:spcPts val="0"/>
              </a:spcBef>
              <a:spcAft>
                <a:spcPts val="0"/>
              </a:spcAft>
              <a:buNone/>
            </a:pPr>
            <a:r>
              <a:rPr lang="en-US" altLang="en-GB" sz="7000"/>
              <a:t>Merci</a:t>
            </a:r>
            <a:r>
              <a:rPr lang="en-GB" sz="7000"/>
              <a:t>!</a:t>
            </a:r>
            <a:endParaRPr lang="en-GB" sz="7000"/>
          </a:p>
        </p:txBody>
      </p:sp>
      <p:sp>
        <p:nvSpPr>
          <p:cNvPr id="83" name="Google Shape;1343;p74"/>
          <p:cNvSpPr txBox="1"/>
          <p:nvPr>
            <p:ph type="subTitle" idx="1"/>
          </p:nvPr>
        </p:nvSpPr>
        <p:spPr>
          <a:xfrm>
            <a:off x="3142075" y="2751725"/>
            <a:ext cx="5288700" cy="1156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accent1"/>
              </a:buClr>
              <a:buSzPts val="1100"/>
              <a:buFont typeface="Arial" panose="020B0604020202020204"/>
              <a:buNone/>
            </a:pPr>
            <a:r>
              <a:rPr lang="en-GB" sz="2200">
                <a:solidFill>
                  <a:schemeClr val="accent1"/>
                </a:solidFill>
                <a:latin typeface="Space Mono"/>
                <a:ea typeface="Space Mono"/>
                <a:cs typeface="Space Mono"/>
                <a:sym typeface="Space Mono"/>
              </a:rPr>
              <a:t>Avez-vous des questions?</a:t>
            </a:r>
            <a:endParaRPr sz="2200">
              <a:solidFill>
                <a:schemeClr val="accent1"/>
              </a:solidFill>
              <a:latin typeface="Space Mono"/>
              <a:ea typeface="Space Mono"/>
              <a:cs typeface="Space Mono"/>
              <a:sym typeface="Space Mono"/>
            </a:endParaRPr>
          </a:p>
          <a:p>
            <a:pPr marL="0" lvl="0" indent="0" algn="r" rtl="0">
              <a:spcBef>
                <a:spcPts val="1000"/>
              </a:spcBef>
              <a:spcAft>
                <a:spcPts val="0"/>
              </a:spcAft>
              <a:buClr>
                <a:schemeClr val="accent1"/>
              </a:buClr>
              <a:buSzPts val="1100"/>
              <a:buFont typeface="Arial" panose="020B0604020202020204"/>
              <a:buNone/>
            </a:pPr>
            <a:endParaRPr>
              <a:solidFill>
                <a:schemeClr val="lt2"/>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Today Is Web Designer Day by Slidesgo">
  <a:themeElements>
    <a:clrScheme name="Simple Light">
      <a:dk1>
        <a:srgbClr val="00216E"/>
      </a:dk1>
      <a:lt1>
        <a:srgbClr val="E20030"/>
      </a:lt1>
      <a:dk2>
        <a:srgbClr val="EFEFEF"/>
      </a:dk2>
      <a:lt2>
        <a:srgbClr val="434343"/>
      </a:lt2>
      <a:accent1>
        <a:srgbClr val="000000"/>
      </a:accent1>
      <a:accent2>
        <a:srgbClr val="FFFFFF"/>
      </a:accent2>
      <a:accent3>
        <a:srgbClr val="FFFFFF"/>
      </a:accent3>
      <a:accent4>
        <a:srgbClr val="FFFFFF"/>
      </a:accent4>
      <a:accent5>
        <a:srgbClr val="FFFFFF"/>
      </a:accent5>
      <a:accent6>
        <a:srgbClr val="FFFFFF"/>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3752</Words>
  <Application>WPS Presentation</Application>
  <PresentationFormat/>
  <Paragraphs>135</Paragraphs>
  <Slides>20</Slides>
  <Notes>0</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20</vt:i4>
      </vt:variant>
    </vt:vector>
  </HeadingPairs>
  <TitlesOfParts>
    <vt:vector size="36" baseType="lpstr">
      <vt:lpstr>Arial</vt:lpstr>
      <vt:lpstr>SimSun</vt:lpstr>
      <vt:lpstr>Wingdings</vt:lpstr>
      <vt:lpstr>Arial</vt:lpstr>
      <vt:lpstr>Space Mono</vt:lpstr>
      <vt:lpstr>Gubbi</vt:lpstr>
      <vt:lpstr>Poppins</vt:lpstr>
      <vt:lpstr>Roboto Condensed Light</vt:lpstr>
      <vt:lpstr>Reggae One</vt:lpstr>
      <vt:lpstr>Roboto Condensed</vt:lpstr>
      <vt:lpstr>Roboto Mono</vt:lpstr>
      <vt:lpstr>Microsoft YaHei</vt:lpstr>
      <vt:lpstr>Droid Sans Fallback</vt:lpstr>
      <vt:lpstr>Arial Unicode MS</vt:lpstr>
      <vt:lpstr>OpenSymbol</vt:lpstr>
      <vt:lpstr>Today Is Web Designer Day by Slidesgo</vt:lpstr>
      <vt:lpstr>Le Web Scraping</vt:lpstr>
      <vt:lpstr>01</vt:lpstr>
      <vt:lpstr>Qu'est-ce que le web scraping ?</vt:lpstr>
      <vt:lpstr>02</vt:lpstr>
      <vt:lpstr>Pourquoi utiliser le web scraping ?</vt:lpstr>
      <vt:lpstr>PowerPoint 演示文稿</vt:lpstr>
      <vt:lpstr>03</vt:lpstr>
      <vt:lpstr>Comment fonctionne le web scraping ?</vt:lpstr>
      <vt:lpstr>PowerPoint 演示文稿</vt:lpstr>
      <vt:lpstr>04</vt:lpstr>
      <vt:lpstr>PowerPoint 演示文稿</vt:lpstr>
      <vt:lpstr>PowerPoint 演示文稿</vt:lpstr>
      <vt:lpstr>PowerPoint 演示文稿</vt:lpstr>
      <vt:lpstr>PowerPoint 演示文稿</vt:lpstr>
      <vt:lpstr>PowerPoint 演示文稿</vt:lpstr>
      <vt:lpstr>PowerPoint 演示文稿</vt:lpstr>
      <vt:lpstr>05</vt:lpstr>
      <vt:lpstr>Défis et limitations</vt:lpstr>
      <vt:lpstr>PowerPoint 演示文稿</vt:lpstr>
      <vt:lpstr>Merci!</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Web Scraping</dc:title>
  <dc:creator/>
  <cp:lastModifiedBy>shito</cp:lastModifiedBy>
  <cp:revision>86</cp:revision>
  <dcterms:created xsi:type="dcterms:W3CDTF">2025-05-13T07:55:53Z</dcterms:created>
  <dcterms:modified xsi:type="dcterms:W3CDTF">2025-05-13T07:55:53Z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
  </property>
  <property fmtid="{D5CDD505-2E9C-101B-9397-08002B2CF9AE}" pid="3" name="KSOProductBuildVer">
    <vt:lpwstr>1033-11.1.0.11723</vt:lpwstr>
  </property>
</Properties>
</file>