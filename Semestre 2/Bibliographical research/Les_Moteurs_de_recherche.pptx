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62" r:id="rId5"/>
    <p:sldId id="261" r:id="rId6"/>
    <p:sldId id="312" r:id="rId7"/>
    <p:sldId id="340" r:id="rId8"/>
    <p:sldId id="344" r:id="rId9"/>
    <p:sldId id="342" r:id="rId10"/>
    <p:sldId id="346" r:id="rId11"/>
    <p:sldId id="347" r:id="rId12"/>
    <p:sldId id="313" r:id="rId13"/>
    <p:sldId id="263" r:id="rId14"/>
    <p:sldId id="318" r:id="rId15"/>
    <p:sldId id="264" r:id="rId16"/>
    <p:sldId id="334" r:id="rId17"/>
    <p:sldId id="362" r:id="rId18"/>
    <p:sldId id="363" r:id="rId19"/>
    <p:sldId id="319" r:id="rId20"/>
  </p:sldIdLst>
  <p:sldSz cx="9144000" cy="5143500"/>
  <p:notesSz cx="6858000" cy="9144000"/>
  <p:embeddedFontLst>
    <p:embeddedFont>
      <p:font typeface="Space Mono" charset="0"/>
      <p:regular r:id="rId24"/>
      <p:bold r:id="rId25"/>
      <p:italic r:id="rId26"/>
      <p:boldItalic r:id="rId27"/>
    </p:embeddedFont>
    <p:embeddedFont>
      <p:font typeface="Proxima Nova" charset="0"/>
      <p:regular r:id="rId28"/>
      <p:bold r:id="rId29"/>
      <p:italic r:id="rId30"/>
      <p:boldItalic r:id="rId31"/>
    </p:embeddedFont>
    <p:embeddedFont>
      <p:font typeface="Roboto Medium" charset="0"/>
      <p:regular r:id="rId32"/>
      <p:bold r:id="rId33"/>
      <p:italic r:id="rId34"/>
      <p:boldItalic r:id="rId35"/>
    </p:embeddedFont>
    <p:embeddedFont>
      <p:font typeface="Amatic SC" charset="0"/>
      <p:regular r:id="rId36"/>
      <p:bold r:id="rId37"/>
    </p:embeddedFont>
    <p:embeddedFont>
      <p:font typeface="Poppins" charset="0"/>
      <p:regular r:id="rId38"/>
      <p:bold r:id="rId39"/>
      <p:italic r:id="rId40"/>
      <p:boldItalic r:id="rId41"/>
    </p:embeddedFont>
    <p:embeddedFont>
      <p:font typeface="Reggae One" charset="0"/>
      <p:regular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font" Target="fonts/font19.fntdata"/><Relationship Id="rId41" Type="http://schemas.openxmlformats.org/officeDocument/2006/relationships/font" Target="fonts/font18.fntdata"/><Relationship Id="rId40" Type="http://schemas.openxmlformats.org/officeDocument/2006/relationships/font" Target="fonts/font17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16.fntdata"/><Relationship Id="rId38" Type="http://schemas.openxmlformats.org/officeDocument/2006/relationships/font" Target="fonts/font15.fntdata"/><Relationship Id="rId37" Type="http://schemas.openxmlformats.org/officeDocument/2006/relationships/font" Target="fonts/font14.fntdata"/><Relationship Id="rId36" Type="http://schemas.openxmlformats.org/officeDocument/2006/relationships/font" Target="fonts/font13.fntdata"/><Relationship Id="rId35" Type="http://schemas.openxmlformats.org/officeDocument/2006/relationships/font" Target="fonts/font12.fntdata"/><Relationship Id="rId34" Type="http://schemas.openxmlformats.org/officeDocument/2006/relationships/font" Target="fonts/font11.fntdata"/><Relationship Id="rId33" Type="http://schemas.openxmlformats.org/officeDocument/2006/relationships/font" Target="fonts/font10.fntdata"/><Relationship Id="rId32" Type="http://schemas.openxmlformats.org/officeDocument/2006/relationships/font" Target="fonts/font9.fntdata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d200d38227_3_4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d200d38227_3_4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d200d38227_3_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d200d38227_3_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d200d38227_3_4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d200d38227_3_4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11a41cb8921_1_13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11a41cb8921_1_13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d200d38227_3_4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d200d38227_3_4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d200d38227_3_4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d200d38227_3_4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d200d38227_3_4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d200d38227_3_4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d200d38227_3_4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d200d38227_3_4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d200d38227_3_4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d200d38227_3_4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d200d38227_3_4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d200d38227_3_4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d200d38227_3_4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d200d38227_3_4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d200d38227_3_4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d200d38227_3_4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d200d38227_3_4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d200d38227_3_4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d200d38227_3_4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d200d38227_3_4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d200d38227_3_4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d200d38227_3_4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>
              <a:sym typeface="+mn-ea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d200d38227_3_4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d200d38227_3_4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2700006" scaled="0"/>
        </a:gra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138448" y="-142087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2"/>
          <p:cNvSpPr/>
          <p:nvPr/>
        </p:nvSpPr>
        <p:spPr>
          <a:xfrm>
            <a:off x="1626235" y="-142025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Google Shape;12;p2"/>
          <p:cNvSpPr/>
          <p:nvPr/>
        </p:nvSpPr>
        <p:spPr>
          <a:xfrm>
            <a:off x="-2708462" y="-142050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" name="Google Shape;13;p2"/>
          <p:cNvSpPr/>
          <p:nvPr/>
        </p:nvSpPr>
        <p:spPr>
          <a:xfrm>
            <a:off x="223500" y="-548699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" name="Google Shape;14;p2"/>
          <p:cNvSpPr/>
          <p:nvPr/>
        </p:nvSpPr>
        <p:spPr>
          <a:xfrm>
            <a:off x="2870975" y="4401125"/>
            <a:ext cx="1539000" cy="1539000"/>
          </a:xfrm>
          <a:prstGeom prst="donut">
            <a:avLst>
              <a:gd name="adj" fmla="val 815"/>
            </a:avLst>
          </a:pr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" name="Google Shape;15;p2"/>
          <p:cNvSpPr/>
          <p:nvPr/>
        </p:nvSpPr>
        <p:spPr>
          <a:xfrm>
            <a:off x="7341275" y="-697977"/>
            <a:ext cx="1714779" cy="1538926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" name="Google Shape;16;p2"/>
          <p:cNvSpPr/>
          <p:nvPr/>
        </p:nvSpPr>
        <p:spPr>
          <a:xfrm flipH="1">
            <a:off x="7673100" y="3625714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" name="Google Shape;17;p2"/>
          <p:cNvSpPr/>
          <p:nvPr/>
        </p:nvSpPr>
        <p:spPr>
          <a:xfrm flipH="1">
            <a:off x="8255925" y="337371"/>
            <a:ext cx="1024629" cy="919688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00216E">
                  <a:alpha val="21568"/>
                </a:srgbClr>
              </a:gs>
              <a:gs pos="100000">
                <a:srgbClr val="E20030">
                  <a:alpha val="23137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" name="Google Shape;18;p2"/>
          <p:cNvSpPr/>
          <p:nvPr/>
        </p:nvSpPr>
        <p:spPr>
          <a:xfrm flipH="1">
            <a:off x="8510411" y="1987905"/>
            <a:ext cx="1631789" cy="1464436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" name="Google Shape;19;p2"/>
          <p:cNvSpPr txBox="1"/>
          <p:nvPr>
            <p:ph type="ctrTitle"/>
          </p:nvPr>
        </p:nvSpPr>
        <p:spPr>
          <a:xfrm>
            <a:off x="713225" y="1772700"/>
            <a:ext cx="5405100" cy="15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" name="Google Shape;20;p2"/>
          <p:cNvSpPr txBox="1"/>
          <p:nvPr>
            <p:ph type="subTitle" idx="1"/>
          </p:nvPr>
        </p:nvSpPr>
        <p:spPr>
          <a:xfrm>
            <a:off x="713225" y="3668063"/>
            <a:ext cx="3016800" cy="68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" name="Google Shape;21;p2"/>
          <p:cNvSpPr txBox="1"/>
          <p:nvPr>
            <p:ph type="ctrTitle" idx="2"/>
          </p:nvPr>
        </p:nvSpPr>
        <p:spPr>
          <a:xfrm>
            <a:off x="708400" y="851575"/>
            <a:ext cx="1281000" cy="36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1600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13500032" scaled="0"/>
        </a:gradFill>
        <a:effectLst/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713225" y="2449335"/>
            <a:ext cx="4130100" cy="94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3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3"/>
          <p:cNvSpPr txBox="1"/>
          <p:nvPr>
            <p:ph type="title" idx="2" hasCustomPrompt="1"/>
          </p:nvPr>
        </p:nvSpPr>
        <p:spPr>
          <a:xfrm>
            <a:off x="713225" y="986040"/>
            <a:ext cx="2125500" cy="11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/>
          <p:nvPr>
            <p:ph type="subTitle" idx="1"/>
          </p:nvPr>
        </p:nvSpPr>
        <p:spPr>
          <a:xfrm>
            <a:off x="713225" y="3459360"/>
            <a:ext cx="2891700" cy="6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6" name="Google Shape;26;p3"/>
          <p:cNvGrpSpPr/>
          <p:nvPr/>
        </p:nvGrpSpPr>
        <p:grpSpPr>
          <a:xfrm>
            <a:off x="4460295" y="-142030"/>
            <a:ext cx="6564681" cy="5427560"/>
            <a:chOff x="511350" y="-142050"/>
            <a:chExt cx="6564681" cy="5427560"/>
          </a:xfrm>
        </p:grpSpPr>
        <p:sp>
          <p:nvSpPr>
            <p:cNvPr id="27" name="Google Shape;27;p3"/>
            <p:cNvSpPr/>
            <p:nvPr/>
          </p:nvSpPr>
          <p:spPr>
            <a:xfrm flipH="1">
              <a:off x="511350" y="-142050"/>
              <a:ext cx="6046877" cy="5427560"/>
            </a:xfrm>
            <a:custGeom>
              <a:avLst/>
              <a:gdLst/>
              <a:ahLst/>
              <a:cxnLst/>
              <a:rect l="l" t="t" r="r" b="b"/>
              <a:pathLst>
                <a:path w="100899" h="90565" extrusionOk="0">
                  <a:moveTo>
                    <a:pt x="33510" y="0"/>
                  </a:moveTo>
                  <a:cubicBezTo>
                    <a:pt x="27859" y="0"/>
                    <a:pt x="22589" y="3041"/>
                    <a:pt x="19760" y="7940"/>
                  </a:cubicBezTo>
                  <a:lnTo>
                    <a:pt x="2824" y="37270"/>
                  </a:lnTo>
                  <a:cubicBezTo>
                    <a:pt x="1" y="42169"/>
                    <a:pt x="1" y="48257"/>
                    <a:pt x="2829" y="53155"/>
                  </a:cubicBezTo>
                  <a:cubicBezTo>
                    <a:pt x="7134" y="60354"/>
                    <a:pt x="10378" y="66189"/>
                    <a:pt x="12989" y="70880"/>
                  </a:cubicBezTo>
                  <a:cubicBezTo>
                    <a:pt x="22767" y="88470"/>
                    <a:pt x="23935" y="90565"/>
                    <a:pt x="39673" y="90565"/>
                  </a:cubicBezTo>
                  <a:cubicBezTo>
                    <a:pt x="41813" y="90565"/>
                    <a:pt x="44215" y="90530"/>
                    <a:pt x="46944" y="90485"/>
                  </a:cubicBezTo>
                  <a:cubicBezTo>
                    <a:pt x="50467" y="90426"/>
                    <a:pt x="54554" y="90360"/>
                    <a:pt x="59316" y="90360"/>
                  </a:cubicBezTo>
                  <a:cubicBezTo>
                    <a:pt x="61812" y="90360"/>
                    <a:pt x="64494" y="90378"/>
                    <a:pt x="67378" y="90425"/>
                  </a:cubicBezTo>
                  <a:cubicBezTo>
                    <a:pt x="73039" y="90425"/>
                    <a:pt x="78304" y="87380"/>
                    <a:pt x="81134" y="82480"/>
                  </a:cubicBezTo>
                  <a:lnTo>
                    <a:pt x="98069" y="53155"/>
                  </a:lnTo>
                  <a:cubicBezTo>
                    <a:pt x="100898" y="48257"/>
                    <a:pt x="100898" y="42169"/>
                    <a:pt x="98069" y="37270"/>
                  </a:cubicBezTo>
                  <a:lnTo>
                    <a:pt x="81134" y="7940"/>
                  </a:lnTo>
                  <a:cubicBezTo>
                    <a:pt x="78304" y="3041"/>
                    <a:pt x="73034" y="0"/>
                    <a:pt x="67378" y="0"/>
                  </a:cubicBezTo>
                  <a:close/>
                </a:path>
              </a:pathLst>
            </a:custGeom>
            <a:solidFill>
              <a:srgbClr val="E20030">
                <a:alpha val="4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1029154" y="-142050"/>
              <a:ext cx="6046877" cy="5427560"/>
            </a:xfrm>
            <a:custGeom>
              <a:avLst/>
              <a:gdLst/>
              <a:ahLst/>
              <a:cxnLst/>
              <a:rect l="l" t="t" r="r" b="b"/>
              <a:pathLst>
                <a:path w="100899" h="90565" extrusionOk="0">
                  <a:moveTo>
                    <a:pt x="33510" y="0"/>
                  </a:moveTo>
                  <a:cubicBezTo>
                    <a:pt x="27859" y="0"/>
                    <a:pt x="22589" y="3041"/>
                    <a:pt x="19760" y="7940"/>
                  </a:cubicBezTo>
                  <a:lnTo>
                    <a:pt x="2824" y="37270"/>
                  </a:lnTo>
                  <a:cubicBezTo>
                    <a:pt x="1" y="42169"/>
                    <a:pt x="1" y="48257"/>
                    <a:pt x="2829" y="53155"/>
                  </a:cubicBezTo>
                  <a:cubicBezTo>
                    <a:pt x="7134" y="60354"/>
                    <a:pt x="10378" y="66189"/>
                    <a:pt x="12989" y="70880"/>
                  </a:cubicBezTo>
                  <a:cubicBezTo>
                    <a:pt x="22767" y="88470"/>
                    <a:pt x="23935" y="90565"/>
                    <a:pt x="39673" y="90565"/>
                  </a:cubicBezTo>
                  <a:cubicBezTo>
                    <a:pt x="41813" y="90565"/>
                    <a:pt x="44215" y="90530"/>
                    <a:pt x="46944" y="90485"/>
                  </a:cubicBezTo>
                  <a:cubicBezTo>
                    <a:pt x="50467" y="90426"/>
                    <a:pt x="54554" y="90360"/>
                    <a:pt x="59316" y="90360"/>
                  </a:cubicBezTo>
                  <a:cubicBezTo>
                    <a:pt x="61812" y="90360"/>
                    <a:pt x="64494" y="90378"/>
                    <a:pt x="67378" y="90425"/>
                  </a:cubicBezTo>
                  <a:cubicBezTo>
                    <a:pt x="73039" y="90425"/>
                    <a:pt x="78304" y="87380"/>
                    <a:pt x="81134" y="82480"/>
                  </a:cubicBezTo>
                  <a:lnTo>
                    <a:pt x="98069" y="53155"/>
                  </a:lnTo>
                  <a:cubicBezTo>
                    <a:pt x="100898" y="48257"/>
                    <a:pt x="100898" y="42169"/>
                    <a:pt x="98069" y="37270"/>
                  </a:cubicBezTo>
                  <a:lnTo>
                    <a:pt x="81134" y="7940"/>
                  </a:lnTo>
                  <a:cubicBezTo>
                    <a:pt x="78304" y="3041"/>
                    <a:pt x="73034" y="0"/>
                    <a:pt x="67378" y="0"/>
                  </a:cubicBezTo>
                  <a:close/>
                </a:path>
              </a:pathLst>
            </a:custGeom>
            <a:solidFill>
              <a:srgbClr val="E20030">
                <a:alpha val="4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9" name="Google Shape;29;p3"/>
          <p:cNvSpPr/>
          <p:nvPr/>
        </p:nvSpPr>
        <p:spPr>
          <a:xfrm>
            <a:off x="5495900" y="-142037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Google Shape;30;p3"/>
          <p:cNvSpPr/>
          <p:nvPr/>
        </p:nvSpPr>
        <p:spPr>
          <a:xfrm>
            <a:off x="3594032" y="-697977"/>
            <a:ext cx="1714779" cy="1538926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" name="Google Shape;31;p3"/>
          <p:cNvSpPr/>
          <p:nvPr/>
        </p:nvSpPr>
        <p:spPr>
          <a:xfrm flipH="1">
            <a:off x="7417494" y="3625714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Google Shape;32;p3"/>
          <p:cNvSpPr/>
          <p:nvPr/>
        </p:nvSpPr>
        <p:spPr>
          <a:xfrm flipH="1">
            <a:off x="6971556" y="174321"/>
            <a:ext cx="1024629" cy="919688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3"/>
          <p:cNvSpPr/>
          <p:nvPr/>
        </p:nvSpPr>
        <p:spPr>
          <a:xfrm>
            <a:off x="8430785" y="1413851"/>
            <a:ext cx="1419951" cy="1275204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bg>
      <p:bgPr>
        <a:gradFill>
          <a:gsLst>
            <a:gs pos="0">
              <a:schemeClr val="dk2"/>
            </a:gs>
            <a:gs pos="100000">
              <a:schemeClr val="accent2"/>
            </a:gs>
          </a:gsLst>
          <a:lin ang="10800025" scaled="0"/>
        </a:gradFill>
        <a:effectLst/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" name="Google Shape;36;p4"/>
          <p:cNvSpPr txBox="1"/>
          <p:nvPr>
            <p:ph type="title"/>
          </p:nvPr>
        </p:nvSpPr>
        <p:spPr>
          <a:xfrm>
            <a:off x="713225" y="539500"/>
            <a:ext cx="77175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type="body" idx="1"/>
          </p:nvPr>
        </p:nvSpPr>
        <p:spPr>
          <a:xfrm>
            <a:off x="713225" y="1300475"/>
            <a:ext cx="7624500" cy="330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15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13500032" scaled="0"/>
        </a:gradFill>
        <a:effectLst/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 flipH="1">
            <a:off x="1548550" y="-142050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" name="Google Shape;41;p5"/>
          <p:cNvSpPr/>
          <p:nvPr/>
        </p:nvSpPr>
        <p:spPr>
          <a:xfrm flipH="1">
            <a:off x="2073004" y="-142025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" name="Google Shape;42;p5"/>
          <p:cNvSpPr/>
          <p:nvPr/>
        </p:nvSpPr>
        <p:spPr>
          <a:xfrm flipH="1">
            <a:off x="2590800" y="-141987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" name="Google Shape;43;p5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" name="Google Shape;44;p5"/>
          <p:cNvSpPr txBox="1"/>
          <p:nvPr>
            <p:ph type="title"/>
          </p:nvPr>
        </p:nvSpPr>
        <p:spPr>
          <a:xfrm>
            <a:off x="3683000" y="539500"/>
            <a:ext cx="47478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type="subTitle" idx="1"/>
          </p:nvPr>
        </p:nvSpPr>
        <p:spPr>
          <a:xfrm>
            <a:off x="3856700" y="1497988"/>
            <a:ext cx="34074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type="subTitle" idx="2"/>
          </p:nvPr>
        </p:nvSpPr>
        <p:spPr>
          <a:xfrm>
            <a:off x="3856700" y="2987238"/>
            <a:ext cx="34074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47" name="Google Shape;47;p5"/>
          <p:cNvSpPr txBox="1"/>
          <p:nvPr>
            <p:ph type="subTitle" idx="3"/>
          </p:nvPr>
        </p:nvSpPr>
        <p:spPr>
          <a:xfrm>
            <a:off x="3856700" y="1988976"/>
            <a:ext cx="3407400" cy="6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type="subTitle" idx="4"/>
          </p:nvPr>
        </p:nvSpPr>
        <p:spPr>
          <a:xfrm>
            <a:off x="3856700" y="3478226"/>
            <a:ext cx="3407400" cy="6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50" name="Google Shape;50;p5"/>
          <p:cNvSpPr/>
          <p:nvPr/>
        </p:nvSpPr>
        <p:spPr>
          <a:xfrm rot="10800000" flipH="1">
            <a:off x="201084" y="227507"/>
            <a:ext cx="811732" cy="728369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" name="Google Shape;51;p5"/>
          <p:cNvSpPr/>
          <p:nvPr/>
        </p:nvSpPr>
        <p:spPr>
          <a:xfrm>
            <a:off x="8335025" y="-676899"/>
            <a:ext cx="1323300" cy="1323300"/>
          </a:xfrm>
          <a:prstGeom prst="donut">
            <a:avLst>
              <a:gd name="adj" fmla="val 815"/>
            </a:avLst>
          </a:pr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" name="Google Shape;52;p5"/>
          <p:cNvSpPr/>
          <p:nvPr/>
        </p:nvSpPr>
        <p:spPr>
          <a:xfrm flipH="1">
            <a:off x="-381906" y="3625714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" name="Google Shape;53;p5"/>
          <p:cNvSpPr/>
          <p:nvPr/>
        </p:nvSpPr>
        <p:spPr>
          <a:xfrm>
            <a:off x="939953" y="484497"/>
            <a:ext cx="1323290" cy="11877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  <a:alpha val="40780"/>
                </a:srgbClr>
              </a:gs>
              <a:gs pos="100000">
                <a:srgbClr val="00216E">
                  <a:alpha val="39607"/>
                  <a:alpha val="40780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5400700" scaled="0"/>
        </a:gradFill>
        <a:effectLst/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6"/>
          <p:cNvGrpSpPr/>
          <p:nvPr/>
        </p:nvGrpSpPr>
        <p:grpSpPr>
          <a:xfrm flipH="1">
            <a:off x="2599393" y="-142050"/>
            <a:ext cx="6544456" cy="5427560"/>
            <a:chOff x="577950" y="-142050"/>
            <a:chExt cx="6544456" cy="5427560"/>
          </a:xfrm>
        </p:grpSpPr>
        <p:sp>
          <p:nvSpPr>
            <p:cNvPr id="56" name="Google Shape;56;p6"/>
            <p:cNvSpPr/>
            <p:nvPr/>
          </p:nvSpPr>
          <p:spPr>
            <a:xfrm flipH="1">
              <a:off x="577950" y="-142050"/>
              <a:ext cx="6046877" cy="5427560"/>
            </a:xfrm>
            <a:custGeom>
              <a:avLst/>
              <a:gdLst/>
              <a:ahLst/>
              <a:cxnLst/>
              <a:rect l="l" t="t" r="r" b="b"/>
              <a:pathLst>
                <a:path w="100899" h="90565" extrusionOk="0">
                  <a:moveTo>
                    <a:pt x="33510" y="0"/>
                  </a:moveTo>
                  <a:cubicBezTo>
                    <a:pt x="27859" y="0"/>
                    <a:pt x="22589" y="3041"/>
                    <a:pt x="19760" y="7940"/>
                  </a:cubicBezTo>
                  <a:lnTo>
                    <a:pt x="2824" y="37270"/>
                  </a:lnTo>
                  <a:cubicBezTo>
                    <a:pt x="1" y="42169"/>
                    <a:pt x="1" y="48257"/>
                    <a:pt x="2829" y="53155"/>
                  </a:cubicBezTo>
                  <a:cubicBezTo>
                    <a:pt x="7134" y="60354"/>
                    <a:pt x="10378" y="66189"/>
                    <a:pt x="12989" y="70880"/>
                  </a:cubicBezTo>
                  <a:cubicBezTo>
                    <a:pt x="22767" y="88470"/>
                    <a:pt x="23935" y="90565"/>
                    <a:pt x="39673" y="90565"/>
                  </a:cubicBezTo>
                  <a:cubicBezTo>
                    <a:pt x="41813" y="90565"/>
                    <a:pt x="44215" y="90530"/>
                    <a:pt x="46944" y="90485"/>
                  </a:cubicBezTo>
                  <a:cubicBezTo>
                    <a:pt x="50467" y="90426"/>
                    <a:pt x="54554" y="90360"/>
                    <a:pt x="59316" y="90360"/>
                  </a:cubicBezTo>
                  <a:cubicBezTo>
                    <a:pt x="61812" y="90360"/>
                    <a:pt x="64494" y="90378"/>
                    <a:pt x="67378" y="90425"/>
                  </a:cubicBezTo>
                  <a:cubicBezTo>
                    <a:pt x="73039" y="90425"/>
                    <a:pt x="78304" y="87380"/>
                    <a:pt x="81134" y="82480"/>
                  </a:cubicBezTo>
                  <a:lnTo>
                    <a:pt x="98069" y="53155"/>
                  </a:lnTo>
                  <a:cubicBezTo>
                    <a:pt x="100898" y="48257"/>
                    <a:pt x="100898" y="42169"/>
                    <a:pt x="98069" y="37270"/>
                  </a:cubicBezTo>
                  <a:lnTo>
                    <a:pt x="81134" y="7940"/>
                  </a:lnTo>
                  <a:cubicBezTo>
                    <a:pt x="78304" y="3041"/>
                    <a:pt x="73034" y="0"/>
                    <a:pt x="67378" y="0"/>
                  </a:cubicBezTo>
                  <a:close/>
                </a:path>
              </a:pathLst>
            </a:custGeom>
            <a:solidFill>
              <a:srgbClr val="E20030">
                <a:alpha val="4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57;p6"/>
            <p:cNvSpPr/>
            <p:nvPr/>
          </p:nvSpPr>
          <p:spPr>
            <a:xfrm flipH="1">
              <a:off x="1075529" y="-142050"/>
              <a:ext cx="6046877" cy="5427560"/>
            </a:xfrm>
            <a:custGeom>
              <a:avLst/>
              <a:gdLst/>
              <a:ahLst/>
              <a:cxnLst/>
              <a:rect l="l" t="t" r="r" b="b"/>
              <a:pathLst>
                <a:path w="100899" h="90565" extrusionOk="0">
                  <a:moveTo>
                    <a:pt x="33510" y="0"/>
                  </a:moveTo>
                  <a:cubicBezTo>
                    <a:pt x="27859" y="0"/>
                    <a:pt x="22589" y="3041"/>
                    <a:pt x="19760" y="7940"/>
                  </a:cubicBezTo>
                  <a:lnTo>
                    <a:pt x="2824" y="37270"/>
                  </a:lnTo>
                  <a:cubicBezTo>
                    <a:pt x="1" y="42169"/>
                    <a:pt x="1" y="48257"/>
                    <a:pt x="2829" y="53155"/>
                  </a:cubicBezTo>
                  <a:cubicBezTo>
                    <a:pt x="7134" y="60354"/>
                    <a:pt x="10378" y="66189"/>
                    <a:pt x="12989" y="70880"/>
                  </a:cubicBezTo>
                  <a:cubicBezTo>
                    <a:pt x="22767" y="88470"/>
                    <a:pt x="23935" y="90565"/>
                    <a:pt x="39673" y="90565"/>
                  </a:cubicBezTo>
                  <a:cubicBezTo>
                    <a:pt x="41813" y="90565"/>
                    <a:pt x="44215" y="90530"/>
                    <a:pt x="46944" y="90485"/>
                  </a:cubicBezTo>
                  <a:cubicBezTo>
                    <a:pt x="50467" y="90426"/>
                    <a:pt x="54554" y="90360"/>
                    <a:pt x="59316" y="90360"/>
                  </a:cubicBezTo>
                  <a:cubicBezTo>
                    <a:pt x="61812" y="90360"/>
                    <a:pt x="64494" y="90378"/>
                    <a:pt x="67378" y="90425"/>
                  </a:cubicBezTo>
                  <a:cubicBezTo>
                    <a:pt x="73039" y="90425"/>
                    <a:pt x="78304" y="87380"/>
                    <a:pt x="81134" y="82480"/>
                  </a:cubicBezTo>
                  <a:lnTo>
                    <a:pt x="98069" y="53155"/>
                  </a:lnTo>
                  <a:cubicBezTo>
                    <a:pt x="100898" y="48257"/>
                    <a:pt x="100898" y="42169"/>
                    <a:pt x="98069" y="37270"/>
                  </a:cubicBezTo>
                  <a:lnTo>
                    <a:pt x="81134" y="7940"/>
                  </a:lnTo>
                  <a:cubicBezTo>
                    <a:pt x="78304" y="3041"/>
                    <a:pt x="73034" y="0"/>
                    <a:pt x="67378" y="0"/>
                  </a:cubicBezTo>
                  <a:close/>
                </a:path>
              </a:pathLst>
            </a:custGeom>
            <a:solidFill>
              <a:srgbClr val="E20030">
                <a:alpha val="4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8" name="Google Shape;58;p6"/>
          <p:cNvSpPr/>
          <p:nvPr/>
        </p:nvSpPr>
        <p:spPr>
          <a:xfrm flipH="1">
            <a:off x="-1731700" y="-141987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" name="Google Shape;59;p6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" name="Google Shape;60;p6"/>
          <p:cNvSpPr txBox="1"/>
          <p:nvPr>
            <p:ph type="title"/>
          </p:nvPr>
        </p:nvSpPr>
        <p:spPr>
          <a:xfrm>
            <a:off x="713225" y="539500"/>
            <a:ext cx="77175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62" name="Google Shape;62;p6"/>
          <p:cNvSpPr/>
          <p:nvPr/>
        </p:nvSpPr>
        <p:spPr>
          <a:xfrm>
            <a:off x="8179678" y="423797"/>
            <a:ext cx="1323290" cy="11877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" name="Google Shape;63;p6"/>
          <p:cNvSpPr/>
          <p:nvPr/>
        </p:nvSpPr>
        <p:spPr>
          <a:xfrm rot="10800000" flipH="1">
            <a:off x="7440809" y="166807"/>
            <a:ext cx="811732" cy="728369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4" name="Google Shape;64;p6"/>
          <p:cNvSpPr/>
          <p:nvPr/>
        </p:nvSpPr>
        <p:spPr>
          <a:xfrm>
            <a:off x="-439011" y="4429300"/>
            <a:ext cx="1323300" cy="1323300"/>
          </a:xfrm>
          <a:prstGeom prst="donut">
            <a:avLst>
              <a:gd name="adj" fmla="val 1419"/>
            </a:avLst>
          </a:pr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" name="Google Shape;65;p6"/>
          <p:cNvSpPr/>
          <p:nvPr/>
        </p:nvSpPr>
        <p:spPr>
          <a:xfrm>
            <a:off x="8062187" y="1722838"/>
            <a:ext cx="671483" cy="60271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2700006" scaled="0"/>
        </a:gradFill>
        <a:effectLst/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/>
          <p:nvPr/>
        </p:nvSpPr>
        <p:spPr>
          <a:xfrm>
            <a:off x="2435722" y="-142025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" name="Google Shape;68;p7"/>
          <p:cNvSpPr/>
          <p:nvPr/>
        </p:nvSpPr>
        <p:spPr>
          <a:xfrm>
            <a:off x="1917918" y="-142025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" name="Google Shape;69;p7"/>
          <p:cNvSpPr/>
          <p:nvPr/>
        </p:nvSpPr>
        <p:spPr>
          <a:xfrm flipH="1">
            <a:off x="-2413175" y="-141987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" name="Google Shape;70;p7"/>
          <p:cNvSpPr/>
          <p:nvPr/>
        </p:nvSpPr>
        <p:spPr>
          <a:xfrm flipH="1">
            <a:off x="-164285" y="4291676"/>
            <a:ext cx="1389485" cy="1247616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" name="Google Shape;71;p7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" name="Google Shape;72;p7"/>
          <p:cNvSpPr txBox="1"/>
          <p:nvPr>
            <p:ph type="body" idx="1"/>
          </p:nvPr>
        </p:nvSpPr>
        <p:spPr>
          <a:xfrm>
            <a:off x="713225" y="1472000"/>
            <a:ext cx="4837800" cy="24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7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713225" y="539500"/>
            <a:ext cx="77175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7"/>
          <p:cNvSpPr/>
          <p:nvPr/>
        </p:nvSpPr>
        <p:spPr>
          <a:xfrm>
            <a:off x="6925856" y="277075"/>
            <a:ext cx="2053042" cy="1842545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00216E">
                  <a:alpha val="21568"/>
                </a:srgbClr>
              </a:gs>
              <a:gs pos="100000">
                <a:srgbClr val="E20030">
                  <a:alpha val="23137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13500032" scaled="0"/>
        </a:gradFill>
        <a:effectLst/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8"/>
          <p:cNvGrpSpPr/>
          <p:nvPr/>
        </p:nvGrpSpPr>
        <p:grpSpPr>
          <a:xfrm flipH="1">
            <a:off x="564610" y="-142025"/>
            <a:ext cx="6563681" cy="5427560"/>
            <a:chOff x="1727035" y="-142050"/>
            <a:chExt cx="6563681" cy="5427560"/>
          </a:xfrm>
        </p:grpSpPr>
        <p:sp>
          <p:nvSpPr>
            <p:cNvPr id="78" name="Google Shape;78;p8"/>
            <p:cNvSpPr/>
            <p:nvPr/>
          </p:nvSpPr>
          <p:spPr>
            <a:xfrm>
              <a:off x="2243839" y="-142050"/>
              <a:ext cx="6046877" cy="5427560"/>
            </a:xfrm>
            <a:custGeom>
              <a:avLst/>
              <a:gdLst/>
              <a:ahLst/>
              <a:cxnLst/>
              <a:rect l="l" t="t" r="r" b="b"/>
              <a:pathLst>
                <a:path w="100899" h="90565" extrusionOk="0">
                  <a:moveTo>
                    <a:pt x="33510" y="0"/>
                  </a:moveTo>
                  <a:cubicBezTo>
                    <a:pt x="27859" y="0"/>
                    <a:pt x="22589" y="3041"/>
                    <a:pt x="19760" y="7940"/>
                  </a:cubicBezTo>
                  <a:lnTo>
                    <a:pt x="2824" y="37270"/>
                  </a:lnTo>
                  <a:cubicBezTo>
                    <a:pt x="1" y="42169"/>
                    <a:pt x="1" y="48257"/>
                    <a:pt x="2829" y="53155"/>
                  </a:cubicBezTo>
                  <a:cubicBezTo>
                    <a:pt x="7134" y="60354"/>
                    <a:pt x="10378" y="66189"/>
                    <a:pt x="12989" y="70880"/>
                  </a:cubicBezTo>
                  <a:cubicBezTo>
                    <a:pt x="22767" y="88470"/>
                    <a:pt x="23935" y="90565"/>
                    <a:pt x="39673" y="90565"/>
                  </a:cubicBezTo>
                  <a:cubicBezTo>
                    <a:pt x="41813" y="90565"/>
                    <a:pt x="44215" y="90530"/>
                    <a:pt x="46944" y="90485"/>
                  </a:cubicBezTo>
                  <a:cubicBezTo>
                    <a:pt x="50467" y="90426"/>
                    <a:pt x="54554" y="90360"/>
                    <a:pt x="59316" y="90360"/>
                  </a:cubicBezTo>
                  <a:cubicBezTo>
                    <a:pt x="61812" y="90360"/>
                    <a:pt x="64494" y="90378"/>
                    <a:pt x="67378" y="90425"/>
                  </a:cubicBezTo>
                  <a:cubicBezTo>
                    <a:pt x="73039" y="90425"/>
                    <a:pt x="78304" y="87380"/>
                    <a:pt x="81134" y="82480"/>
                  </a:cubicBezTo>
                  <a:lnTo>
                    <a:pt x="98069" y="53155"/>
                  </a:lnTo>
                  <a:cubicBezTo>
                    <a:pt x="100898" y="48257"/>
                    <a:pt x="100898" y="42169"/>
                    <a:pt x="98069" y="37270"/>
                  </a:cubicBezTo>
                  <a:lnTo>
                    <a:pt x="81134" y="7940"/>
                  </a:lnTo>
                  <a:cubicBezTo>
                    <a:pt x="78304" y="3041"/>
                    <a:pt x="73034" y="0"/>
                    <a:pt x="67378" y="0"/>
                  </a:cubicBezTo>
                  <a:close/>
                </a:path>
              </a:pathLst>
            </a:custGeom>
            <a:solidFill>
              <a:srgbClr val="E20030">
                <a:alpha val="4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1727035" y="-142050"/>
              <a:ext cx="6046877" cy="5427560"/>
            </a:xfrm>
            <a:custGeom>
              <a:avLst/>
              <a:gdLst/>
              <a:ahLst/>
              <a:cxnLst/>
              <a:rect l="l" t="t" r="r" b="b"/>
              <a:pathLst>
                <a:path w="100899" h="90565" extrusionOk="0">
                  <a:moveTo>
                    <a:pt x="33510" y="0"/>
                  </a:moveTo>
                  <a:cubicBezTo>
                    <a:pt x="27859" y="0"/>
                    <a:pt x="22589" y="3041"/>
                    <a:pt x="19760" y="7940"/>
                  </a:cubicBezTo>
                  <a:lnTo>
                    <a:pt x="2824" y="37270"/>
                  </a:lnTo>
                  <a:cubicBezTo>
                    <a:pt x="1" y="42169"/>
                    <a:pt x="1" y="48257"/>
                    <a:pt x="2829" y="53155"/>
                  </a:cubicBezTo>
                  <a:cubicBezTo>
                    <a:pt x="7134" y="60354"/>
                    <a:pt x="10378" y="66189"/>
                    <a:pt x="12989" y="70880"/>
                  </a:cubicBezTo>
                  <a:cubicBezTo>
                    <a:pt x="22767" y="88470"/>
                    <a:pt x="23935" y="90565"/>
                    <a:pt x="39673" y="90565"/>
                  </a:cubicBezTo>
                  <a:cubicBezTo>
                    <a:pt x="41813" y="90565"/>
                    <a:pt x="44215" y="90530"/>
                    <a:pt x="46944" y="90485"/>
                  </a:cubicBezTo>
                  <a:cubicBezTo>
                    <a:pt x="50467" y="90426"/>
                    <a:pt x="54554" y="90360"/>
                    <a:pt x="59316" y="90360"/>
                  </a:cubicBezTo>
                  <a:cubicBezTo>
                    <a:pt x="61812" y="90360"/>
                    <a:pt x="64494" y="90378"/>
                    <a:pt x="67378" y="90425"/>
                  </a:cubicBezTo>
                  <a:cubicBezTo>
                    <a:pt x="73039" y="90425"/>
                    <a:pt x="78304" y="87380"/>
                    <a:pt x="81134" y="82480"/>
                  </a:cubicBezTo>
                  <a:lnTo>
                    <a:pt x="98069" y="53155"/>
                  </a:lnTo>
                  <a:cubicBezTo>
                    <a:pt x="100898" y="48257"/>
                    <a:pt x="100898" y="42169"/>
                    <a:pt x="98069" y="37270"/>
                  </a:cubicBezTo>
                  <a:lnTo>
                    <a:pt x="81134" y="7940"/>
                  </a:lnTo>
                  <a:cubicBezTo>
                    <a:pt x="78304" y="3041"/>
                    <a:pt x="73034" y="0"/>
                    <a:pt x="67378" y="0"/>
                  </a:cubicBezTo>
                  <a:close/>
                </a:path>
              </a:pathLst>
            </a:custGeom>
            <a:solidFill>
              <a:srgbClr val="E20030">
                <a:alpha val="4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0" name="Google Shape;80;p8"/>
          <p:cNvSpPr/>
          <p:nvPr/>
        </p:nvSpPr>
        <p:spPr>
          <a:xfrm>
            <a:off x="1600200" y="-142050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1" name="Google Shape;81;p8"/>
          <p:cNvSpPr txBox="1"/>
          <p:nvPr>
            <p:ph type="title"/>
          </p:nvPr>
        </p:nvSpPr>
        <p:spPr>
          <a:xfrm>
            <a:off x="2382325" y="1331550"/>
            <a:ext cx="6048600" cy="24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2" name="Google Shape;82;p8"/>
          <p:cNvSpPr/>
          <p:nvPr/>
        </p:nvSpPr>
        <p:spPr>
          <a:xfrm flipH="1">
            <a:off x="200919" y="337371"/>
            <a:ext cx="1024629" cy="919688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17254"/>
                </a:srgbClr>
              </a:gs>
              <a:gs pos="48000">
                <a:srgbClr val="E20030">
                  <a:alpha val="12156"/>
                </a:srgbClr>
              </a:gs>
              <a:gs pos="100000">
                <a:srgbClr val="E20030">
                  <a:alpha val="40784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" name="Google Shape;83;p8"/>
          <p:cNvSpPr/>
          <p:nvPr/>
        </p:nvSpPr>
        <p:spPr>
          <a:xfrm flipH="1">
            <a:off x="-633353" y="3748900"/>
            <a:ext cx="1714779" cy="1538926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" name="Google Shape;84;p8"/>
          <p:cNvSpPr/>
          <p:nvPr/>
        </p:nvSpPr>
        <p:spPr>
          <a:xfrm flipH="1">
            <a:off x="713233" y="-849787"/>
            <a:ext cx="2053042" cy="1842545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17254"/>
                </a:srgbClr>
              </a:gs>
              <a:gs pos="100000">
                <a:srgbClr val="E20030">
                  <a:alpha val="40784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8"/>
          <p:cNvSpPr/>
          <p:nvPr/>
        </p:nvSpPr>
        <p:spPr>
          <a:xfrm>
            <a:off x="7775507" y="-697977"/>
            <a:ext cx="1714779" cy="1538926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8"/>
          <p:cNvSpPr/>
          <p:nvPr/>
        </p:nvSpPr>
        <p:spPr>
          <a:xfrm>
            <a:off x="4872025" y="4256762"/>
            <a:ext cx="1452900" cy="1452900"/>
          </a:xfrm>
          <a:prstGeom prst="donut">
            <a:avLst>
              <a:gd name="adj" fmla="val 1199"/>
            </a:avLst>
          </a:pr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2698631" scaled="0"/>
        </a:gradFill>
        <a:effectLst/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9"/>
          <p:cNvGrpSpPr/>
          <p:nvPr/>
        </p:nvGrpSpPr>
        <p:grpSpPr>
          <a:xfrm>
            <a:off x="2014734" y="-142025"/>
            <a:ext cx="6564656" cy="5427560"/>
            <a:chOff x="1724085" y="-142050"/>
            <a:chExt cx="6564656" cy="5427560"/>
          </a:xfrm>
        </p:grpSpPr>
        <p:sp>
          <p:nvSpPr>
            <p:cNvPr id="89" name="Google Shape;89;p9"/>
            <p:cNvSpPr/>
            <p:nvPr/>
          </p:nvSpPr>
          <p:spPr>
            <a:xfrm>
              <a:off x="2241864" y="-142050"/>
              <a:ext cx="6046877" cy="5427560"/>
            </a:xfrm>
            <a:custGeom>
              <a:avLst/>
              <a:gdLst/>
              <a:ahLst/>
              <a:cxnLst/>
              <a:rect l="l" t="t" r="r" b="b"/>
              <a:pathLst>
                <a:path w="100899" h="90565" extrusionOk="0">
                  <a:moveTo>
                    <a:pt x="33510" y="0"/>
                  </a:moveTo>
                  <a:cubicBezTo>
                    <a:pt x="27859" y="0"/>
                    <a:pt x="22589" y="3041"/>
                    <a:pt x="19760" y="7940"/>
                  </a:cubicBezTo>
                  <a:lnTo>
                    <a:pt x="2824" y="37270"/>
                  </a:lnTo>
                  <a:cubicBezTo>
                    <a:pt x="1" y="42169"/>
                    <a:pt x="1" y="48257"/>
                    <a:pt x="2829" y="53155"/>
                  </a:cubicBezTo>
                  <a:cubicBezTo>
                    <a:pt x="7134" y="60354"/>
                    <a:pt x="10378" y="66189"/>
                    <a:pt x="12989" y="70880"/>
                  </a:cubicBezTo>
                  <a:cubicBezTo>
                    <a:pt x="22767" y="88470"/>
                    <a:pt x="23935" y="90565"/>
                    <a:pt x="39673" y="90565"/>
                  </a:cubicBezTo>
                  <a:cubicBezTo>
                    <a:pt x="41813" y="90565"/>
                    <a:pt x="44215" y="90530"/>
                    <a:pt x="46944" y="90485"/>
                  </a:cubicBezTo>
                  <a:cubicBezTo>
                    <a:pt x="50467" y="90426"/>
                    <a:pt x="54554" y="90360"/>
                    <a:pt x="59316" y="90360"/>
                  </a:cubicBezTo>
                  <a:cubicBezTo>
                    <a:pt x="61812" y="90360"/>
                    <a:pt x="64494" y="90378"/>
                    <a:pt x="67378" y="90425"/>
                  </a:cubicBezTo>
                  <a:cubicBezTo>
                    <a:pt x="73039" y="90425"/>
                    <a:pt x="78304" y="87380"/>
                    <a:pt x="81134" y="82480"/>
                  </a:cubicBezTo>
                  <a:lnTo>
                    <a:pt x="98069" y="53155"/>
                  </a:lnTo>
                  <a:cubicBezTo>
                    <a:pt x="100898" y="48257"/>
                    <a:pt x="100898" y="42169"/>
                    <a:pt x="98069" y="37270"/>
                  </a:cubicBezTo>
                  <a:lnTo>
                    <a:pt x="81134" y="7940"/>
                  </a:lnTo>
                  <a:cubicBezTo>
                    <a:pt x="78304" y="3041"/>
                    <a:pt x="73034" y="0"/>
                    <a:pt x="67378" y="0"/>
                  </a:cubicBezTo>
                  <a:close/>
                </a:path>
              </a:pathLst>
            </a:custGeom>
            <a:solidFill>
              <a:srgbClr val="E20030">
                <a:alpha val="4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" name="Google Shape;90;p9"/>
            <p:cNvSpPr/>
            <p:nvPr/>
          </p:nvSpPr>
          <p:spPr>
            <a:xfrm>
              <a:off x="1724085" y="-142050"/>
              <a:ext cx="6046877" cy="5427560"/>
            </a:xfrm>
            <a:custGeom>
              <a:avLst/>
              <a:gdLst/>
              <a:ahLst/>
              <a:cxnLst/>
              <a:rect l="l" t="t" r="r" b="b"/>
              <a:pathLst>
                <a:path w="100899" h="90565" extrusionOk="0">
                  <a:moveTo>
                    <a:pt x="33510" y="0"/>
                  </a:moveTo>
                  <a:cubicBezTo>
                    <a:pt x="27859" y="0"/>
                    <a:pt x="22589" y="3041"/>
                    <a:pt x="19760" y="7940"/>
                  </a:cubicBezTo>
                  <a:lnTo>
                    <a:pt x="2824" y="37270"/>
                  </a:lnTo>
                  <a:cubicBezTo>
                    <a:pt x="1" y="42169"/>
                    <a:pt x="1" y="48257"/>
                    <a:pt x="2829" y="53155"/>
                  </a:cubicBezTo>
                  <a:cubicBezTo>
                    <a:pt x="7134" y="60354"/>
                    <a:pt x="10378" y="66189"/>
                    <a:pt x="12989" y="70880"/>
                  </a:cubicBezTo>
                  <a:cubicBezTo>
                    <a:pt x="22767" y="88470"/>
                    <a:pt x="23935" y="90565"/>
                    <a:pt x="39673" y="90565"/>
                  </a:cubicBezTo>
                  <a:cubicBezTo>
                    <a:pt x="41813" y="90565"/>
                    <a:pt x="44215" y="90530"/>
                    <a:pt x="46944" y="90485"/>
                  </a:cubicBezTo>
                  <a:cubicBezTo>
                    <a:pt x="50467" y="90426"/>
                    <a:pt x="54554" y="90360"/>
                    <a:pt x="59316" y="90360"/>
                  </a:cubicBezTo>
                  <a:cubicBezTo>
                    <a:pt x="61812" y="90360"/>
                    <a:pt x="64494" y="90378"/>
                    <a:pt x="67378" y="90425"/>
                  </a:cubicBezTo>
                  <a:cubicBezTo>
                    <a:pt x="73039" y="90425"/>
                    <a:pt x="78304" y="87380"/>
                    <a:pt x="81134" y="82480"/>
                  </a:cubicBezTo>
                  <a:lnTo>
                    <a:pt x="98069" y="53155"/>
                  </a:lnTo>
                  <a:cubicBezTo>
                    <a:pt x="100898" y="48257"/>
                    <a:pt x="100898" y="42169"/>
                    <a:pt x="98069" y="37270"/>
                  </a:cubicBezTo>
                  <a:lnTo>
                    <a:pt x="81134" y="7940"/>
                  </a:lnTo>
                  <a:cubicBezTo>
                    <a:pt x="78304" y="3041"/>
                    <a:pt x="73034" y="0"/>
                    <a:pt x="67378" y="0"/>
                  </a:cubicBezTo>
                  <a:close/>
                </a:path>
              </a:pathLst>
            </a:custGeom>
            <a:solidFill>
              <a:srgbClr val="E20030">
                <a:alpha val="4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1" name="Google Shape;91;p9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9"/>
          <p:cNvSpPr/>
          <p:nvPr/>
        </p:nvSpPr>
        <p:spPr>
          <a:xfrm flipH="1">
            <a:off x="-2316375" y="-141987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p9"/>
          <p:cNvSpPr txBox="1"/>
          <p:nvPr>
            <p:ph type="title"/>
          </p:nvPr>
        </p:nvSpPr>
        <p:spPr>
          <a:xfrm>
            <a:off x="713225" y="1407000"/>
            <a:ext cx="4746600" cy="7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" name="Google Shape;94;p9"/>
          <p:cNvSpPr txBox="1"/>
          <p:nvPr>
            <p:ph type="subTitle" idx="1"/>
          </p:nvPr>
        </p:nvSpPr>
        <p:spPr>
          <a:xfrm>
            <a:off x="713225" y="2272825"/>
            <a:ext cx="4746600" cy="13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9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96" name="Google Shape;96;p9"/>
          <p:cNvSpPr/>
          <p:nvPr/>
        </p:nvSpPr>
        <p:spPr>
          <a:xfrm>
            <a:off x="-288600" y="3991025"/>
            <a:ext cx="1619400" cy="1619400"/>
          </a:xfrm>
          <a:prstGeom prst="donut">
            <a:avLst>
              <a:gd name="adj" fmla="val 815"/>
            </a:avLst>
          </a:pr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9"/>
          <p:cNvSpPr/>
          <p:nvPr/>
        </p:nvSpPr>
        <p:spPr>
          <a:xfrm>
            <a:off x="7988360" y="-648249"/>
            <a:ext cx="1655500" cy="1485719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 txBox="1"/>
          <p:nvPr>
            <p:ph type="body" idx="1"/>
          </p:nvPr>
        </p:nvSpPr>
        <p:spPr>
          <a:xfrm>
            <a:off x="2566344" y="1877375"/>
            <a:ext cx="4011300" cy="138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</a:lstStyle>
          <a:p/>
        </p:txBody>
      </p:sp>
      <p:sp>
        <p:nvSpPr>
          <p:cNvPr id="100" name="Google Shape;100;p10"/>
          <p:cNvSpPr/>
          <p:nvPr/>
        </p:nvSpPr>
        <p:spPr>
          <a:xfrm>
            <a:off x="-145175" y="4002525"/>
            <a:ext cx="1092600" cy="1092600"/>
          </a:xfrm>
          <a:prstGeom prst="donut">
            <a:avLst>
              <a:gd name="adj" fmla="val 815"/>
            </a:avLst>
          </a:pr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2698631" scaled="0"/>
        </a:gradFill>
        <a:effectLst/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"/>
          <p:cNvSpPr/>
          <p:nvPr/>
        </p:nvSpPr>
        <p:spPr>
          <a:xfrm>
            <a:off x="-431172" y="-328528"/>
            <a:ext cx="1323290" cy="11877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  <a:alpha val="40780"/>
                </a:srgbClr>
              </a:gs>
              <a:gs pos="100000">
                <a:srgbClr val="00216E">
                  <a:alpha val="39607"/>
                  <a:alpha val="40780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11"/>
          <p:cNvSpPr/>
          <p:nvPr/>
        </p:nvSpPr>
        <p:spPr>
          <a:xfrm flipH="1">
            <a:off x="0" y="-142087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" name="Google Shape;104;p11"/>
          <p:cNvSpPr/>
          <p:nvPr/>
        </p:nvSpPr>
        <p:spPr>
          <a:xfrm flipH="1">
            <a:off x="532404" y="-142050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" name="Google Shape;105;p11"/>
          <p:cNvSpPr/>
          <p:nvPr/>
        </p:nvSpPr>
        <p:spPr>
          <a:xfrm>
            <a:off x="1035600" y="-142050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11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" name="Google Shape;107;p11"/>
          <p:cNvSpPr txBox="1"/>
          <p:nvPr>
            <p:ph type="title" hasCustomPrompt="1"/>
          </p:nvPr>
        </p:nvSpPr>
        <p:spPr>
          <a:xfrm>
            <a:off x="2010900" y="1549200"/>
            <a:ext cx="6419700" cy="14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8" name="Google Shape;108;p11"/>
          <p:cNvSpPr txBox="1"/>
          <p:nvPr>
            <p:ph type="sldNum" idx="12"/>
          </p:nvPr>
        </p:nvSpPr>
        <p:spPr>
          <a:xfrm>
            <a:off x="8472449" y="4615826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09" name="Google Shape;109;p11"/>
          <p:cNvSpPr txBox="1"/>
          <p:nvPr>
            <p:ph type="subTitle" idx="1"/>
          </p:nvPr>
        </p:nvSpPr>
        <p:spPr>
          <a:xfrm>
            <a:off x="2011091" y="3139800"/>
            <a:ext cx="64197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0" name="Google Shape;110;p11"/>
          <p:cNvSpPr/>
          <p:nvPr/>
        </p:nvSpPr>
        <p:spPr>
          <a:xfrm>
            <a:off x="8150174" y="-71475"/>
            <a:ext cx="1036592" cy="930696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11"/>
          <p:cNvSpPr/>
          <p:nvPr/>
        </p:nvSpPr>
        <p:spPr>
          <a:xfrm>
            <a:off x="4553483" y="-669473"/>
            <a:ext cx="1945080" cy="1745867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11"/>
          <p:cNvSpPr/>
          <p:nvPr/>
        </p:nvSpPr>
        <p:spPr>
          <a:xfrm flipH="1">
            <a:off x="87744" y="3583389"/>
            <a:ext cx="1642131" cy="1473945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2698631" scaled="0"/>
        </a:gradFill>
        <a:effectLst/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/>
          <p:nvPr/>
        </p:nvSpPr>
        <p:spPr>
          <a:xfrm flipH="1">
            <a:off x="564600" y="-142025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6" name="Google Shape;116;p13"/>
          <p:cNvSpPr/>
          <p:nvPr/>
        </p:nvSpPr>
        <p:spPr>
          <a:xfrm flipH="1">
            <a:off x="1082404" y="-142087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7" name="Google Shape;117;p13"/>
          <p:cNvSpPr/>
          <p:nvPr/>
        </p:nvSpPr>
        <p:spPr>
          <a:xfrm>
            <a:off x="1600200" y="-142050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13"/>
          <p:cNvSpPr/>
          <p:nvPr/>
        </p:nvSpPr>
        <p:spPr>
          <a:xfrm flipH="1">
            <a:off x="902146" y="-697977"/>
            <a:ext cx="1714779" cy="1538926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9" name="Google Shape;119;p13"/>
          <p:cNvSpPr/>
          <p:nvPr/>
        </p:nvSpPr>
        <p:spPr>
          <a:xfrm>
            <a:off x="65235" y="3625714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0" name="Google Shape;120;p13"/>
          <p:cNvSpPr/>
          <p:nvPr/>
        </p:nvSpPr>
        <p:spPr>
          <a:xfrm>
            <a:off x="404446" y="337371"/>
            <a:ext cx="1024629" cy="919688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00216E">
                  <a:alpha val="21568"/>
                </a:srgbClr>
              </a:gs>
              <a:gs pos="100000">
                <a:srgbClr val="E20030">
                  <a:alpha val="23137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" name="Google Shape;121;p13"/>
          <p:cNvSpPr/>
          <p:nvPr/>
        </p:nvSpPr>
        <p:spPr>
          <a:xfrm flipH="1">
            <a:off x="-517804" y="1331476"/>
            <a:ext cx="1419951" cy="1275204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2" name="Google Shape;122;p13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13"/>
          <p:cNvSpPr txBox="1"/>
          <p:nvPr>
            <p:ph type="title"/>
          </p:nvPr>
        </p:nvSpPr>
        <p:spPr>
          <a:xfrm>
            <a:off x="2354575" y="539500"/>
            <a:ext cx="60762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type="title" idx="2" hasCustomPrompt="1"/>
          </p:nvPr>
        </p:nvSpPr>
        <p:spPr>
          <a:xfrm>
            <a:off x="4555525" y="1851013"/>
            <a:ext cx="6594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/>
          <p:nvPr>
            <p:ph type="title" idx="3" hasCustomPrompt="1"/>
          </p:nvPr>
        </p:nvSpPr>
        <p:spPr>
          <a:xfrm>
            <a:off x="7584174" y="1851013"/>
            <a:ext cx="6594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/>
          <p:nvPr>
            <p:ph type="title" idx="4" hasCustomPrompt="1"/>
          </p:nvPr>
        </p:nvSpPr>
        <p:spPr>
          <a:xfrm>
            <a:off x="4555525" y="3407925"/>
            <a:ext cx="6594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/>
          <p:nvPr>
            <p:ph type="title" idx="5" hasCustomPrompt="1"/>
          </p:nvPr>
        </p:nvSpPr>
        <p:spPr>
          <a:xfrm>
            <a:off x="7584174" y="3408800"/>
            <a:ext cx="6594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/>
          <p:nvPr>
            <p:ph type="subTitle" idx="1"/>
          </p:nvPr>
        </p:nvSpPr>
        <p:spPr>
          <a:xfrm>
            <a:off x="2485738" y="3012858"/>
            <a:ext cx="18624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type="subTitle" idx="6"/>
          </p:nvPr>
        </p:nvSpPr>
        <p:spPr>
          <a:xfrm>
            <a:off x="5515449" y="3012857"/>
            <a:ext cx="18624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type="subTitle" idx="7"/>
          </p:nvPr>
        </p:nvSpPr>
        <p:spPr>
          <a:xfrm>
            <a:off x="2485750" y="3504750"/>
            <a:ext cx="18624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3"/>
          <p:cNvSpPr txBox="1"/>
          <p:nvPr>
            <p:ph type="subTitle" idx="8"/>
          </p:nvPr>
        </p:nvSpPr>
        <p:spPr>
          <a:xfrm>
            <a:off x="5515451" y="3501688"/>
            <a:ext cx="18624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type="subTitle" idx="9"/>
          </p:nvPr>
        </p:nvSpPr>
        <p:spPr>
          <a:xfrm>
            <a:off x="2485738" y="1454475"/>
            <a:ext cx="18624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type="subTitle" idx="13"/>
          </p:nvPr>
        </p:nvSpPr>
        <p:spPr>
          <a:xfrm>
            <a:off x="5515449" y="1454475"/>
            <a:ext cx="1862400" cy="38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type="subTitle" idx="14"/>
          </p:nvPr>
        </p:nvSpPr>
        <p:spPr>
          <a:xfrm>
            <a:off x="2485750" y="1945451"/>
            <a:ext cx="18624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3"/>
          <p:cNvSpPr txBox="1"/>
          <p:nvPr>
            <p:ph type="subTitle" idx="15"/>
          </p:nvPr>
        </p:nvSpPr>
        <p:spPr>
          <a:xfrm>
            <a:off x="5515450" y="1945450"/>
            <a:ext cx="18624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8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13500032" scaled="0"/>
        </a:gradFill>
        <a:effectLst/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/>
          <p:nvPr/>
        </p:nvSpPr>
        <p:spPr>
          <a:xfrm flipH="1">
            <a:off x="7" y="-142050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14"/>
          <p:cNvSpPr/>
          <p:nvPr/>
        </p:nvSpPr>
        <p:spPr>
          <a:xfrm flipH="1">
            <a:off x="517811" y="-142050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14"/>
          <p:cNvSpPr/>
          <p:nvPr/>
        </p:nvSpPr>
        <p:spPr>
          <a:xfrm>
            <a:off x="1035607" y="-142037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p14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4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600" b="1"/>
            </a:lvl1pPr>
            <a:lvl2pPr lvl="1">
              <a:buNone/>
              <a:defRPr sz="1600" b="1"/>
            </a:lvl2pPr>
            <a:lvl3pPr lvl="2">
              <a:buNone/>
              <a:defRPr sz="1600" b="1"/>
            </a:lvl3pPr>
            <a:lvl4pPr lvl="3">
              <a:buNone/>
              <a:defRPr sz="1600" b="1"/>
            </a:lvl4pPr>
            <a:lvl5pPr lvl="4">
              <a:buNone/>
              <a:defRPr sz="1600" b="1"/>
            </a:lvl5pPr>
            <a:lvl6pPr lvl="5">
              <a:buNone/>
              <a:defRPr sz="1600" b="1"/>
            </a:lvl6pPr>
            <a:lvl7pPr lvl="6">
              <a:buNone/>
              <a:defRPr sz="1600" b="1"/>
            </a:lvl7pPr>
            <a:lvl8pPr lvl="7">
              <a:buNone/>
              <a:defRPr sz="1600" b="1"/>
            </a:lvl8pPr>
            <a:lvl9pPr lvl="8">
              <a:buNone/>
              <a:defRPr sz="1600" b="1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43" name="Google Shape;143;p14"/>
          <p:cNvSpPr txBox="1"/>
          <p:nvPr>
            <p:ph type="title"/>
          </p:nvPr>
        </p:nvSpPr>
        <p:spPr>
          <a:xfrm>
            <a:off x="2259175" y="3011550"/>
            <a:ext cx="61716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" name="Google Shape;144;p14"/>
          <p:cNvSpPr txBox="1"/>
          <p:nvPr>
            <p:ph type="subTitle" idx="1"/>
          </p:nvPr>
        </p:nvSpPr>
        <p:spPr>
          <a:xfrm>
            <a:off x="2259100" y="1593750"/>
            <a:ext cx="6171600" cy="13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4"/>
          <p:cNvSpPr/>
          <p:nvPr/>
        </p:nvSpPr>
        <p:spPr>
          <a:xfrm>
            <a:off x="287150" y="3581029"/>
            <a:ext cx="1412082" cy="1267457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14"/>
          <p:cNvSpPr/>
          <p:nvPr/>
        </p:nvSpPr>
        <p:spPr>
          <a:xfrm>
            <a:off x="255812" y="1525534"/>
            <a:ext cx="811732" cy="728595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14"/>
          <p:cNvSpPr/>
          <p:nvPr/>
        </p:nvSpPr>
        <p:spPr>
          <a:xfrm>
            <a:off x="204344" y="83055"/>
            <a:ext cx="1494819" cy="1341494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13500032" scaled="0"/>
        </a:gradFill>
        <a:effectLst/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/>
          <p:nvPr/>
        </p:nvSpPr>
        <p:spPr>
          <a:xfrm>
            <a:off x="3117197" y="-142050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0" name="Google Shape;150;p15"/>
          <p:cNvSpPr/>
          <p:nvPr/>
        </p:nvSpPr>
        <p:spPr>
          <a:xfrm>
            <a:off x="2599393" y="-142050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15"/>
          <p:cNvSpPr/>
          <p:nvPr/>
        </p:nvSpPr>
        <p:spPr>
          <a:xfrm flipH="1">
            <a:off x="-1731700" y="-141987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2" name="Google Shape;152;p15"/>
          <p:cNvSpPr/>
          <p:nvPr/>
        </p:nvSpPr>
        <p:spPr>
          <a:xfrm>
            <a:off x="8430778" y="4279052"/>
            <a:ext cx="1479684" cy="1328362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3" name="Google Shape;153;p15"/>
          <p:cNvSpPr txBox="1"/>
          <p:nvPr>
            <p:ph type="title"/>
          </p:nvPr>
        </p:nvSpPr>
        <p:spPr>
          <a:xfrm>
            <a:off x="2506950" y="2449346"/>
            <a:ext cx="4130100" cy="94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4" name="Google Shape;154;p15"/>
          <p:cNvSpPr txBox="1"/>
          <p:nvPr>
            <p:ph type="title" idx="2" hasCustomPrompt="1"/>
          </p:nvPr>
        </p:nvSpPr>
        <p:spPr>
          <a:xfrm>
            <a:off x="3509250" y="1046551"/>
            <a:ext cx="2125500" cy="11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5" name="Google Shape;155;p15"/>
          <p:cNvSpPr txBox="1"/>
          <p:nvPr>
            <p:ph type="subTitle" idx="1"/>
          </p:nvPr>
        </p:nvSpPr>
        <p:spPr>
          <a:xfrm>
            <a:off x="3193150" y="3398849"/>
            <a:ext cx="2757900" cy="6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2_1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5400700" scaled="0"/>
        </a:gradFill>
        <a:effectLst/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16"/>
          <p:cNvGrpSpPr/>
          <p:nvPr/>
        </p:nvGrpSpPr>
        <p:grpSpPr>
          <a:xfrm>
            <a:off x="2102945" y="-142018"/>
            <a:ext cx="6564681" cy="5427560"/>
            <a:chOff x="502750" y="-142050"/>
            <a:chExt cx="6564681" cy="5427560"/>
          </a:xfrm>
        </p:grpSpPr>
        <p:sp>
          <p:nvSpPr>
            <p:cNvPr id="158" name="Google Shape;158;p16"/>
            <p:cNvSpPr/>
            <p:nvPr/>
          </p:nvSpPr>
          <p:spPr>
            <a:xfrm flipH="1">
              <a:off x="502750" y="-142050"/>
              <a:ext cx="6046877" cy="5427560"/>
            </a:xfrm>
            <a:custGeom>
              <a:avLst/>
              <a:gdLst/>
              <a:ahLst/>
              <a:cxnLst/>
              <a:rect l="l" t="t" r="r" b="b"/>
              <a:pathLst>
                <a:path w="100899" h="90565" extrusionOk="0">
                  <a:moveTo>
                    <a:pt x="33510" y="0"/>
                  </a:moveTo>
                  <a:cubicBezTo>
                    <a:pt x="27859" y="0"/>
                    <a:pt x="22589" y="3041"/>
                    <a:pt x="19760" y="7940"/>
                  </a:cubicBezTo>
                  <a:lnTo>
                    <a:pt x="2824" y="37270"/>
                  </a:lnTo>
                  <a:cubicBezTo>
                    <a:pt x="1" y="42169"/>
                    <a:pt x="1" y="48257"/>
                    <a:pt x="2829" y="53155"/>
                  </a:cubicBezTo>
                  <a:cubicBezTo>
                    <a:pt x="7134" y="60354"/>
                    <a:pt x="10378" y="66189"/>
                    <a:pt x="12989" y="70880"/>
                  </a:cubicBezTo>
                  <a:cubicBezTo>
                    <a:pt x="22767" y="88470"/>
                    <a:pt x="23935" y="90565"/>
                    <a:pt x="39673" y="90565"/>
                  </a:cubicBezTo>
                  <a:cubicBezTo>
                    <a:pt x="41813" y="90565"/>
                    <a:pt x="44215" y="90530"/>
                    <a:pt x="46944" y="90485"/>
                  </a:cubicBezTo>
                  <a:cubicBezTo>
                    <a:pt x="50467" y="90426"/>
                    <a:pt x="54554" y="90360"/>
                    <a:pt x="59316" y="90360"/>
                  </a:cubicBezTo>
                  <a:cubicBezTo>
                    <a:pt x="61812" y="90360"/>
                    <a:pt x="64494" y="90378"/>
                    <a:pt x="67378" y="90425"/>
                  </a:cubicBezTo>
                  <a:cubicBezTo>
                    <a:pt x="73039" y="90425"/>
                    <a:pt x="78304" y="87380"/>
                    <a:pt x="81134" y="82480"/>
                  </a:cubicBezTo>
                  <a:lnTo>
                    <a:pt x="98069" y="53155"/>
                  </a:lnTo>
                  <a:cubicBezTo>
                    <a:pt x="100898" y="48257"/>
                    <a:pt x="100898" y="42169"/>
                    <a:pt x="98069" y="37270"/>
                  </a:cubicBezTo>
                  <a:lnTo>
                    <a:pt x="81134" y="7940"/>
                  </a:lnTo>
                  <a:cubicBezTo>
                    <a:pt x="78304" y="3041"/>
                    <a:pt x="73034" y="0"/>
                    <a:pt x="67378" y="0"/>
                  </a:cubicBezTo>
                  <a:close/>
                </a:path>
              </a:pathLst>
            </a:custGeom>
            <a:solidFill>
              <a:srgbClr val="E20030">
                <a:alpha val="4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" name="Google Shape;159;p16"/>
            <p:cNvSpPr/>
            <p:nvPr/>
          </p:nvSpPr>
          <p:spPr>
            <a:xfrm flipH="1">
              <a:off x="1020554" y="-142050"/>
              <a:ext cx="6046877" cy="5427560"/>
            </a:xfrm>
            <a:custGeom>
              <a:avLst/>
              <a:gdLst/>
              <a:ahLst/>
              <a:cxnLst/>
              <a:rect l="l" t="t" r="r" b="b"/>
              <a:pathLst>
                <a:path w="100899" h="90565" extrusionOk="0">
                  <a:moveTo>
                    <a:pt x="33510" y="0"/>
                  </a:moveTo>
                  <a:cubicBezTo>
                    <a:pt x="27859" y="0"/>
                    <a:pt x="22589" y="3041"/>
                    <a:pt x="19760" y="7940"/>
                  </a:cubicBezTo>
                  <a:lnTo>
                    <a:pt x="2824" y="37270"/>
                  </a:lnTo>
                  <a:cubicBezTo>
                    <a:pt x="1" y="42169"/>
                    <a:pt x="1" y="48257"/>
                    <a:pt x="2829" y="53155"/>
                  </a:cubicBezTo>
                  <a:cubicBezTo>
                    <a:pt x="7134" y="60354"/>
                    <a:pt x="10378" y="66189"/>
                    <a:pt x="12989" y="70880"/>
                  </a:cubicBezTo>
                  <a:cubicBezTo>
                    <a:pt x="22767" y="88470"/>
                    <a:pt x="23935" y="90565"/>
                    <a:pt x="39673" y="90565"/>
                  </a:cubicBezTo>
                  <a:cubicBezTo>
                    <a:pt x="41813" y="90565"/>
                    <a:pt x="44215" y="90530"/>
                    <a:pt x="46944" y="90485"/>
                  </a:cubicBezTo>
                  <a:cubicBezTo>
                    <a:pt x="50467" y="90426"/>
                    <a:pt x="54554" y="90360"/>
                    <a:pt x="59316" y="90360"/>
                  </a:cubicBezTo>
                  <a:cubicBezTo>
                    <a:pt x="61812" y="90360"/>
                    <a:pt x="64494" y="90378"/>
                    <a:pt x="67378" y="90425"/>
                  </a:cubicBezTo>
                  <a:cubicBezTo>
                    <a:pt x="73039" y="90425"/>
                    <a:pt x="78304" y="87380"/>
                    <a:pt x="81134" y="82480"/>
                  </a:cubicBezTo>
                  <a:lnTo>
                    <a:pt x="98069" y="53155"/>
                  </a:lnTo>
                  <a:cubicBezTo>
                    <a:pt x="100898" y="48257"/>
                    <a:pt x="100898" y="42169"/>
                    <a:pt x="98069" y="37270"/>
                  </a:cubicBezTo>
                  <a:lnTo>
                    <a:pt x="81134" y="7940"/>
                  </a:lnTo>
                  <a:cubicBezTo>
                    <a:pt x="78304" y="3041"/>
                    <a:pt x="73034" y="0"/>
                    <a:pt x="67378" y="0"/>
                  </a:cubicBezTo>
                  <a:close/>
                </a:path>
              </a:pathLst>
            </a:custGeom>
            <a:solidFill>
              <a:srgbClr val="E20030">
                <a:alpha val="4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0" name="Google Shape;160;p16"/>
          <p:cNvSpPr/>
          <p:nvPr/>
        </p:nvSpPr>
        <p:spPr>
          <a:xfrm>
            <a:off x="3138550" y="-142037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1" name="Google Shape;161;p16"/>
          <p:cNvSpPr txBox="1"/>
          <p:nvPr>
            <p:ph type="title"/>
          </p:nvPr>
        </p:nvSpPr>
        <p:spPr>
          <a:xfrm>
            <a:off x="4300675" y="2449346"/>
            <a:ext cx="4130100" cy="94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2" name="Google Shape;162;p16"/>
          <p:cNvSpPr txBox="1"/>
          <p:nvPr>
            <p:ph type="title" idx="2" hasCustomPrompt="1"/>
          </p:nvPr>
        </p:nvSpPr>
        <p:spPr>
          <a:xfrm>
            <a:off x="5302975" y="1046551"/>
            <a:ext cx="2125500" cy="11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3" name="Google Shape;163;p16"/>
          <p:cNvSpPr txBox="1"/>
          <p:nvPr>
            <p:ph type="subTitle" idx="1"/>
          </p:nvPr>
        </p:nvSpPr>
        <p:spPr>
          <a:xfrm>
            <a:off x="4986875" y="3398849"/>
            <a:ext cx="2757900" cy="6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4" name="Google Shape;164;p16"/>
          <p:cNvSpPr/>
          <p:nvPr/>
        </p:nvSpPr>
        <p:spPr>
          <a:xfrm flipH="1">
            <a:off x="902146" y="-697977"/>
            <a:ext cx="1714779" cy="1538926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5" name="Google Shape;165;p16"/>
          <p:cNvSpPr/>
          <p:nvPr/>
        </p:nvSpPr>
        <p:spPr>
          <a:xfrm>
            <a:off x="65235" y="3625714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6" name="Google Shape;166;p16"/>
          <p:cNvSpPr/>
          <p:nvPr/>
        </p:nvSpPr>
        <p:spPr>
          <a:xfrm>
            <a:off x="404446" y="337371"/>
            <a:ext cx="1024629" cy="919688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00216E">
                  <a:alpha val="21568"/>
                </a:srgbClr>
              </a:gs>
              <a:gs pos="100000">
                <a:srgbClr val="E20030">
                  <a:alpha val="23137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16"/>
          <p:cNvSpPr/>
          <p:nvPr/>
        </p:nvSpPr>
        <p:spPr>
          <a:xfrm flipH="1">
            <a:off x="-364795" y="2220751"/>
            <a:ext cx="1444369" cy="1296438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" name="Google Shape;168;p16"/>
          <p:cNvSpPr/>
          <p:nvPr/>
        </p:nvSpPr>
        <p:spPr>
          <a:xfrm>
            <a:off x="7924950" y="-632602"/>
            <a:ext cx="1679100" cy="1679100"/>
          </a:xfrm>
          <a:prstGeom prst="donut">
            <a:avLst>
              <a:gd name="adj" fmla="val 1199"/>
            </a:avLst>
          </a:pr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2_1_1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10801400" scaled="0"/>
        </a:gradFill>
        <a:effectLst/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/>
          <p:nvPr/>
        </p:nvSpPr>
        <p:spPr>
          <a:xfrm>
            <a:off x="-2329526" y="-142030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1" name="Google Shape;171;p17"/>
          <p:cNvSpPr/>
          <p:nvPr/>
        </p:nvSpPr>
        <p:spPr>
          <a:xfrm>
            <a:off x="-2847330" y="-142030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17"/>
          <p:cNvSpPr/>
          <p:nvPr/>
        </p:nvSpPr>
        <p:spPr>
          <a:xfrm>
            <a:off x="-7178425" y="-142037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4300675" y="2449346"/>
            <a:ext cx="4130100" cy="94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3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4" name="Google Shape;174;p17"/>
          <p:cNvSpPr txBox="1"/>
          <p:nvPr>
            <p:ph type="title" idx="2" hasCustomPrompt="1"/>
          </p:nvPr>
        </p:nvSpPr>
        <p:spPr>
          <a:xfrm>
            <a:off x="6305275" y="1046551"/>
            <a:ext cx="2125500" cy="11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5" name="Google Shape;175;p17"/>
          <p:cNvSpPr txBox="1"/>
          <p:nvPr>
            <p:ph type="subTitle" idx="1"/>
          </p:nvPr>
        </p:nvSpPr>
        <p:spPr>
          <a:xfrm>
            <a:off x="5672875" y="3398849"/>
            <a:ext cx="2757900" cy="6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6" name="Google Shape;176;p17"/>
          <p:cNvSpPr/>
          <p:nvPr/>
        </p:nvSpPr>
        <p:spPr>
          <a:xfrm flipH="1">
            <a:off x="2868861" y="-697977"/>
            <a:ext cx="1714779" cy="1538926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7" name="Google Shape;177;p17"/>
          <p:cNvSpPr/>
          <p:nvPr/>
        </p:nvSpPr>
        <p:spPr>
          <a:xfrm>
            <a:off x="162003" y="245872"/>
            <a:ext cx="1323290" cy="11877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0"/>
                </a:srgbClr>
              </a:gs>
              <a:gs pos="100000">
                <a:srgbClr val="00216E">
                  <a:alpha val="4078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17"/>
          <p:cNvSpPr/>
          <p:nvPr/>
        </p:nvSpPr>
        <p:spPr>
          <a:xfrm>
            <a:off x="-939350" y="3699577"/>
            <a:ext cx="1818000" cy="1818000"/>
          </a:xfrm>
          <a:prstGeom prst="donut">
            <a:avLst>
              <a:gd name="adj" fmla="val 815"/>
            </a:avLst>
          </a:pr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" name="Google Shape;179;p17"/>
          <p:cNvSpPr/>
          <p:nvPr/>
        </p:nvSpPr>
        <p:spPr>
          <a:xfrm flipH="1">
            <a:off x="545716" y="2522723"/>
            <a:ext cx="1547034" cy="1388588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9">
    <p:bg>
      <p:bgPr>
        <a:gradFill>
          <a:gsLst>
            <a:gs pos="0">
              <a:schemeClr val="dk2"/>
            </a:gs>
            <a:gs pos="100000">
              <a:schemeClr val="accent2"/>
            </a:gs>
          </a:gsLst>
          <a:lin ang="10801400" scaled="0"/>
        </a:gradFill>
        <a:effectLst/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2" name="Google Shape;182;p18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600" b="1"/>
            </a:lvl1pPr>
            <a:lvl2pPr lvl="1">
              <a:buNone/>
              <a:defRPr sz="1600" b="1"/>
            </a:lvl2pPr>
            <a:lvl3pPr lvl="2">
              <a:buNone/>
              <a:defRPr sz="1600" b="1"/>
            </a:lvl3pPr>
            <a:lvl4pPr lvl="3">
              <a:buNone/>
              <a:defRPr sz="1600" b="1"/>
            </a:lvl4pPr>
            <a:lvl5pPr lvl="4">
              <a:buNone/>
              <a:defRPr sz="1600" b="1"/>
            </a:lvl5pPr>
            <a:lvl6pPr lvl="5">
              <a:buNone/>
              <a:defRPr sz="1600" b="1"/>
            </a:lvl6pPr>
            <a:lvl7pPr lvl="6">
              <a:buNone/>
              <a:defRPr sz="1600" b="1"/>
            </a:lvl7pPr>
            <a:lvl8pPr lvl="7">
              <a:buNone/>
              <a:defRPr sz="1600" b="1"/>
            </a:lvl8pPr>
            <a:lvl9pPr lvl="8">
              <a:buNone/>
              <a:defRPr sz="1600" b="1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83" name="Google Shape;183;p18"/>
          <p:cNvSpPr txBox="1"/>
          <p:nvPr>
            <p:ph type="title" hasCustomPrompt="1"/>
          </p:nvPr>
        </p:nvSpPr>
        <p:spPr>
          <a:xfrm>
            <a:off x="911231" y="2976738"/>
            <a:ext cx="2258700" cy="43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r>
              <a:t>xx%</a:t>
            </a:r>
          </a:p>
        </p:txBody>
      </p:sp>
      <p:sp>
        <p:nvSpPr>
          <p:cNvPr id="184" name="Google Shape;184;p18"/>
          <p:cNvSpPr txBox="1"/>
          <p:nvPr>
            <p:ph type="title" idx="2" hasCustomPrompt="1"/>
          </p:nvPr>
        </p:nvSpPr>
        <p:spPr>
          <a:xfrm>
            <a:off x="3442637" y="2976738"/>
            <a:ext cx="2258700" cy="43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r>
              <a:t>xx%</a:t>
            </a:r>
          </a:p>
        </p:txBody>
      </p:sp>
      <p:sp>
        <p:nvSpPr>
          <p:cNvPr id="185" name="Google Shape;185;p18"/>
          <p:cNvSpPr txBox="1"/>
          <p:nvPr>
            <p:ph type="title" idx="3" hasCustomPrompt="1"/>
          </p:nvPr>
        </p:nvSpPr>
        <p:spPr>
          <a:xfrm>
            <a:off x="5974069" y="2976738"/>
            <a:ext cx="2258700" cy="43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r>
              <a:t>xx%</a:t>
            </a:r>
          </a:p>
        </p:txBody>
      </p:sp>
      <p:sp>
        <p:nvSpPr>
          <p:cNvPr id="186" name="Google Shape;186;p18"/>
          <p:cNvSpPr txBox="1"/>
          <p:nvPr>
            <p:ph type="subTitle" idx="1"/>
          </p:nvPr>
        </p:nvSpPr>
        <p:spPr>
          <a:xfrm>
            <a:off x="911231" y="4001288"/>
            <a:ext cx="22587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type="subTitle" idx="4"/>
          </p:nvPr>
        </p:nvSpPr>
        <p:spPr>
          <a:xfrm>
            <a:off x="3442637" y="4001288"/>
            <a:ext cx="22587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type="subTitle" idx="5"/>
          </p:nvPr>
        </p:nvSpPr>
        <p:spPr>
          <a:xfrm>
            <a:off x="5974069" y="4001288"/>
            <a:ext cx="22587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8"/>
          <p:cNvSpPr txBox="1"/>
          <p:nvPr>
            <p:ph type="title" idx="6"/>
          </p:nvPr>
        </p:nvSpPr>
        <p:spPr>
          <a:xfrm>
            <a:off x="713225" y="539500"/>
            <a:ext cx="77175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0" name="Google Shape;190;p18"/>
          <p:cNvSpPr/>
          <p:nvPr/>
        </p:nvSpPr>
        <p:spPr>
          <a:xfrm>
            <a:off x="-817575" y="-608499"/>
            <a:ext cx="1617915" cy="145221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0"/>
                </a:srgbClr>
              </a:gs>
              <a:gs pos="100000">
                <a:srgbClr val="00216E">
                  <a:alpha val="4078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1" name="Google Shape;191;p18"/>
          <p:cNvSpPr/>
          <p:nvPr/>
        </p:nvSpPr>
        <p:spPr>
          <a:xfrm flipH="1">
            <a:off x="-522941" y="4482202"/>
            <a:ext cx="1323290" cy="11877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2" name="Google Shape;192;p18"/>
          <p:cNvSpPr/>
          <p:nvPr/>
        </p:nvSpPr>
        <p:spPr>
          <a:xfrm>
            <a:off x="-288593" y="913313"/>
            <a:ext cx="1088952" cy="97742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0"/>
                </a:srgbClr>
              </a:gs>
              <a:gs pos="100000">
                <a:srgbClr val="00216E">
                  <a:alpha val="40780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3" name="Google Shape;193;p18"/>
          <p:cNvSpPr/>
          <p:nvPr/>
        </p:nvSpPr>
        <p:spPr>
          <a:xfrm flipH="1">
            <a:off x="8232751" y="219502"/>
            <a:ext cx="712641" cy="639996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Google Shape;194;p18"/>
          <p:cNvSpPr txBox="1"/>
          <p:nvPr>
            <p:ph type="subTitle" idx="7"/>
          </p:nvPr>
        </p:nvSpPr>
        <p:spPr>
          <a:xfrm>
            <a:off x="911231" y="3444188"/>
            <a:ext cx="22587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195" name="Google Shape;195;p18"/>
          <p:cNvSpPr txBox="1"/>
          <p:nvPr>
            <p:ph type="subTitle" idx="8"/>
          </p:nvPr>
        </p:nvSpPr>
        <p:spPr>
          <a:xfrm>
            <a:off x="3442637" y="3444188"/>
            <a:ext cx="22587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type="subTitle" idx="9"/>
          </p:nvPr>
        </p:nvSpPr>
        <p:spPr>
          <a:xfrm>
            <a:off x="5974069" y="3444188"/>
            <a:ext cx="22587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10">
    <p:bg>
      <p:bgPr>
        <a:gradFill>
          <a:gsLst>
            <a:gs pos="0">
              <a:srgbClr val="00216E"/>
            </a:gs>
            <a:gs pos="100000">
              <a:srgbClr val="E20030"/>
            </a:gs>
          </a:gsLst>
          <a:lin ang="5400700" scaled="0"/>
        </a:gradFill>
        <a:effectLst/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/>
          <p:nvPr/>
        </p:nvSpPr>
        <p:spPr>
          <a:xfrm>
            <a:off x="-2329539" y="-142030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9"/>
          <p:cNvSpPr/>
          <p:nvPr/>
        </p:nvSpPr>
        <p:spPr>
          <a:xfrm>
            <a:off x="-2847330" y="-142030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0" name="Google Shape;200;p19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" name="Google Shape;201;p19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sz="1600"/>
          </a:p>
        </p:txBody>
      </p:sp>
      <p:sp>
        <p:nvSpPr>
          <p:cNvPr id="202" name="Google Shape;202;p19"/>
          <p:cNvSpPr txBox="1"/>
          <p:nvPr>
            <p:ph type="subTitle" idx="1"/>
          </p:nvPr>
        </p:nvSpPr>
        <p:spPr>
          <a:xfrm>
            <a:off x="3724025" y="1459561"/>
            <a:ext cx="47067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3" name="Google Shape;203;p19"/>
          <p:cNvSpPr txBox="1"/>
          <p:nvPr>
            <p:ph type="title" hasCustomPrompt="1"/>
          </p:nvPr>
        </p:nvSpPr>
        <p:spPr>
          <a:xfrm>
            <a:off x="3724025" y="1934994"/>
            <a:ext cx="47067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r>
              <a:t>xx%</a:t>
            </a:r>
          </a:p>
        </p:txBody>
      </p:sp>
      <p:sp>
        <p:nvSpPr>
          <p:cNvPr id="204" name="Google Shape;204;p19"/>
          <p:cNvSpPr txBox="1"/>
          <p:nvPr>
            <p:ph type="subTitle" idx="2"/>
          </p:nvPr>
        </p:nvSpPr>
        <p:spPr>
          <a:xfrm>
            <a:off x="3724064" y="2763306"/>
            <a:ext cx="47067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5" name="Google Shape;205;p19"/>
          <p:cNvSpPr txBox="1"/>
          <p:nvPr>
            <p:ph type="title" idx="3" hasCustomPrompt="1"/>
          </p:nvPr>
        </p:nvSpPr>
        <p:spPr>
          <a:xfrm>
            <a:off x="3724025" y="631249"/>
            <a:ext cx="47067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19"/>
          <p:cNvSpPr txBox="1"/>
          <p:nvPr>
            <p:ph type="title" idx="4" hasCustomPrompt="1"/>
          </p:nvPr>
        </p:nvSpPr>
        <p:spPr>
          <a:xfrm>
            <a:off x="3724025" y="3238739"/>
            <a:ext cx="47067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00"/>
              <a:buFont typeface="Space Mono"/>
              <a:buNone/>
              <a:defRPr sz="53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r>
              <a:t>xx%</a:t>
            </a:r>
          </a:p>
        </p:txBody>
      </p:sp>
      <p:sp>
        <p:nvSpPr>
          <p:cNvPr id="207" name="Google Shape;207;p19"/>
          <p:cNvSpPr/>
          <p:nvPr/>
        </p:nvSpPr>
        <p:spPr>
          <a:xfrm>
            <a:off x="-7178425" y="-142037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8" name="Google Shape;208;p19"/>
          <p:cNvSpPr txBox="1"/>
          <p:nvPr>
            <p:ph type="subTitle" idx="5"/>
          </p:nvPr>
        </p:nvSpPr>
        <p:spPr>
          <a:xfrm>
            <a:off x="3724064" y="4067051"/>
            <a:ext cx="47067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9" name="Google Shape;209;p19"/>
          <p:cNvSpPr/>
          <p:nvPr/>
        </p:nvSpPr>
        <p:spPr>
          <a:xfrm flipH="1">
            <a:off x="-459903" y="1267501"/>
            <a:ext cx="1384154" cy="1243056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0" name="Google Shape;210;p19"/>
          <p:cNvSpPr/>
          <p:nvPr/>
        </p:nvSpPr>
        <p:spPr>
          <a:xfrm flipH="1">
            <a:off x="713215" y="2510550"/>
            <a:ext cx="980738" cy="880065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6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10801400" scaled="0"/>
        </a:gradFill>
        <a:effectLst/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/>
          <p:nvPr/>
        </p:nvSpPr>
        <p:spPr>
          <a:xfrm>
            <a:off x="-2329539" y="-142030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3" name="Google Shape;213;p20"/>
          <p:cNvSpPr txBox="1"/>
          <p:nvPr>
            <p:ph type="subTitle" idx="1"/>
          </p:nvPr>
        </p:nvSpPr>
        <p:spPr>
          <a:xfrm flipH="1">
            <a:off x="4238100" y="3075450"/>
            <a:ext cx="3695700" cy="7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4" name="Google Shape;214;p20"/>
          <p:cNvSpPr txBox="1"/>
          <p:nvPr>
            <p:ph type="title"/>
          </p:nvPr>
        </p:nvSpPr>
        <p:spPr>
          <a:xfrm flipH="1">
            <a:off x="3741150" y="1574250"/>
            <a:ext cx="4689600" cy="15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0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5" name="Google Shape;215;p20"/>
          <p:cNvSpPr/>
          <p:nvPr/>
        </p:nvSpPr>
        <p:spPr>
          <a:xfrm>
            <a:off x="-2847330" y="-142030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6" name="Google Shape;216;p20"/>
          <p:cNvSpPr/>
          <p:nvPr/>
        </p:nvSpPr>
        <p:spPr>
          <a:xfrm>
            <a:off x="-7178425" y="-142037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7" name="Google Shape;217;p20"/>
          <p:cNvSpPr/>
          <p:nvPr/>
        </p:nvSpPr>
        <p:spPr>
          <a:xfrm>
            <a:off x="-208572" y="4172297"/>
            <a:ext cx="1323290" cy="11877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8" name="Google Shape;218;p20"/>
          <p:cNvSpPr/>
          <p:nvPr/>
        </p:nvSpPr>
        <p:spPr>
          <a:xfrm flipH="1">
            <a:off x="-61237" y="-87777"/>
            <a:ext cx="1265338" cy="1136352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9" name="Google Shape;219;p20"/>
          <p:cNvSpPr/>
          <p:nvPr/>
        </p:nvSpPr>
        <p:spPr>
          <a:xfrm>
            <a:off x="791962" y="3512559"/>
            <a:ext cx="811732" cy="728595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00216E"/>
              </a:gs>
              <a:gs pos="100000">
                <a:srgbClr val="E20030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0" name="Google Shape;220;p20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20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 b="1"/>
            </a:lvl1pPr>
            <a:lvl2pPr lvl="1" rtl="0">
              <a:buNone/>
              <a:defRPr sz="1600" b="1"/>
            </a:lvl2pPr>
            <a:lvl3pPr lvl="2" rtl="0">
              <a:buNone/>
              <a:defRPr sz="1600" b="1"/>
            </a:lvl3pPr>
            <a:lvl4pPr lvl="3" rtl="0">
              <a:buNone/>
              <a:defRPr sz="1600" b="1"/>
            </a:lvl4pPr>
            <a:lvl5pPr lvl="4" rtl="0">
              <a:buNone/>
              <a:defRPr sz="1600" b="1"/>
            </a:lvl5pPr>
            <a:lvl6pPr lvl="5" rtl="0">
              <a:buNone/>
              <a:defRPr sz="1600" b="1"/>
            </a:lvl6pPr>
            <a:lvl7pPr lvl="6" rtl="0">
              <a:buNone/>
              <a:defRPr sz="1600" b="1"/>
            </a:lvl7pPr>
            <a:lvl8pPr lvl="7" rtl="0">
              <a:buNone/>
              <a:defRPr sz="1600" b="1"/>
            </a:lvl8pPr>
            <a:lvl9pPr lvl="8" rtl="0">
              <a:buNone/>
              <a:defRPr sz="1600" b="1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8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2698631" scaled="0"/>
        </a:gradFill>
        <a:effectLst/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/>
          <p:nvPr/>
        </p:nvSpPr>
        <p:spPr>
          <a:xfrm flipH="1">
            <a:off x="688178" y="-142025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4" name="Google Shape;224;p21"/>
          <p:cNvSpPr/>
          <p:nvPr/>
        </p:nvSpPr>
        <p:spPr>
          <a:xfrm flipH="1">
            <a:off x="1205982" y="-142025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5" name="Google Shape;225;p21"/>
          <p:cNvSpPr/>
          <p:nvPr/>
        </p:nvSpPr>
        <p:spPr>
          <a:xfrm>
            <a:off x="1723778" y="-142025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6" name="Google Shape;226;p21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21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sz="1600"/>
          </a:p>
        </p:txBody>
      </p:sp>
      <p:sp>
        <p:nvSpPr>
          <p:cNvPr id="228" name="Google Shape;228;p21"/>
          <p:cNvSpPr txBox="1"/>
          <p:nvPr>
            <p:ph type="subTitle" idx="1"/>
          </p:nvPr>
        </p:nvSpPr>
        <p:spPr>
          <a:xfrm flipH="1">
            <a:off x="3706075" y="3736775"/>
            <a:ext cx="4724700" cy="7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9" name="Google Shape;229;p21"/>
          <p:cNvSpPr txBox="1"/>
          <p:nvPr>
            <p:ph type="title"/>
          </p:nvPr>
        </p:nvSpPr>
        <p:spPr>
          <a:xfrm flipH="1">
            <a:off x="2749075" y="2647775"/>
            <a:ext cx="5681700" cy="10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0" name="Google Shape;230;p21"/>
          <p:cNvSpPr/>
          <p:nvPr/>
        </p:nvSpPr>
        <p:spPr>
          <a:xfrm flipH="1">
            <a:off x="200906" y="38446"/>
            <a:ext cx="1024629" cy="919688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1" name="Google Shape;231;p21"/>
          <p:cNvSpPr/>
          <p:nvPr/>
        </p:nvSpPr>
        <p:spPr>
          <a:xfrm flipH="1">
            <a:off x="-633353" y="3748900"/>
            <a:ext cx="1714779" cy="1538926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2" name="Google Shape;232;p21"/>
          <p:cNvSpPr/>
          <p:nvPr/>
        </p:nvSpPr>
        <p:spPr>
          <a:xfrm flipH="1">
            <a:off x="298869" y="539500"/>
            <a:ext cx="1872181" cy="1680207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00216E">
                  <a:alpha val="21568"/>
                </a:srgbClr>
              </a:gs>
              <a:gs pos="100000">
                <a:srgbClr val="E20030">
                  <a:alpha val="23137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8_1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13500032" scaled="0"/>
        </a:gradFill>
        <a:effectLst/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5" name="Google Shape;235;p22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 b="1"/>
            </a:lvl1pPr>
            <a:lvl2pPr lvl="1" rtl="0">
              <a:buNone/>
              <a:defRPr sz="1600" b="1"/>
            </a:lvl2pPr>
            <a:lvl3pPr lvl="2" rtl="0">
              <a:buNone/>
              <a:defRPr sz="1600" b="1"/>
            </a:lvl3pPr>
            <a:lvl4pPr lvl="3" rtl="0">
              <a:buNone/>
              <a:defRPr sz="1600" b="1"/>
            </a:lvl4pPr>
            <a:lvl5pPr lvl="4" rtl="0">
              <a:buNone/>
              <a:defRPr sz="1600" b="1"/>
            </a:lvl5pPr>
            <a:lvl6pPr lvl="5" rtl="0">
              <a:buNone/>
              <a:defRPr sz="1600" b="1"/>
            </a:lvl6pPr>
            <a:lvl7pPr lvl="6" rtl="0">
              <a:buNone/>
              <a:defRPr sz="1600" b="1"/>
            </a:lvl7pPr>
            <a:lvl8pPr lvl="7" rtl="0">
              <a:buNone/>
              <a:defRPr sz="1600" b="1"/>
            </a:lvl8pPr>
            <a:lvl9pPr lvl="8" rtl="0">
              <a:buNone/>
              <a:defRPr sz="1600" b="1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36" name="Google Shape;236;p22"/>
          <p:cNvSpPr/>
          <p:nvPr/>
        </p:nvSpPr>
        <p:spPr>
          <a:xfrm rot="10800000">
            <a:off x="3097133" y="-142063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00216E">
                  <a:alpha val="34509"/>
                  <a:alpha val="40780"/>
                </a:srgbClr>
              </a:gs>
              <a:gs pos="48000">
                <a:srgbClr val="00216E">
                  <a:alpha val="34509"/>
                  <a:alpha val="40780"/>
                </a:srgbClr>
              </a:gs>
              <a:gs pos="100000">
                <a:srgbClr val="00216E">
                  <a:alpha val="34509"/>
                  <a:alpha val="4078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7" name="Google Shape;237;p22"/>
          <p:cNvSpPr/>
          <p:nvPr/>
        </p:nvSpPr>
        <p:spPr>
          <a:xfrm rot="10800000">
            <a:off x="2579329" y="-142063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00216E">
                  <a:alpha val="34509"/>
                  <a:alpha val="17320"/>
                </a:srgbClr>
              </a:gs>
              <a:gs pos="48000">
                <a:srgbClr val="00216E">
                  <a:alpha val="34509"/>
                  <a:alpha val="17320"/>
                </a:srgbClr>
              </a:gs>
              <a:gs pos="100000">
                <a:srgbClr val="00216E">
                  <a:alpha val="34509"/>
                  <a:alpha val="1732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8" name="Google Shape;238;p22"/>
          <p:cNvSpPr/>
          <p:nvPr/>
        </p:nvSpPr>
        <p:spPr>
          <a:xfrm>
            <a:off x="-1751772" y="-142025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9" name="Google Shape;239;p22"/>
          <p:cNvSpPr txBox="1"/>
          <p:nvPr>
            <p:ph type="subTitle" idx="1"/>
          </p:nvPr>
        </p:nvSpPr>
        <p:spPr>
          <a:xfrm flipH="1">
            <a:off x="713186" y="3899750"/>
            <a:ext cx="6294600" cy="56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0" name="Google Shape;240;p22"/>
          <p:cNvSpPr txBox="1"/>
          <p:nvPr>
            <p:ph type="title"/>
          </p:nvPr>
        </p:nvSpPr>
        <p:spPr>
          <a:xfrm flipH="1">
            <a:off x="713225" y="3247475"/>
            <a:ext cx="62946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1" name="Google Shape;241;p22"/>
          <p:cNvSpPr/>
          <p:nvPr/>
        </p:nvSpPr>
        <p:spPr>
          <a:xfrm>
            <a:off x="8626203" y="383647"/>
            <a:ext cx="1323290" cy="11877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2" name="Google Shape;242;p22"/>
          <p:cNvSpPr/>
          <p:nvPr/>
        </p:nvSpPr>
        <p:spPr>
          <a:xfrm rot="10800000" flipH="1">
            <a:off x="7660709" y="60370"/>
            <a:ext cx="811732" cy="728369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3" name="Google Shape;243;p22"/>
          <p:cNvSpPr/>
          <p:nvPr/>
        </p:nvSpPr>
        <p:spPr>
          <a:xfrm>
            <a:off x="8726174" y="3631713"/>
            <a:ext cx="671483" cy="60271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4" name="Google Shape;244;p22"/>
          <p:cNvSpPr/>
          <p:nvPr/>
        </p:nvSpPr>
        <p:spPr>
          <a:xfrm flipH="1">
            <a:off x="-554810" y="-524849"/>
            <a:ext cx="1389485" cy="1247616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8_1_1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13500032" scaled="0"/>
        </a:gradFill>
        <a:effectLst/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"/>
          <p:cNvSpPr/>
          <p:nvPr/>
        </p:nvSpPr>
        <p:spPr>
          <a:xfrm flipH="1">
            <a:off x="0" y="-142050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7" name="Google Shape;247;p23"/>
          <p:cNvSpPr/>
          <p:nvPr/>
        </p:nvSpPr>
        <p:spPr>
          <a:xfrm flipH="1">
            <a:off x="517804" y="-142050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8" name="Google Shape;248;p23"/>
          <p:cNvSpPr/>
          <p:nvPr/>
        </p:nvSpPr>
        <p:spPr>
          <a:xfrm>
            <a:off x="1035600" y="-142050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9" name="Google Shape;249;p23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0" name="Google Shape;250;p23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 b="1"/>
            </a:lvl1pPr>
            <a:lvl2pPr lvl="1" rtl="0">
              <a:buNone/>
              <a:defRPr sz="1600" b="1"/>
            </a:lvl2pPr>
            <a:lvl3pPr lvl="2" rtl="0">
              <a:buNone/>
              <a:defRPr sz="1600" b="1"/>
            </a:lvl3pPr>
            <a:lvl4pPr lvl="3" rtl="0">
              <a:buNone/>
              <a:defRPr sz="1600" b="1"/>
            </a:lvl4pPr>
            <a:lvl5pPr lvl="4" rtl="0">
              <a:buNone/>
              <a:defRPr sz="1600" b="1"/>
            </a:lvl5pPr>
            <a:lvl6pPr lvl="5" rtl="0">
              <a:buNone/>
              <a:defRPr sz="1600" b="1"/>
            </a:lvl6pPr>
            <a:lvl7pPr lvl="6" rtl="0">
              <a:buNone/>
              <a:defRPr sz="1600" b="1"/>
            </a:lvl7pPr>
            <a:lvl8pPr lvl="7" rtl="0">
              <a:buNone/>
              <a:defRPr sz="1600" b="1"/>
            </a:lvl8pPr>
            <a:lvl9pPr lvl="8" rtl="0">
              <a:buNone/>
              <a:defRPr sz="1600" b="1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51" name="Google Shape;251;p23"/>
          <p:cNvSpPr txBox="1"/>
          <p:nvPr>
            <p:ph type="subTitle" idx="1"/>
          </p:nvPr>
        </p:nvSpPr>
        <p:spPr>
          <a:xfrm flipH="1">
            <a:off x="2177811" y="3899750"/>
            <a:ext cx="6294600" cy="56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2" name="Google Shape;252;p23"/>
          <p:cNvSpPr txBox="1"/>
          <p:nvPr>
            <p:ph type="title"/>
          </p:nvPr>
        </p:nvSpPr>
        <p:spPr>
          <a:xfrm flipH="1">
            <a:off x="2177850" y="3247475"/>
            <a:ext cx="62946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53" name="Google Shape;253;p23"/>
          <p:cNvSpPr/>
          <p:nvPr/>
        </p:nvSpPr>
        <p:spPr>
          <a:xfrm flipH="1">
            <a:off x="8036840" y="-253649"/>
            <a:ext cx="1389485" cy="1247616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4" name="Google Shape;254;p23"/>
          <p:cNvSpPr/>
          <p:nvPr/>
        </p:nvSpPr>
        <p:spPr>
          <a:xfrm>
            <a:off x="161078" y="3491722"/>
            <a:ext cx="1323290" cy="11877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5" name="Google Shape;255;p23"/>
          <p:cNvSpPr/>
          <p:nvPr/>
        </p:nvSpPr>
        <p:spPr>
          <a:xfrm rot="10800000" flipH="1">
            <a:off x="-488605" y="-508814"/>
            <a:ext cx="1551574" cy="1392437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5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5400700" scaled="0"/>
        </a:gradFill>
        <a:effectLst/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"/>
          <p:cNvSpPr/>
          <p:nvPr/>
        </p:nvSpPr>
        <p:spPr>
          <a:xfrm>
            <a:off x="335243" y="674700"/>
            <a:ext cx="2053042" cy="1842545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8" name="Google Shape;258;p24"/>
          <p:cNvSpPr/>
          <p:nvPr/>
        </p:nvSpPr>
        <p:spPr>
          <a:xfrm flipH="1">
            <a:off x="1645745" y="-142018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9" name="Google Shape;259;p24"/>
          <p:cNvSpPr/>
          <p:nvPr/>
        </p:nvSpPr>
        <p:spPr>
          <a:xfrm flipH="1">
            <a:off x="2163549" y="-142018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0" name="Google Shape;260;p24"/>
          <p:cNvSpPr/>
          <p:nvPr/>
        </p:nvSpPr>
        <p:spPr>
          <a:xfrm>
            <a:off x="2681350" y="-142037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1" name="Google Shape;261;p24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2" name="Google Shape;262;p24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600" b="1"/>
            </a:lvl1pPr>
            <a:lvl2pPr lvl="1">
              <a:buNone/>
              <a:defRPr sz="1600" b="1"/>
            </a:lvl2pPr>
            <a:lvl3pPr lvl="2">
              <a:buNone/>
              <a:defRPr sz="1600" b="1"/>
            </a:lvl3pPr>
            <a:lvl4pPr lvl="3">
              <a:buNone/>
              <a:defRPr sz="1600" b="1"/>
            </a:lvl4pPr>
            <a:lvl5pPr lvl="4">
              <a:buNone/>
              <a:defRPr sz="1600" b="1"/>
            </a:lvl5pPr>
            <a:lvl6pPr lvl="5">
              <a:buNone/>
              <a:defRPr sz="1600" b="1"/>
            </a:lvl6pPr>
            <a:lvl7pPr lvl="6">
              <a:buNone/>
              <a:defRPr sz="1600" b="1"/>
            </a:lvl7pPr>
            <a:lvl8pPr lvl="7">
              <a:buNone/>
              <a:defRPr sz="1600" b="1"/>
            </a:lvl8pPr>
            <a:lvl9pPr lvl="8">
              <a:buNone/>
              <a:defRPr sz="1600" b="1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63" name="Google Shape;263;p24"/>
          <p:cNvSpPr txBox="1"/>
          <p:nvPr>
            <p:ph type="title"/>
          </p:nvPr>
        </p:nvSpPr>
        <p:spPr>
          <a:xfrm>
            <a:off x="713225" y="539500"/>
            <a:ext cx="77175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4" name="Google Shape;264;p24"/>
          <p:cNvSpPr txBox="1"/>
          <p:nvPr>
            <p:ph type="subTitle" idx="1"/>
          </p:nvPr>
        </p:nvSpPr>
        <p:spPr>
          <a:xfrm>
            <a:off x="3437850" y="3481325"/>
            <a:ext cx="2439300" cy="7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24"/>
          <p:cNvSpPr txBox="1"/>
          <p:nvPr>
            <p:ph type="subTitle" idx="2"/>
          </p:nvPr>
        </p:nvSpPr>
        <p:spPr>
          <a:xfrm>
            <a:off x="5991425" y="3481325"/>
            <a:ext cx="2439300" cy="7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24"/>
          <p:cNvSpPr txBox="1"/>
          <p:nvPr>
            <p:ph type="subTitle" idx="3"/>
          </p:nvPr>
        </p:nvSpPr>
        <p:spPr>
          <a:xfrm>
            <a:off x="3437850" y="3089575"/>
            <a:ext cx="2439300" cy="391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267" name="Google Shape;267;p24"/>
          <p:cNvSpPr txBox="1"/>
          <p:nvPr>
            <p:ph type="subTitle" idx="4"/>
          </p:nvPr>
        </p:nvSpPr>
        <p:spPr>
          <a:xfrm>
            <a:off x="5991350" y="3089575"/>
            <a:ext cx="2439300" cy="391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grpSp>
        <p:nvGrpSpPr>
          <p:cNvPr id="268" name="Google Shape;268;p24"/>
          <p:cNvGrpSpPr/>
          <p:nvPr/>
        </p:nvGrpSpPr>
        <p:grpSpPr>
          <a:xfrm>
            <a:off x="292881" y="158021"/>
            <a:ext cx="1714779" cy="4808830"/>
            <a:chOff x="5882006" y="160346"/>
            <a:chExt cx="1714779" cy="4808830"/>
          </a:xfrm>
        </p:grpSpPr>
        <p:sp>
          <p:nvSpPr>
            <p:cNvPr id="269" name="Google Shape;269;p24"/>
            <p:cNvSpPr/>
            <p:nvPr/>
          </p:nvSpPr>
          <p:spPr>
            <a:xfrm>
              <a:off x="5882008" y="160346"/>
              <a:ext cx="1024629" cy="919688"/>
            </a:xfrm>
            <a:custGeom>
              <a:avLst/>
              <a:gdLst/>
              <a:ahLst/>
              <a:cxnLst/>
              <a:rect l="l" t="t" r="r" b="b"/>
              <a:pathLst>
                <a:path w="100899" h="90565" extrusionOk="0">
                  <a:moveTo>
                    <a:pt x="33510" y="0"/>
                  </a:moveTo>
                  <a:cubicBezTo>
                    <a:pt x="27859" y="0"/>
                    <a:pt x="22589" y="3041"/>
                    <a:pt x="19760" y="7940"/>
                  </a:cubicBezTo>
                  <a:lnTo>
                    <a:pt x="2824" y="37270"/>
                  </a:lnTo>
                  <a:cubicBezTo>
                    <a:pt x="1" y="42169"/>
                    <a:pt x="1" y="48257"/>
                    <a:pt x="2829" y="53155"/>
                  </a:cubicBezTo>
                  <a:cubicBezTo>
                    <a:pt x="7134" y="60354"/>
                    <a:pt x="10378" y="66189"/>
                    <a:pt x="12989" y="70880"/>
                  </a:cubicBezTo>
                  <a:cubicBezTo>
                    <a:pt x="22767" y="88470"/>
                    <a:pt x="23935" y="90565"/>
                    <a:pt x="39673" y="90565"/>
                  </a:cubicBezTo>
                  <a:cubicBezTo>
                    <a:pt x="41813" y="90565"/>
                    <a:pt x="44215" y="90530"/>
                    <a:pt x="46944" y="90485"/>
                  </a:cubicBezTo>
                  <a:cubicBezTo>
                    <a:pt x="50467" y="90426"/>
                    <a:pt x="54554" y="90360"/>
                    <a:pt x="59316" y="90360"/>
                  </a:cubicBezTo>
                  <a:cubicBezTo>
                    <a:pt x="61812" y="90360"/>
                    <a:pt x="64494" y="90378"/>
                    <a:pt x="67378" y="90425"/>
                  </a:cubicBezTo>
                  <a:cubicBezTo>
                    <a:pt x="73039" y="90425"/>
                    <a:pt x="78304" y="87380"/>
                    <a:pt x="81134" y="82480"/>
                  </a:cubicBezTo>
                  <a:lnTo>
                    <a:pt x="98069" y="53155"/>
                  </a:lnTo>
                  <a:cubicBezTo>
                    <a:pt x="100898" y="48257"/>
                    <a:pt x="100898" y="42169"/>
                    <a:pt x="98069" y="37270"/>
                  </a:cubicBezTo>
                  <a:lnTo>
                    <a:pt x="81134" y="7940"/>
                  </a:lnTo>
                  <a:cubicBezTo>
                    <a:pt x="78304" y="3041"/>
                    <a:pt x="73034" y="0"/>
                    <a:pt x="67378" y="0"/>
                  </a:cubicBezTo>
                  <a:close/>
                </a:path>
              </a:pathLst>
            </a:custGeom>
            <a:gradFill>
              <a:gsLst>
                <a:gs pos="0">
                  <a:srgbClr val="E20030">
                    <a:alpha val="40784"/>
                  </a:srgbClr>
                </a:gs>
                <a:gs pos="100000">
                  <a:srgbClr val="00216E">
                    <a:alpha val="39607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" name="Google Shape;270;p24"/>
            <p:cNvSpPr/>
            <p:nvPr/>
          </p:nvSpPr>
          <p:spPr>
            <a:xfrm>
              <a:off x="5882006" y="3430250"/>
              <a:ext cx="1714779" cy="1538926"/>
            </a:xfrm>
            <a:custGeom>
              <a:avLst/>
              <a:gdLst/>
              <a:ahLst/>
              <a:cxnLst/>
              <a:rect l="l" t="t" r="r" b="b"/>
              <a:pathLst>
                <a:path w="100899" h="90565" extrusionOk="0">
                  <a:moveTo>
                    <a:pt x="33510" y="0"/>
                  </a:moveTo>
                  <a:cubicBezTo>
                    <a:pt x="27859" y="0"/>
                    <a:pt x="22589" y="3041"/>
                    <a:pt x="19760" y="7940"/>
                  </a:cubicBezTo>
                  <a:lnTo>
                    <a:pt x="2824" y="37270"/>
                  </a:lnTo>
                  <a:cubicBezTo>
                    <a:pt x="1" y="42169"/>
                    <a:pt x="1" y="48257"/>
                    <a:pt x="2829" y="53155"/>
                  </a:cubicBezTo>
                  <a:cubicBezTo>
                    <a:pt x="7134" y="60354"/>
                    <a:pt x="10378" y="66189"/>
                    <a:pt x="12989" y="70880"/>
                  </a:cubicBezTo>
                  <a:cubicBezTo>
                    <a:pt x="22767" y="88470"/>
                    <a:pt x="23935" y="90565"/>
                    <a:pt x="39673" y="90565"/>
                  </a:cubicBezTo>
                  <a:cubicBezTo>
                    <a:pt x="41813" y="90565"/>
                    <a:pt x="44215" y="90530"/>
                    <a:pt x="46944" y="90485"/>
                  </a:cubicBezTo>
                  <a:cubicBezTo>
                    <a:pt x="50467" y="90426"/>
                    <a:pt x="54554" y="90360"/>
                    <a:pt x="59316" y="90360"/>
                  </a:cubicBezTo>
                  <a:cubicBezTo>
                    <a:pt x="61812" y="90360"/>
                    <a:pt x="64494" y="90378"/>
                    <a:pt x="67378" y="90425"/>
                  </a:cubicBezTo>
                  <a:cubicBezTo>
                    <a:pt x="73039" y="90425"/>
                    <a:pt x="78304" y="87380"/>
                    <a:pt x="81134" y="82480"/>
                  </a:cubicBezTo>
                  <a:lnTo>
                    <a:pt x="98069" y="53155"/>
                  </a:lnTo>
                  <a:cubicBezTo>
                    <a:pt x="100898" y="48257"/>
                    <a:pt x="100898" y="42169"/>
                    <a:pt x="98069" y="37270"/>
                  </a:cubicBezTo>
                  <a:lnTo>
                    <a:pt x="81134" y="7940"/>
                  </a:lnTo>
                  <a:cubicBezTo>
                    <a:pt x="78304" y="3041"/>
                    <a:pt x="73034" y="0"/>
                    <a:pt x="67378" y="0"/>
                  </a:cubicBezTo>
                  <a:close/>
                </a:path>
              </a:pathLst>
            </a:custGeom>
            <a:gradFill>
              <a:gsLst>
                <a:gs pos="0">
                  <a:srgbClr val="E20030">
                    <a:alpha val="40784"/>
                  </a:srgbClr>
                </a:gs>
                <a:gs pos="100000">
                  <a:srgbClr val="00216E">
                    <a:alpha val="39607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2698631" scaled="0"/>
        </a:gradFill>
        <a:effectLst/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25"/>
          <p:cNvGrpSpPr/>
          <p:nvPr/>
        </p:nvGrpSpPr>
        <p:grpSpPr>
          <a:xfrm flipH="1">
            <a:off x="1917968" y="-142050"/>
            <a:ext cx="6564681" cy="5427560"/>
            <a:chOff x="557725" y="-142050"/>
            <a:chExt cx="6564681" cy="5427560"/>
          </a:xfrm>
        </p:grpSpPr>
        <p:sp>
          <p:nvSpPr>
            <p:cNvPr id="273" name="Google Shape;273;p25"/>
            <p:cNvSpPr/>
            <p:nvPr/>
          </p:nvSpPr>
          <p:spPr>
            <a:xfrm flipH="1">
              <a:off x="557725" y="-142050"/>
              <a:ext cx="6046877" cy="5427560"/>
            </a:xfrm>
            <a:custGeom>
              <a:avLst/>
              <a:gdLst/>
              <a:ahLst/>
              <a:cxnLst/>
              <a:rect l="l" t="t" r="r" b="b"/>
              <a:pathLst>
                <a:path w="100899" h="90565" extrusionOk="0">
                  <a:moveTo>
                    <a:pt x="33510" y="0"/>
                  </a:moveTo>
                  <a:cubicBezTo>
                    <a:pt x="27859" y="0"/>
                    <a:pt x="22589" y="3041"/>
                    <a:pt x="19760" y="7940"/>
                  </a:cubicBezTo>
                  <a:lnTo>
                    <a:pt x="2824" y="37270"/>
                  </a:lnTo>
                  <a:cubicBezTo>
                    <a:pt x="1" y="42169"/>
                    <a:pt x="1" y="48257"/>
                    <a:pt x="2829" y="53155"/>
                  </a:cubicBezTo>
                  <a:cubicBezTo>
                    <a:pt x="7134" y="60354"/>
                    <a:pt x="10378" y="66189"/>
                    <a:pt x="12989" y="70880"/>
                  </a:cubicBezTo>
                  <a:cubicBezTo>
                    <a:pt x="22767" y="88470"/>
                    <a:pt x="23935" y="90565"/>
                    <a:pt x="39673" y="90565"/>
                  </a:cubicBezTo>
                  <a:cubicBezTo>
                    <a:pt x="41813" y="90565"/>
                    <a:pt x="44215" y="90530"/>
                    <a:pt x="46944" y="90485"/>
                  </a:cubicBezTo>
                  <a:cubicBezTo>
                    <a:pt x="50467" y="90426"/>
                    <a:pt x="54554" y="90360"/>
                    <a:pt x="59316" y="90360"/>
                  </a:cubicBezTo>
                  <a:cubicBezTo>
                    <a:pt x="61812" y="90360"/>
                    <a:pt x="64494" y="90378"/>
                    <a:pt x="67378" y="90425"/>
                  </a:cubicBezTo>
                  <a:cubicBezTo>
                    <a:pt x="73039" y="90425"/>
                    <a:pt x="78304" y="87380"/>
                    <a:pt x="81134" y="82480"/>
                  </a:cubicBezTo>
                  <a:lnTo>
                    <a:pt x="98069" y="53155"/>
                  </a:lnTo>
                  <a:cubicBezTo>
                    <a:pt x="100898" y="48257"/>
                    <a:pt x="100898" y="42169"/>
                    <a:pt x="98069" y="37270"/>
                  </a:cubicBezTo>
                  <a:lnTo>
                    <a:pt x="81134" y="7940"/>
                  </a:lnTo>
                  <a:cubicBezTo>
                    <a:pt x="78304" y="3041"/>
                    <a:pt x="73034" y="0"/>
                    <a:pt x="67378" y="0"/>
                  </a:cubicBezTo>
                  <a:close/>
                </a:path>
              </a:pathLst>
            </a:custGeom>
            <a:solidFill>
              <a:srgbClr val="E20030">
                <a:alpha val="4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274;p25"/>
            <p:cNvSpPr/>
            <p:nvPr/>
          </p:nvSpPr>
          <p:spPr>
            <a:xfrm flipH="1">
              <a:off x="1075529" y="-142050"/>
              <a:ext cx="6046877" cy="5427560"/>
            </a:xfrm>
            <a:custGeom>
              <a:avLst/>
              <a:gdLst/>
              <a:ahLst/>
              <a:cxnLst/>
              <a:rect l="l" t="t" r="r" b="b"/>
              <a:pathLst>
                <a:path w="100899" h="90565" extrusionOk="0">
                  <a:moveTo>
                    <a:pt x="33510" y="0"/>
                  </a:moveTo>
                  <a:cubicBezTo>
                    <a:pt x="27859" y="0"/>
                    <a:pt x="22589" y="3041"/>
                    <a:pt x="19760" y="7940"/>
                  </a:cubicBezTo>
                  <a:lnTo>
                    <a:pt x="2824" y="37270"/>
                  </a:lnTo>
                  <a:cubicBezTo>
                    <a:pt x="1" y="42169"/>
                    <a:pt x="1" y="48257"/>
                    <a:pt x="2829" y="53155"/>
                  </a:cubicBezTo>
                  <a:cubicBezTo>
                    <a:pt x="7134" y="60354"/>
                    <a:pt x="10378" y="66189"/>
                    <a:pt x="12989" y="70880"/>
                  </a:cubicBezTo>
                  <a:cubicBezTo>
                    <a:pt x="22767" y="88470"/>
                    <a:pt x="23935" y="90565"/>
                    <a:pt x="39673" y="90565"/>
                  </a:cubicBezTo>
                  <a:cubicBezTo>
                    <a:pt x="41813" y="90565"/>
                    <a:pt x="44215" y="90530"/>
                    <a:pt x="46944" y="90485"/>
                  </a:cubicBezTo>
                  <a:cubicBezTo>
                    <a:pt x="50467" y="90426"/>
                    <a:pt x="54554" y="90360"/>
                    <a:pt x="59316" y="90360"/>
                  </a:cubicBezTo>
                  <a:cubicBezTo>
                    <a:pt x="61812" y="90360"/>
                    <a:pt x="64494" y="90378"/>
                    <a:pt x="67378" y="90425"/>
                  </a:cubicBezTo>
                  <a:cubicBezTo>
                    <a:pt x="73039" y="90425"/>
                    <a:pt x="78304" y="87380"/>
                    <a:pt x="81134" y="82480"/>
                  </a:cubicBezTo>
                  <a:lnTo>
                    <a:pt x="98069" y="53155"/>
                  </a:lnTo>
                  <a:cubicBezTo>
                    <a:pt x="100898" y="48257"/>
                    <a:pt x="100898" y="42169"/>
                    <a:pt x="98069" y="37270"/>
                  </a:cubicBezTo>
                  <a:lnTo>
                    <a:pt x="81134" y="7940"/>
                  </a:lnTo>
                  <a:cubicBezTo>
                    <a:pt x="78304" y="3041"/>
                    <a:pt x="73034" y="0"/>
                    <a:pt x="67378" y="0"/>
                  </a:cubicBezTo>
                  <a:close/>
                </a:path>
              </a:pathLst>
            </a:custGeom>
            <a:solidFill>
              <a:srgbClr val="E20030">
                <a:alpha val="4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75" name="Google Shape;275;p25"/>
          <p:cNvSpPr/>
          <p:nvPr/>
        </p:nvSpPr>
        <p:spPr>
          <a:xfrm flipH="1">
            <a:off x="-2413125" y="-141987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6" name="Google Shape;276;p25"/>
          <p:cNvSpPr txBox="1"/>
          <p:nvPr>
            <p:ph type="title"/>
          </p:nvPr>
        </p:nvSpPr>
        <p:spPr>
          <a:xfrm>
            <a:off x="713225" y="539500"/>
            <a:ext cx="77175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7" name="Google Shape;277;p25"/>
          <p:cNvSpPr txBox="1"/>
          <p:nvPr>
            <p:ph type="subTitle" idx="1"/>
          </p:nvPr>
        </p:nvSpPr>
        <p:spPr>
          <a:xfrm>
            <a:off x="1947100" y="1689573"/>
            <a:ext cx="38757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8" name="Google Shape;278;p25"/>
          <p:cNvSpPr txBox="1"/>
          <p:nvPr>
            <p:ph type="subTitle" idx="2"/>
          </p:nvPr>
        </p:nvSpPr>
        <p:spPr>
          <a:xfrm>
            <a:off x="1947100" y="2788995"/>
            <a:ext cx="38757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9" name="Google Shape;279;p25"/>
          <p:cNvSpPr txBox="1"/>
          <p:nvPr>
            <p:ph type="subTitle" idx="3"/>
          </p:nvPr>
        </p:nvSpPr>
        <p:spPr>
          <a:xfrm>
            <a:off x="1947100" y="1310141"/>
            <a:ext cx="3512700" cy="37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9pPr>
          </a:lstStyle>
          <a:p/>
        </p:txBody>
      </p:sp>
      <p:sp>
        <p:nvSpPr>
          <p:cNvPr id="280" name="Google Shape;280;p25"/>
          <p:cNvSpPr txBox="1"/>
          <p:nvPr>
            <p:ph type="subTitle" idx="4"/>
          </p:nvPr>
        </p:nvSpPr>
        <p:spPr>
          <a:xfrm>
            <a:off x="1947100" y="2409591"/>
            <a:ext cx="3512700" cy="37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9pPr>
          </a:lstStyle>
          <a:p/>
        </p:txBody>
      </p:sp>
      <p:sp>
        <p:nvSpPr>
          <p:cNvPr id="281" name="Google Shape;281;p25"/>
          <p:cNvSpPr txBox="1"/>
          <p:nvPr>
            <p:ph type="subTitle" idx="5"/>
          </p:nvPr>
        </p:nvSpPr>
        <p:spPr>
          <a:xfrm>
            <a:off x="1947100" y="3888432"/>
            <a:ext cx="38757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2" name="Google Shape;282;p25"/>
          <p:cNvSpPr txBox="1"/>
          <p:nvPr>
            <p:ph type="subTitle" idx="6"/>
          </p:nvPr>
        </p:nvSpPr>
        <p:spPr>
          <a:xfrm flipH="1">
            <a:off x="1947100" y="3509054"/>
            <a:ext cx="3512700" cy="37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9pPr>
          </a:lstStyle>
          <a:p/>
        </p:txBody>
      </p:sp>
      <p:sp>
        <p:nvSpPr>
          <p:cNvPr id="283" name="Google Shape;283;p25"/>
          <p:cNvSpPr/>
          <p:nvPr/>
        </p:nvSpPr>
        <p:spPr>
          <a:xfrm>
            <a:off x="7874855" y="-508827"/>
            <a:ext cx="1714779" cy="1538926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4" name="Google Shape;284;p25"/>
          <p:cNvSpPr/>
          <p:nvPr/>
        </p:nvSpPr>
        <p:spPr>
          <a:xfrm flipH="1">
            <a:off x="7215855" y="3578014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5" name="Google Shape;285;p25"/>
          <p:cNvSpPr/>
          <p:nvPr/>
        </p:nvSpPr>
        <p:spPr>
          <a:xfrm>
            <a:off x="8085968" y="1792776"/>
            <a:ext cx="1444369" cy="1296438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6" name="Google Shape;286;p25"/>
          <p:cNvSpPr/>
          <p:nvPr/>
        </p:nvSpPr>
        <p:spPr>
          <a:xfrm flipH="1">
            <a:off x="-311404" y="-388361"/>
            <a:ext cx="1024629" cy="919688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7" name="Google Shape;287;p25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8" name="Google Shape;288;p25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600" b="1"/>
            </a:lvl1pPr>
            <a:lvl2pPr lvl="1">
              <a:buNone/>
              <a:defRPr sz="1600" b="1"/>
            </a:lvl2pPr>
            <a:lvl3pPr lvl="2">
              <a:buNone/>
              <a:defRPr sz="1600" b="1"/>
            </a:lvl3pPr>
            <a:lvl4pPr lvl="3">
              <a:buNone/>
              <a:defRPr sz="1600" b="1"/>
            </a:lvl4pPr>
            <a:lvl5pPr lvl="4">
              <a:buNone/>
              <a:defRPr sz="1600" b="1"/>
            </a:lvl5pPr>
            <a:lvl6pPr lvl="5">
              <a:buNone/>
              <a:defRPr sz="1600" b="1"/>
            </a:lvl6pPr>
            <a:lvl7pPr lvl="6">
              <a:buNone/>
              <a:defRPr sz="1600" b="1"/>
            </a:lvl7pPr>
            <a:lvl8pPr lvl="7">
              <a:buNone/>
              <a:defRPr sz="1600" b="1"/>
            </a:lvl8pPr>
            <a:lvl9pPr lvl="8">
              <a:buNone/>
              <a:defRPr sz="1600" b="1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3_1_1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13500032" scaled="0"/>
        </a:gradFill>
        <a:effectLst/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26"/>
          <p:cNvGrpSpPr/>
          <p:nvPr/>
        </p:nvGrpSpPr>
        <p:grpSpPr>
          <a:xfrm>
            <a:off x="661350" y="-142030"/>
            <a:ext cx="6564681" cy="5427560"/>
            <a:chOff x="557725" y="-142050"/>
            <a:chExt cx="6564681" cy="5427560"/>
          </a:xfrm>
        </p:grpSpPr>
        <p:sp>
          <p:nvSpPr>
            <p:cNvPr id="291" name="Google Shape;291;p26"/>
            <p:cNvSpPr/>
            <p:nvPr/>
          </p:nvSpPr>
          <p:spPr>
            <a:xfrm flipH="1">
              <a:off x="557725" y="-142050"/>
              <a:ext cx="6046877" cy="5427560"/>
            </a:xfrm>
            <a:custGeom>
              <a:avLst/>
              <a:gdLst/>
              <a:ahLst/>
              <a:cxnLst/>
              <a:rect l="l" t="t" r="r" b="b"/>
              <a:pathLst>
                <a:path w="100899" h="90565" extrusionOk="0">
                  <a:moveTo>
                    <a:pt x="33510" y="0"/>
                  </a:moveTo>
                  <a:cubicBezTo>
                    <a:pt x="27859" y="0"/>
                    <a:pt x="22589" y="3041"/>
                    <a:pt x="19760" y="7940"/>
                  </a:cubicBezTo>
                  <a:lnTo>
                    <a:pt x="2824" y="37270"/>
                  </a:lnTo>
                  <a:cubicBezTo>
                    <a:pt x="1" y="42169"/>
                    <a:pt x="1" y="48257"/>
                    <a:pt x="2829" y="53155"/>
                  </a:cubicBezTo>
                  <a:cubicBezTo>
                    <a:pt x="7134" y="60354"/>
                    <a:pt x="10378" y="66189"/>
                    <a:pt x="12989" y="70880"/>
                  </a:cubicBezTo>
                  <a:cubicBezTo>
                    <a:pt x="22767" y="88470"/>
                    <a:pt x="23935" y="90565"/>
                    <a:pt x="39673" y="90565"/>
                  </a:cubicBezTo>
                  <a:cubicBezTo>
                    <a:pt x="41813" y="90565"/>
                    <a:pt x="44215" y="90530"/>
                    <a:pt x="46944" y="90485"/>
                  </a:cubicBezTo>
                  <a:cubicBezTo>
                    <a:pt x="50467" y="90426"/>
                    <a:pt x="54554" y="90360"/>
                    <a:pt x="59316" y="90360"/>
                  </a:cubicBezTo>
                  <a:cubicBezTo>
                    <a:pt x="61812" y="90360"/>
                    <a:pt x="64494" y="90378"/>
                    <a:pt x="67378" y="90425"/>
                  </a:cubicBezTo>
                  <a:cubicBezTo>
                    <a:pt x="73039" y="90425"/>
                    <a:pt x="78304" y="87380"/>
                    <a:pt x="81134" y="82480"/>
                  </a:cubicBezTo>
                  <a:lnTo>
                    <a:pt x="98069" y="53155"/>
                  </a:lnTo>
                  <a:cubicBezTo>
                    <a:pt x="100898" y="48257"/>
                    <a:pt x="100898" y="42169"/>
                    <a:pt x="98069" y="37270"/>
                  </a:cubicBezTo>
                  <a:lnTo>
                    <a:pt x="81134" y="7940"/>
                  </a:lnTo>
                  <a:cubicBezTo>
                    <a:pt x="78304" y="3041"/>
                    <a:pt x="73034" y="0"/>
                    <a:pt x="67378" y="0"/>
                  </a:cubicBezTo>
                  <a:close/>
                </a:path>
              </a:pathLst>
            </a:custGeom>
            <a:solidFill>
              <a:srgbClr val="E20030">
                <a:alpha val="4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2" name="Google Shape;292;p26"/>
            <p:cNvSpPr/>
            <p:nvPr/>
          </p:nvSpPr>
          <p:spPr>
            <a:xfrm flipH="1">
              <a:off x="1075529" y="-142050"/>
              <a:ext cx="6046877" cy="5427560"/>
            </a:xfrm>
            <a:custGeom>
              <a:avLst/>
              <a:gdLst/>
              <a:ahLst/>
              <a:cxnLst/>
              <a:rect l="l" t="t" r="r" b="b"/>
              <a:pathLst>
                <a:path w="100899" h="90565" extrusionOk="0">
                  <a:moveTo>
                    <a:pt x="33510" y="0"/>
                  </a:moveTo>
                  <a:cubicBezTo>
                    <a:pt x="27859" y="0"/>
                    <a:pt x="22589" y="3041"/>
                    <a:pt x="19760" y="7940"/>
                  </a:cubicBezTo>
                  <a:lnTo>
                    <a:pt x="2824" y="37270"/>
                  </a:lnTo>
                  <a:cubicBezTo>
                    <a:pt x="1" y="42169"/>
                    <a:pt x="1" y="48257"/>
                    <a:pt x="2829" y="53155"/>
                  </a:cubicBezTo>
                  <a:cubicBezTo>
                    <a:pt x="7134" y="60354"/>
                    <a:pt x="10378" y="66189"/>
                    <a:pt x="12989" y="70880"/>
                  </a:cubicBezTo>
                  <a:cubicBezTo>
                    <a:pt x="22767" y="88470"/>
                    <a:pt x="23935" y="90565"/>
                    <a:pt x="39673" y="90565"/>
                  </a:cubicBezTo>
                  <a:cubicBezTo>
                    <a:pt x="41813" y="90565"/>
                    <a:pt x="44215" y="90530"/>
                    <a:pt x="46944" y="90485"/>
                  </a:cubicBezTo>
                  <a:cubicBezTo>
                    <a:pt x="50467" y="90426"/>
                    <a:pt x="54554" y="90360"/>
                    <a:pt x="59316" y="90360"/>
                  </a:cubicBezTo>
                  <a:cubicBezTo>
                    <a:pt x="61812" y="90360"/>
                    <a:pt x="64494" y="90378"/>
                    <a:pt x="67378" y="90425"/>
                  </a:cubicBezTo>
                  <a:cubicBezTo>
                    <a:pt x="73039" y="90425"/>
                    <a:pt x="78304" y="87380"/>
                    <a:pt x="81134" y="82480"/>
                  </a:cubicBezTo>
                  <a:lnTo>
                    <a:pt x="98069" y="53155"/>
                  </a:lnTo>
                  <a:cubicBezTo>
                    <a:pt x="100898" y="48257"/>
                    <a:pt x="100898" y="42169"/>
                    <a:pt x="98069" y="37270"/>
                  </a:cubicBezTo>
                  <a:lnTo>
                    <a:pt x="81134" y="7940"/>
                  </a:lnTo>
                  <a:cubicBezTo>
                    <a:pt x="78304" y="3041"/>
                    <a:pt x="73034" y="0"/>
                    <a:pt x="67378" y="0"/>
                  </a:cubicBezTo>
                  <a:close/>
                </a:path>
              </a:pathLst>
            </a:custGeom>
            <a:solidFill>
              <a:srgbClr val="E20030">
                <a:alpha val="4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93" name="Google Shape;293;p26"/>
          <p:cNvSpPr/>
          <p:nvPr/>
        </p:nvSpPr>
        <p:spPr>
          <a:xfrm>
            <a:off x="1696945" y="-141968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4" name="Google Shape;294;p26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5" name="Google Shape;295;p26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 b="1"/>
            </a:lvl1pPr>
            <a:lvl2pPr lvl="1" rtl="0">
              <a:buNone/>
              <a:defRPr sz="1600" b="1"/>
            </a:lvl2pPr>
            <a:lvl3pPr lvl="2" rtl="0">
              <a:buNone/>
              <a:defRPr sz="1600" b="1"/>
            </a:lvl3pPr>
            <a:lvl4pPr lvl="3" rtl="0">
              <a:buNone/>
              <a:defRPr sz="1600" b="1"/>
            </a:lvl4pPr>
            <a:lvl5pPr lvl="4" rtl="0">
              <a:buNone/>
              <a:defRPr sz="1600" b="1"/>
            </a:lvl5pPr>
            <a:lvl6pPr lvl="5" rtl="0">
              <a:buNone/>
              <a:defRPr sz="1600" b="1"/>
            </a:lvl6pPr>
            <a:lvl7pPr lvl="6" rtl="0">
              <a:buNone/>
              <a:defRPr sz="1600" b="1"/>
            </a:lvl7pPr>
            <a:lvl8pPr lvl="7" rtl="0">
              <a:buNone/>
              <a:defRPr sz="1600" b="1"/>
            </a:lvl8pPr>
            <a:lvl9pPr lvl="8" rtl="0">
              <a:buNone/>
              <a:defRPr sz="1600" b="1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96" name="Google Shape;296;p26"/>
          <p:cNvSpPr txBox="1"/>
          <p:nvPr>
            <p:ph type="title"/>
          </p:nvPr>
        </p:nvSpPr>
        <p:spPr>
          <a:xfrm>
            <a:off x="3199125" y="539500"/>
            <a:ext cx="52314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7" name="Google Shape;297;p26"/>
          <p:cNvSpPr txBox="1"/>
          <p:nvPr>
            <p:ph type="body" idx="1"/>
          </p:nvPr>
        </p:nvSpPr>
        <p:spPr>
          <a:xfrm>
            <a:off x="3199113" y="3410375"/>
            <a:ext cx="5231400" cy="11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000"/>
              </a:buClr>
              <a:buSzPts val="1400"/>
              <a:buFont typeface="Roboto Condensed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0B0000"/>
              </a:buClr>
              <a:buSzPts val="1400"/>
              <a:buFont typeface="Roboto Condensed"/>
              <a:buChar char="○"/>
              <a:defRPr sz="12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0B0000"/>
              </a:buClr>
              <a:buSzPts val="1400"/>
              <a:buFont typeface="Roboto Condensed"/>
              <a:buChar char="■"/>
              <a:defRPr sz="12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0B0000"/>
              </a:buClr>
              <a:buSzPts val="1400"/>
              <a:buFont typeface="Roboto Condensed"/>
              <a:buChar char="●"/>
              <a:defRPr sz="12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0B0000"/>
              </a:buClr>
              <a:buSzPts val="1400"/>
              <a:buFont typeface="Roboto Condensed"/>
              <a:buChar char="○"/>
              <a:defRPr sz="12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0B0000"/>
              </a:buClr>
              <a:buSzPts val="1400"/>
              <a:buFont typeface="Roboto Condensed"/>
              <a:buChar char="■"/>
              <a:defRPr sz="12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0B0000"/>
              </a:buClr>
              <a:buSzPts val="1400"/>
              <a:buFont typeface="Roboto Condensed"/>
              <a:buChar char="●"/>
              <a:defRPr sz="12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0B0000"/>
              </a:buClr>
              <a:buSzPts val="1400"/>
              <a:buFont typeface="Roboto Condensed"/>
              <a:buChar char="○"/>
              <a:defRPr sz="12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0B0000"/>
              </a:buClr>
              <a:buSzPts val="1400"/>
              <a:buFont typeface="Roboto Condensed"/>
              <a:buChar char="■"/>
              <a:defRPr sz="1200"/>
            </a:lvl9pPr>
          </a:lstStyle>
          <a:p/>
        </p:txBody>
      </p:sp>
      <p:sp>
        <p:nvSpPr>
          <p:cNvPr id="298" name="Google Shape;298;p26"/>
          <p:cNvSpPr txBox="1"/>
          <p:nvPr>
            <p:ph type="body" idx="2"/>
          </p:nvPr>
        </p:nvSpPr>
        <p:spPr>
          <a:xfrm>
            <a:off x="3199278" y="2609675"/>
            <a:ext cx="5231400" cy="3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000"/>
              </a:buClr>
              <a:buSzPts val="1400"/>
              <a:buFont typeface="Roboto Condensed"/>
              <a:buChar char="●"/>
              <a:defRPr>
                <a:solidFill>
                  <a:schemeClr val="hlink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0B0000"/>
              </a:buClr>
              <a:buSzPts val="1400"/>
              <a:buFont typeface="Roboto Condensed"/>
              <a:buChar char="○"/>
              <a:defRPr sz="12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0B0000"/>
              </a:buClr>
              <a:buSzPts val="1400"/>
              <a:buFont typeface="Roboto Condensed"/>
              <a:buChar char="■"/>
              <a:defRPr sz="12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0B0000"/>
              </a:buClr>
              <a:buSzPts val="1400"/>
              <a:buFont typeface="Roboto Condensed"/>
              <a:buChar char="●"/>
              <a:defRPr sz="12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0B0000"/>
              </a:buClr>
              <a:buSzPts val="1400"/>
              <a:buFont typeface="Roboto Condensed"/>
              <a:buChar char="○"/>
              <a:defRPr sz="12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0B0000"/>
              </a:buClr>
              <a:buSzPts val="1400"/>
              <a:buFont typeface="Roboto Condensed"/>
              <a:buChar char="■"/>
              <a:defRPr sz="12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0B0000"/>
              </a:buClr>
              <a:buSzPts val="1400"/>
              <a:buFont typeface="Roboto Condensed"/>
              <a:buChar char="●"/>
              <a:defRPr sz="12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0B0000"/>
              </a:buClr>
              <a:buSzPts val="1400"/>
              <a:buFont typeface="Roboto Condensed"/>
              <a:buChar char="○"/>
              <a:defRPr sz="12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0B0000"/>
              </a:buClr>
              <a:buSzPts val="1400"/>
              <a:buFont typeface="Roboto Condensed"/>
              <a:buChar char="■"/>
              <a:defRPr sz="1200"/>
            </a:lvl9pPr>
          </a:lstStyle>
          <a:p/>
        </p:txBody>
      </p:sp>
      <p:sp>
        <p:nvSpPr>
          <p:cNvPr id="299" name="Google Shape;299;p26"/>
          <p:cNvSpPr txBox="1"/>
          <p:nvPr>
            <p:ph type="body" idx="3"/>
          </p:nvPr>
        </p:nvSpPr>
        <p:spPr>
          <a:xfrm>
            <a:off x="3199243" y="1835133"/>
            <a:ext cx="5231400" cy="3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2347"/>
              </a:buClr>
              <a:buSzPts val="1400"/>
              <a:buFont typeface="Roboto Mono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"/>
              <a:buChar char="○"/>
              <a:defRPr sz="12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"/>
              <a:buChar char="■"/>
              <a:defRPr sz="12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"/>
              <a:buChar char="●"/>
              <a:defRPr sz="12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"/>
              <a:buChar char="○"/>
              <a:defRPr sz="12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"/>
              <a:buChar char="■"/>
              <a:defRPr sz="12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"/>
              <a:buChar char="●"/>
              <a:defRPr sz="12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"/>
              <a:buChar char="○"/>
              <a:defRPr sz="12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"/>
              <a:buChar char="■"/>
              <a:defRPr sz="1200"/>
            </a:lvl9pPr>
          </a:lstStyle>
          <a:p/>
        </p:txBody>
      </p:sp>
      <p:sp>
        <p:nvSpPr>
          <p:cNvPr id="300" name="Google Shape;300;p26"/>
          <p:cNvSpPr/>
          <p:nvPr/>
        </p:nvSpPr>
        <p:spPr>
          <a:xfrm>
            <a:off x="-221032" y="-190050"/>
            <a:ext cx="2053042" cy="1842545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00216E">
                  <a:alpha val="21568"/>
                </a:srgbClr>
              </a:gs>
              <a:gs pos="100000">
                <a:srgbClr val="E20030">
                  <a:alpha val="23137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1" name="Google Shape;301;p26"/>
          <p:cNvSpPr/>
          <p:nvPr/>
        </p:nvSpPr>
        <p:spPr>
          <a:xfrm>
            <a:off x="-260674" y="4065149"/>
            <a:ext cx="1443865" cy="1295759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17254"/>
                </a:srgbClr>
              </a:gs>
              <a:gs pos="100000">
                <a:srgbClr val="E20030">
                  <a:alpha val="40784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2" name="Google Shape;302;p26"/>
          <p:cNvSpPr/>
          <p:nvPr/>
        </p:nvSpPr>
        <p:spPr>
          <a:xfrm>
            <a:off x="807374" y="1162576"/>
            <a:ext cx="1024629" cy="919461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3" name="Google Shape;303;p26"/>
          <p:cNvSpPr txBox="1"/>
          <p:nvPr>
            <p:ph type="subTitle" idx="4"/>
          </p:nvPr>
        </p:nvSpPr>
        <p:spPr>
          <a:xfrm>
            <a:off x="3199265" y="1464325"/>
            <a:ext cx="4610400" cy="37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9pPr>
          </a:lstStyle>
          <a:p/>
        </p:txBody>
      </p:sp>
      <p:sp>
        <p:nvSpPr>
          <p:cNvPr id="304" name="Google Shape;304;p26"/>
          <p:cNvSpPr txBox="1"/>
          <p:nvPr>
            <p:ph type="subTitle" idx="5"/>
          </p:nvPr>
        </p:nvSpPr>
        <p:spPr>
          <a:xfrm>
            <a:off x="3199265" y="2238873"/>
            <a:ext cx="4610400" cy="37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9pPr>
          </a:lstStyle>
          <a:p/>
        </p:txBody>
      </p:sp>
      <p:sp>
        <p:nvSpPr>
          <p:cNvPr id="305" name="Google Shape;305;p26"/>
          <p:cNvSpPr txBox="1"/>
          <p:nvPr>
            <p:ph type="subTitle" idx="6"/>
          </p:nvPr>
        </p:nvSpPr>
        <p:spPr>
          <a:xfrm>
            <a:off x="3199265" y="3039571"/>
            <a:ext cx="4610400" cy="37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eggae One"/>
              <a:buNone/>
              <a:defRPr sz="2000">
                <a:latin typeface="Reggae One"/>
                <a:ea typeface="Reggae One"/>
                <a:cs typeface="Reggae One"/>
                <a:sym typeface="Reggae One"/>
              </a:defRPr>
            </a:lvl9pPr>
          </a:lstStyle>
          <a:p/>
        </p:txBody>
      </p:sp>
      <p:sp>
        <p:nvSpPr>
          <p:cNvPr id="306" name="Google Shape;306;p26"/>
          <p:cNvSpPr/>
          <p:nvPr/>
        </p:nvSpPr>
        <p:spPr>
          <a:xfrm>
            <a:off x="1971049" y="2313751"/>
            <a:ext cx="1024629" cy="919461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4">
    <p:bg>
      <p:bgPr>
        <a:gradFill>
          <a:gsLst>
            <a:gs pos="0">
              <a:schemeClr val="dk1"/>
            </a:gs>
            <a:gs pos="100000">
              <a:srgbClr val="E20030"/>
            </a:gs>
          </a:gsLst>
          <a:lin ang="5400700" scaled="0"/>
        </a:gradFill>
        <a:effectLst/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27"/>
          <p:cNvGrpSpPr/>
          <p:nvPr/>
        </p:nvGrpSpPr>
        <p:grpSpPr>
          <a:xfrm flipH="1">
            <a:off x="2579168" y="-142025"/>
            <a:ext cx="6564831" cy="5427560"/>
            <a:chOff x="641875" y="-142050"/>
            <a:chExt cx="6564831" cy="5427560"/>
          </a:xfrm>
        </p:grpSpPr>
        <p:sp>
          <p:nvSpPr>
            <p:cNvPr id="309" name="Google Shape;309;p27"/>
            <p:cNvSpPr/>
            <p:nvPr/>
          </p:nvSpPr>
          <p:spPr>
            <a:xfrm flipH="1">
              <a:off x="641875" y="-142050"/>
              <a:ext cx="6046877" cy="5427560"/>
            </a:xfrm>
            <a:custGeom>
              <a:avLst/>
              <a:gdLst/>
              <a:ahLst/>
              <a:cxnLst/>
              <a:rect l="l" t="t" r="r" b="b"/>
              <a:pathLst>
                <a:path w="100899" h="90565" extrusionOk="0">
                  <a:moveTo>
                    <a:pt x="33510" y="0"/>
                  </a:moveTo>
                  <a:cubicBezTo>
                    <a:pt x="27859" y="0"/>
                    <a:pt x="22589" y="3041"/>
                    <a:pt x="19760" y="7940"/>
                  </a:cubicBezTo>
                  <a:lnTo>
                    <a:pt x="2824" y="37270"/>
                  </a:lnTo>
                  <a:cubicBezTo>
                    <a:pt x="1" y="42169"/>
                    <a:pt x="1" y="48257"/>
                    <a:pt x="2829" y="53155"/>
                  </a:cubicBezTo>
                  <a:cubicBezTo>
                    <a:pt x="7134" y="60354"/>
                    <a:pt x="10378" y="66189"/>
                    <a:pt x="12989" y="70880"/>
                  </a:cubicBezTo>
                  <a:cubicBezTo>
                    <a:pt x="22767" y="88470"/>
                    <a:pt x="23935" y="90565"/>
                    <a:pt x="39673" y="90565"/>
                  </a:cubicBezTo>
                  <a:cubicBezTo>
                    <a:pt x="41813" y="90565"/>
                    <a:pt x="44215" y="90530"/>
                    <a:pt x="46944" y="90485"/>
                  </a:cubicBezTo>
                  <a:cubicBezTo>
                    <a:pt x="50467" y="90426"/>
                    <a:pt x="54554" y="90360"/>
                    <a:pt x="59316" y="90360"/>
                  </a:cubicBezTo>
                  <a:cubicBezTo>
                    <a:pt x="61812" y="90360"/>
                    <a:pt x="64494" y="90378"/>
                    <a:pt x="67378" y="90425"/>
                  </a:cubicBezTo>
                  <a:cubicBezTo>
                    <a:pt x="73039" y="90425"/>
                    <a:pt x="78304" y="87380"/>
                    <a:pt x="81134" y="82480"/>
                  </a:cubicBezTo>
                  <a:lnTo>
                    <a:pt x="98069" y="53155"/>
                  </a:lnTo>
                  <a:cubicBezTo>
                    <a:pt x="100898" y="48257"/>
                    <a:pt x="100898" y="42169"/>
                    <a:pt x="98069" y="37270"/>
                  </a:cubicBezTo>
                  <a:lnTo>
                    <a:pt x="81134" y="7940"/>
                  </a:lnTo>
                  <a:cubicBezTo>
                    <a:pt x="78304" y="3041"/>
                    <a:pt x="73034" y="0"/>
                    <a:pt x="67378" y="0"/>
                  </a:cubicBezTo>
                  <a:close/>
                </a:path>
              </a:pathLst>
            </a:custGeom>
            <a:solidFill>
              <a:srgbClr val="E20030">
                <a:alpha val="4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" name="Google Shape;310;p27"/>
            <p:cNvSpPr/>
            <p:nvPr/>
          </p:nvSpPr>
          <p:spPr>
            <a:xfrm flipH="1">
              <a:off x="1159829" y="-142050"/>
              <a:ext cx="6046877" cy="5427560"/>
            </a:xfrm>
            <a:custGeom>
              <a:avLst/>
              <a:gdLst/>
              <a:ahLst/>
              <a:cxnLst/>
              <a:rect l="l" t="t" r="r" b="b"/>
              <a:pathLst>
                <a:path w="100899" h="90565" extrusionOk="0">
                  <a:moveTo>
                    <a:pt x="33510" y="0"/>
                  </a:moveTo>
                  <a:cubicBezTo>
                    <a:pt x="27859" y="0"/>
                    <a:pt x="22589" y="3041"/>
                    <a:pt x="19760" y="7940"/>
                  </a:cubicBezTo>
                  <a:lnTo>
                    <a:pt x="2824" y="37270"/>
                  </a:lnTo>
                  <a:cubicBezTo>
                    <a:pt x="1" y="42169"/>
                    <a:pt x="1" y="48257"/>
                    <a:pt x="2829" y="53155"/>
                  </a:cubicBezTo>
                  <a:cubicBezTo>
                    <a:pt x="7134" y="60354"/>
                    <a:pt x="10378" y="66189"/>
                    <a:pt x="12989" y="70880"/>
                  </a:cubicBezTo>
                  <a:cubicBezTo>
                    <a:pt x="22767" y="88470"/>
                    <a:pt x="23935" y="90565"/>
                    <a:pt x="39673" y="90565"/>
                  </a:cubicBezTo>
                  <a:cubicBezTo>
                    <a:pt x="41813" y="90565"/>
                    <a:pt x="44215" y="90530"/>
                    <a:pt x="46944" y="90485"/>
                  </a:cubicBezTo>
                  <a:cubicBezTo>
                    <a:pt x="50467" y="90426"/>
                    <a:pt x="54554" y="90360"/>
                    <a:pt x="59316" y="90360"/>
                  </a:cubicBezTo>
                  <a:cubicBezTo>
                    <a:pt x="61812" y="90360"/>
                    <a:pt x="64494" y="90378"/>
                    <a:pt x="67378" y="90425"/>
                  </a:cubicBezTo>
                  <a:cubicBezTo>
                    <a:pt x="73039" y="90425"/>
                    <a:pt x="78304" y="87380"/>
                    <a:pt x="81134" y="82480"/>
                  </a:cubicBezTo>
                  <a:lnTo>
                    <a:pt x="98069" y="53155"/>
                  </a:lnTo>
                  <a:cubicBezTo>
                    <a:pt x="100898" y="48257"/>
                    <a:pt x="100898" y="42169"/>
                    <a:pt x="98069" y="37270"/>
                  </a:cubicBezTo>
                  <a:lnTo>
                    <a:pt x="81134" y="7940"/>
                  </a:lnTo>
                  <a:cubicBezTo>
                    <a:pt x="78304" y="3041"/>
                    <a:pt x="73034" y="0"/>
                    <a:pt x="67378" y="0"/>
                  </a:cubicBezTo>
                  <a:close/>
                </a:path>
              </a:pathLst>
            </a:custGeom>
            <a:solidFill>
              <a:srgbClr val="E20030">
                <a:alpha val="4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11" name="Google Shape;311;p27"/>
          <p:cNvSpPr/>
          <p:nvPr/>
        </p:nvSpPr>
        <p:spPr>
          <a:xfrm flipH="1">
            <a:off x="-1751775" y="-141987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p27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3" name="Google Shape;313;p27"/>
          <p:cNvSpPr/>
          <p:nvPr/>
        </p:nvSpPr>
        <p:spPr>
          <a:xfrm>
            <a:off x="7769128" y="895172"/>
            <a:ext cx="1323290" cy="11877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00216E">
                  <a:alpha val="21568"/>
                </a:srgbClr>
              </a:gs>
              <a:gs pos="100000">
                <a:srgbClr val="E20030">
                  <a:alpha val="23137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4" name="Google Shape;314;p27"/>
          <p:cNvSpPr/>
          <p:nvPr/>
        </p:nvSpPr>
        <p:spPr>
          <a:xfrm rot="10800000" flipH="1">
            <a:off x="8108409" y="3762470"/>
            <a:ext cx="811732" cy="728369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5" name="Google Shape;315;p27"/>
          <p:cNvSpPr/>
          <p:nvPr/>
        </p:nvSpPr>
        <p:spPr>
          <a:xfrm>
            <a:off x="8228562" y="2156088"/>
            <a:ext cx="671483" cy="60271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6" name="Google Shape;316;p27"/>
          <p:cNvSpPr txBox="1"/>
          <p:nvPr>
            <p:ph type="title"/>
          </p:nvPr>
        </p:nvSpPr>
        <p:spPr>
          <a:xfrm>
            <a:off x="713225" y="539500"/>
            <a:ext cx="77175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7" name="Google Shape;317;p27"/>
          <p:cNvSpPr/>
          <p:nvPr/>
        </p:nvSpPr>
        <p:spPr>
          <a:xfrm>
            <a:off x="-412372" y="4447997"/>
            <a:ext cx="1323290" cy="11877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rgbClr val="E20030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8" name="Google Shape;318;p27"/>
          <p:cNvSpPr/>
          <p:nvPr/>
        </p:nvSpPr>
        <p:spPr>
          <a:xfrm rot="10800000" flipH="1">
            <a:off x="-362966" y="3645032"/>
            <a:ext cx="811732" cy="728369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00216E"/>
              </a:gs>
              <a:gs pos="100000">
                <a:srgbClr val="E20030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9" name="Google Shape;319;p27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0" name="Google Shape;320;p27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600" b="1"/>
            </a:lvl1pPr>
            <a:lvl2pPr lvl="1">
              <a:buNone/>
              <a:defRPr sz="1600" b="1"/>
            </a:lvl2pPr>
            <a:lvl3pPr lvl="2">
              <a:buNone/>
              <a:defRPr sz="1600" b="1"/>
            </a:lvl3pPr>
            <a:lvl4pPr lvl="3">
              <a:buNone/>
              <a:defRPr sz="1600" b="1"/>
            </a:lvl4pPr>
            <a:lvl5pPr lvl="4">
              <a:buNone/>
              <a:defRPr sz="1600" b="1"/>
            </a:lvl5pPr>
            <a:lvl6pPr lvl="5">
              <a:buNone/>
              <a:defRPr sz="1600" b="1"/>
            </a:lvl6pPr>
            <a:lvl7pPr lvl="6">
              <a:buNone/>
              <a:defRPr sz="1600" b="1"/>
            </a:lvl7pPr>
            <a:lvl8pPr lvl="7">
              <a:buNone/>
              <a:defRPr sz="1600" b="1"/>
            </a:lvl8pPr>
            <a:lvl9pPr lvl="8">
              <a:buNone/>
              <a:defRPr sz="1600" b="1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21" name="Google Shape;321;p27"/>
          <p:cNvSpPr txBox="1"/>
          <p:nvPr>
            <p:ph type="subTitle" idx="1"/>
          </p:nvPr>
        </p:nvSpPr>
        <p:spPr>
          <a:xfrm flipH="1">
            <a:off x="4854099" y="1976038"/>
            <a:ext cx="2049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27"/>
          <p:cNvSpPr txBox="1"/>
          <p:nvPr>
            <p:ph type="subTitle" idx="2"/>
          </p:nvPr>
        </p:nvSpPr>
        <p:spPr>
          <a:xfrm flipH="1">
            <a:off x="1721900" y="1976039"/>
            <a:ext cx="2049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27"/>
          <p:cNvSpPr txBox="1"/>
          <p:nvPr>
            <p:ph type="subTitle" idx="3"/>
          </p:nvPr>
        </p:nvSpPr>
        <p:spPr>
          <a:xfrm flipH="1">
            <a:off x="4854099" y="1590925"/>
            <a:ext cx="2049300" cy="3309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24" name="Google Shape;324;p27"/>
          <p:cNvSpPr txBox="1"/>
          <p:nvPr>
            <p:ph type="subTitle" idx="4"/>
          </p:nvPr>
        </p:nvSpPr>
        <p:spPr>
          <a:xfrm flipH="1">
            <a:off x="1721900" y="1590925"/>
            <a:ext cx="2049300" cy="3309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25" name="Google Shape;325;p27"/>
          <p:cNvSpPr txBox="1"/>
          <p:nvPr>
            <p:ph type="subTitle" idx="5"/>
          </p:nvPr>
        </p:nvSpPr>
        <p:spPr>
          <a:xfrm flipH="1">
            <a:off x="4854099" y="3424720"/>
            <a:ext cx="2049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27"/>
          <p:cNvSpPr txBox="1"/>
          <p:nvPr>
            <p:ph type="subTitle" idx="6"/>
          </p:nvPr>
        </p:nvSpPr>
        <p:spPr>
          <a:xfrm>
            <a:off x="4854099" y="3039605"/>
            <a:ext cx="2049300" cy="3309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27" name="Google Shape;327;p27"/>
          <p:cNvSpPr txBox="1"/>
          <p:nvPr>
            <p:ph type="subTitle" idx="7"/>
          </p:nvPr>
        </p:nvSpPr>
        <p:spPr>
          <a:xfrm flipH="1">
            <a:off x="1721900" y="3424722"/>
            <a:ext cx="2049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27"/>
          <p:cNvSpPr txBox="1"/>
          <p:nvPr>
            <p:ph type="subTitle" idx="8"/>
          </p:nvPr>
        </p:nvSpPr>
        <p:spPr>
          <a:xfrm flipH="1">
            <a:off x="1721900" y="3039607"/>
            <a:ext cx="2049300" cy="3309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7">
    <p:bg>
      <p:bgPr>
        <a:gradFill>
          <a:gsLst>
            <a:gs pos="0">
              <a:schemeClr val="dk2"/>
            </a:gs>
            <a:gs pos="100000">
              <a:schemeClr val="accent2"/>
            </a:gs>
          </a:gsLst>
          <a:lin ang="10801400" scaled="0"/>
        </a:gradFill>
        <a:effectLst/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8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1" name="Google Shape;331;p28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sz="1600"/>
          </a:p>
        </p:txBody>
      </p:sp>
      <p:sp>
        <p:nvSpPr>
          <p:cNvPr id="332" name="Google Shape;332;p28"/>
          <p:cNvSpPr txBox="1"/>
          <p:nvPr>
            <p:ph type="title"/>
          </p:nvPr>
        </p:nvSpPr>
        <p:spPr>
          <a:xfrm>
            <a:off x="713225" y="539500"/>
            <a:ext cx="77175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" name="Google Shape;333;p28"/>
          <p:cNvSpPr txBox="1"/>
          <p:nvPr>
            <p:ph type="subTitle" idx="1"/>
          </p:nvPr>
        </p:nvSpPr>
        <p:spPr>
          <a:xfrm>
            <a:off x="5642148" y="2295529"/>
            <a:ext cx="2361300" cy="42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28"/>
          <p:cNvSpPr txBox="1"/>
          <p:nvPr>
            <p:ph type="subTitle" idx="2"/>
          </p:nvPr>
        </p:nvSpPr>
        <p:spPr>
          <a:xfrm>
            <a:off x="5642138" y="1868029"/>
            <a:ext cx="1822200" cy="42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35" name="Google Shape;335;p28"/>
          <p:cNvSpPr txBox="1"/>
          <p:nvPr>
            <p:ph type="subTitle" idx="3"/>
          </p:nvPr>
        </p:nvSpPr>
        <p:spPr>
          <a:xfrm>
            <a:off x="5642148" y="3459044"/>
            <a:ext cx="2361300" cy="42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28"/>
          <p:cNvSpPr txBox="1"/>
          <p:nvPr>
            <p:ph type="subTitle" idx="4"/>
          </p:nvPr>
        </p:nvSpPr>
        <p:spPr>
          <a:xfrm>
            <a:off x="5642138" y="3030042"/>
            <a:ext cx="1822200" cy="42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37" name="Google Shape;337;p28"/>
          <p:cNvSpPr txBox="1"/>
          <p:nvPr>
            <p:ph type="subTitle" idx="5"/>
          </p:nvPr>
        </p:nvSpPr>
        <p:spPr>
          <a:xfrm>
            <a:off x="1882723" y="1791083"/>
            <a:ext cx="2361300" cy="42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28"/>
          <p:cNvSpPr txBox="1"/>
          <p:nvPr>
            <p:ph type="subTitle" idx="6"/>
          </p:nvPr>
        </p:nvSpPr>
        <p:spPr>
          <a:xfrm>
            <a:off x="1882713" y="1362076"/>
            <a:ext cx="1822200" cy="42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39" name="Google Shape;339;p28"/>
          <p:cNvSpPr txBox="1"/>
          <p:nvPr>
            <p:ph type="subTitle" idx="7"/>
          </p:nvPr>
        </p:nvSpPr>
        <p:spPr>
          <a:xfrm>
            <a:off x="1882723" y="2876933"/>
            <a:ext cx="2361300" cy="42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28"/>
          <p:cNvSpPr txBox="1"/>
          <p:nvPr>
            <p:ph type="subTitle" idx="8"/>
          </p:nvPr>
        </p:nvSpPr>
        <p:spPr>
          <a:xfrm>
            <a:off x="1882713" y="2449433"/>
            <a:ext cx="1822200" cy="42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41" name="Google Shape;341;p28"/>
          <p:cNvSpPr txBox="1"/>
          <p:nvPr>
            <p:ph type="subTitle" idx="9"/>
          </p:nvPr>
        </p:nvSpPr>
        <p:spPr>
          <a:xfrm>
            <a:off x="1882723" y="3964270"/>
            <a:ext cx="2361300" cy="42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28"/>
          <p:cNvSpPr txBox="1"/>
          <p:nvPr>
            <p:ph type="subTitle" idx="13"/>
          </p:nvPr>
        </p:nvSpPr>
        <p:spPr>
          <a:xfrm>
            <a:off x="1882713" y="3536770"/>
            <a:ext cx="1822200" cy="42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43" name="Google Shape;343;p28"/>
          <p:cNvSpPr/>
          <p:nvPr/>
        </p:nvSpPr>
        <p:spPr>
          <a:xfrm rot="10800000">
            <a:off x="7335644" y="-1025561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4" name="Google Shape;344;p28"/>
          <p:cNvSpPr/>
          <p:nvPr/>
        </p:nvSpPr>
        <p:spPr>
          <a:xfrm rot="10800000">
            <a:off x="8671106" y="989157"/>
            <a:ext cx="1024629" cy="919688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5" name="Google Shape;345;p28"/>
          <p:cNvSpPr/>
          <p:nvPr/>
        </p:nvSpPr>
        <p:spPr>
          <a:xfrm rot="10800000" flipH="1">
            <a:off x="-706715" y="4399486"/>
            <a:ext cx="1419951" cy="1275204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6">
    <p:bg>
      <p:bgPr>
        <a:gradFill>
          <a:gsLst>
            <a:gs pos="0">
              <a:schemeClr val="accent2"/>
            </a:gs>
            <a:gs pos="100000">
              <a:schemeClr val="dk2"/>
            </a:gs>
          </a:gsLst>
          <a:lin ang="10801400" scaled="0"/>
        </a:gradFill>
        <a:effectLst/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8" name="Google Shape;348;p29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600" b="1"/>
            </a:lvl1pPr>
            <a:lvl2pPr lvl="1">
              <a:buNone/>
              <a:defRPr sz="1600" b="1"/>
            </a:lvl2pPr>
            <a:lvl3pPr lvl="2">
              <a:buNone/>
              <a:defRPr sz="1600" b="1"/>
            </a:lvl3pPr>
            <a:lvl4pPr lvl="3">
              <a:buNone/>
              <a:defRPr sz="1600" b="1"/>
            </a:lvl4pPr>
            <a:lvl5pPr lvl="4">
              <a:buNone/>
              <a:defRPr sz="1600" b="1"/>
            </a:lvl5pPr>
            <a:lvl6pPr lvl="5">
              <a:buNone/>
              <a:defRPr sz="1600" b="1"/>
            </a:lvl6pPr>
            <a:lvl7pPr lvl="6">
              <a:buNone/>
              <a:defRPr sz="1600" b="1"/>
            </a:lvl7pPr>
            <a:lvl8pPr lvl="7">
              <a:buNone/>
              <a:defRPr sz="1600" b="1"/>
            </a:lvl8pPr>
            <a:lvl9pPr lvl="8">
              <a:buNone/>
              <a:defRPr sz="1600" b="1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49" name="Google Shape;349;p29"/>
          <p:cNvSpPr txBox="1"/>
          <p:nvPr>
            <p:ph type="title"/>
          </p:nvPr>
        </p:nvSpPr>
        <p:spPr>
          <a:xfrm>
            <a:off x="713225" y="539500"/>
            <a:ext cx="77175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0" name="Google Shape;350;p29"/>
          <p:cNvSpPr txBox="1"/>
          <p:nvPr>
            <p:ph type="subTitle" idx="1"/>
          </p:nvPr>
        </p:nvSpPr>
        <p:spPr>
          <a:xfrm>
            <a:off x="935375" y="2312040"/>
            <a:ext cx="21621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29"/>
          <p:cNvSpPr txBox="1"/>
          <p:nvPr>
            <p:ph type="subTitle" idx="2"/>
          </p:nvPr>
        </p:nvSpPr>
        <p:spPr>
          <a:xfrm>
            <a:off x="3488875" y="2312040"/>
            <a:ext cx="21621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29"/>
          <p:cNvSpPr txBox="1"/>
          <p:nvPr>
            <p:ph type="subTitle" idx="3"/>
          </p:nvPr>
        </p:nvSpPr>
        <p:spPr>
          <a:xfrm>
            <a:off x="935375" y="1958399"/>
            <a:ext cx="2162100" cy="337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53" name="Google Shape;353;p29"/>
          <p:cNvSpPr txBox="1"/>
          <p:nvPr>
            <p:ph type="subTitle" idx="4"/>
          </p:nvPr>
        </p:nvSpPr>
        <p:spPr>
          <a:xfrm>
            <a:off x="3488875" y="1958399"/>
            <a:ext cx="2162100" cy="337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54" name="Google Shape;354;p29"/>
          <p:cNvSpPr txBox="1"/>
          <p:nvPr>
            <p:ph type="subTitle" idx="5"/>
          </p:nvPr>
        </p:nvSpPr>
        <p:spPr>
          <a:xfrm>
            <a:off x="935375" y="4068913"/>
            <a:ext cx="21621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29"/>
          <p:cNvSpPr txBox="1"/>
          <p:nvPr>
            <p:ph type="subTitle" idx="6"/>
          </p:nvPr>
        </p:nvSpPr>
        <p:spPr>
          <a:xfrm>
            <a:off x="3488875" y="4068913"/>
            <a:ext cx="21621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29"/>
          <p:cNvSpPr txBox="1"/>
          <p:nvPr>
            <p:ph type="subTitle" idx="7"/>
          </p:nvPr>
        </p:nvSpPr>
        <p:spPr>
          <a:xfrm>
            <a:off x="935375" y="3715274"/>
            <a:ext cx="2162100" cy="337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57" name="Google Shape;357;p29"/>
          <p:cNvSpPr txBox="1"/>
          <p:nvPr>
            <p:ph type="subTitle" idx="8"/>
          </p:nvPr>
        </p:nvSpPr>
        <p:spPr>
          <a:xfrm>
            <a:off x="3488875" y="3715274"/>
            <a:ext cx="2162100" cy="337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58" name="Google Shape;358;p29"/>
          <p:cNvSpPr txBox="1"/>
          <p:nvPr>
            <p:ph type="subTitle" idx="9"/>
          </p:nvPr>
        </p:nvSpPr>
        <p:spPr>
          <a:xfrm>
            <a:off x="6046525" y="2312040"/>
            <a:ext cx="21621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29"/>
          <p:cNvSpPr txBox="1"/>
          <p:nvPr>
            <p:ph type="subTitle" idx="13"/>
          </p:nvPr>
        </p:nvSpPr>
        <p:spPr>
          <a:xfrm>
            <a:off x="6046525" y="1958399"/>
            <a:ext cx="2162100" cy="337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60" name="Google Shape;360;p29"/>
          <p:cNvSpPr txBox="1"/>
          <p:nvPr>
            <p:ph type="subTitle" idx="14"/>
          </p:nvPr>
        </p:nvSpPr>
        <p:spPr>
          <a:xfrm>
            <a:off x="6046525" y="4068913"/>
            <a:ext cx="21621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1" name="Google Shape;361;p29"/>
          <p:cNvSpPr txBox="1"/>
          <p:nvPr>
            <p:ph type="subTitle" idx="15"/>
          </p:nvPr>
        </p:nvSpPr>
        <p:spPr>
          <a:xfrm>
            <a:off x="6046525" y="3715274"/>
            <a:ext cx="2162100" cy="337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62" name="Google Shape;362;p29"/>
          <p:cNvSpPr/>
          <p:nvPr/>
        </p:nvSpPr>
        <p:spPr>
          <a:xfrm flipH="1">
            <a:off x="-255755" y="440350"/>
            <a:ext cx="710329" cy="637351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3" name="Google Shape;363;p29"/>
          <p:cNvSpPr/>
          <p:nvPr/>
        </p:nvSpPr>
        <p:spPr>
          <a:xfrm flipH="1">
            <a:off x="-255738" y="-704705"/>
            <a:ext cx="1191113" cy="106889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00216E"/>
              </a:gs>
              <a:gs pos="100000">
                <a:srgbClr val="E20030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bg>
      <p:bgPr>
        <a:gradFill>
          <a:gsLst>
            <a:gs pos="0">
              <a:schemeClr val="dk2"/>
            </a:gs>
            <a:gs pos="100000">
              <a:schemeClr val="accent2"/>
            </a:gs>
          </a:gsLst>
          <a:lin ang="0" scaled="0"/>
        </a:gradFill>
        <a:effectLst/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0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6" name="Google Shape;366;p30"/>
          <p:cNvSpPr txBox="1"/>
          <p:nvPr>
            <p:ph type="title"/>
          </p:nvPr>
        </p:nvSpPr>
        <p:spPr>
          <a:xfrm>
            <a:off x="713225" y="539500"/>
            <a:ext cx="77175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7" name="Google Shape;367;p30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buNone/>
              <a:defRPr sz="1600" b="1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68" name="Google Shape;368;p30"/>
          <p:cNvSpPr/>
          <p:nvPr/>
        </p:nvSpPr>
        <p:spPr>
          <a:xfrm>
            <a:off x="-250313" y="-616254"/>
            <a:ext cx="908595" cy="815538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9" name="Google Shape;369;p30"/>
          <p:cNvSpPr/>
          <p:nvPr/>
        </p:nvSpPr>
        <p:spPr>
          <a:xfrm flipH="1">
            <a:off x="105460" y="243841"/>
            <a:ext cx="543089" cy="487466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0" name="Google Shape;370;p30"/>
          <p:cNvSpPr/>
          <p:nvPr/>
        </p:nvSpPr>
        <p:spPr>
          <a:xfrm flipH="1">
            <a:off x="-459659" y="4433376"/>
            <a:ext cx="1327285" cy="1191984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4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5400700" scaled="0"/>
        </a:gradFill>
        <a:effectLst/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1"/>
          <p:cNvSpPr/>
          <p:nvPr/>
        </p:nvSpPr>
        <p:spPr>
          <a:xfrm flipH="1">
            <a:off x="0" y="-142100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3" name="Google Shape;373;p31"/>
          <p:cNvSpPr/>
          <p:nvPr/>
        </p:nvSpPr>
        <p:spPr>
          <a:xfrm flipH="1">
            <a:off x="517804" y="-142025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4" name="Google Shape;374;p31"/>
          <p:cNvSpPr/>
          <p:nvPr/>
        </p:nvSpPr>
        <p:spPr>
          <a:xfrm>
            <a:off x="1035600" y="-142050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5" name="Google Shape;375;p31"/>
          <p:cNvSpPr/>
          <p:nvPr/>
        </p:nvSpPr>
        <p:spPr>
          <a:xfrm rot="10800000">
            <a:off x="286571" y="-307655"/>
            <a:ext cx="1714779" cy="1538926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00216E">
                  <a:alpha val="21568"/>
                </a:srgbClr>
              </a:gs>
              <a:gs pos="100000">
                <a:srgbClr val="E20030">
                  <a:alpha val="23137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6" name="Google Shape;376;p31"/>
          <p:cNvSpPr/>
          <p:nvPr/>
        </p:nvSpPr>
        <p:spPr>
          <a:xfrm>
            <a:off x="-370272" y="4062726"/>
            <a:ext cx="1533413" cy="1376362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7" name="Google Shape;377;p31"/>
          <p:cNvSpPr/>
          <p:nvPr/>
        </p:nvSpPr>
        <p:spPr>
          <a:xfrm rot="10800000" flipH="1">
            <a:off x="-115879" y="-438015"/>
            <a:ext cx="1024629" cy="919688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8" name="Google Shape;378;p31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9" name="Google Shape;379;p31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600" b="1"/>
            </a:lvl1pPr>
            <a:lvl2pPr lvl="1">
              <a:buNone/>
              <a:defRPr sz="1600" b="1"/>
            </a:lvl2pPr>
            <a:lvl3pPr lvl="2">
              <a:buNone/>
              <a:defRPr sz="1600" b="1"/>
            </a:lvl3pPr>
            <a:lvl4pPr lvl="3">
              <a:buNone/>
              <a:defRPr sz="1600" b="1"/>
            </a:lvl4pPr>
            <a:lvl5pPr lvl="4">
              <a:buNone/>
              <a:defRPr sz="1600" b="1"/>
            </a:lvl5pPr>
            <a:lvl6pPr lvl="5">
              <a:buNone/>
              <a:defRPr sz="1600" b="1"/>
            </a:lvl6pPr>
            <a:lvl7pPr lvl="6">
              <a:buNone/>
              <a:defRPr sz="1600" b="1"/>
            </a:lvl7pPr>
            <a:lvl8pPr lvl="7">
              <a:buNone/>
              <a:defRPr sz="1600" b="1"/>
            </a:lvl8pPr>
            <a:lvl9pPr lvl="8">
              <a:buNone/>
              <a:defRPr sz="1600" b="1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80" name="Google Shape;380;p31"/>
          <p:cNvSpPr txBox="1"/>
          <p:nvPr>
            <p:ph type="title"/>
          </p:nvPr>
        </p:nvSpPr>
        <p:spPr>
          <a:xfrm>
            <a:off x="2921750" y="539500"/>
            <a:ext cx="55089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5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2698631" scaled="0"/>
        </a:gradFill>
        <a:effectLst/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2"/>
          <p:cNvSpPr/>
          <p:nvPr/>
        </p:nvSpPr>
        <p:spPr>
          <a:xfrm>
            <a:off x="3117197" y="-142050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3" name="Google Shape;383;p32"/>
          <p:cNvSpPr/>
          <p:nvPr/>
        </p:nvSpPr>
        <p:spPr>
          <a:xfrm>
            <a:off x="2579168" y="-142050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4" name="Google Shape;384;p32"/>
          <p:cNvSpPr/>
          <p:nvPr/>
        </p:nvSpPr>
        <p:spPr>
          <a:xfrm flipH="1">
            <a:off x="-1751925" y="-141987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5" name="Google Shape;385;p32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 b="1"/>
            </a:lvl1pPr>
            <a:lvl2pPr lvl="1" rtl="0">
              <a:buNone/>
              <a:defRPr sz="1600" b="1"/>
            </a:lvl2pPr>
            <a:lvl3pPr lvl="2" rtl="0">
              <a:buNone/>
              <a:defRPr sz="1600" b="1"/>
            </a:lvl3pPr>
            <a:lvl4pPr lvl="3" rtl="0">
              <a:buNone/>
              <a:defRPr sz="1600" b="1"/>
            </a:lvl4pPr>
            <a:lvl5pPr lvl="4" rtl="0">
              <a:buNone/>
              <a:defRPr sz="1600" b="1"/>
            </a:lvl5pPr>
            <a:lvl6pPr lvl="5" rtl="0">
              <a:buNone/>
              <a:defRPr sz="1600" b="1"/>
            </a:lvl6pPr>
            <a:lvl7pPr lvl="6" rtl="0">
              <a:buNone/>
              <a:defRPr sz="1600" b="1"/>
            </a:lvl7pPr>
            <a:lvl8pPr lvl="7" rtl="0">
              <a:buNone/>
              <a:defRPr sz="1600" b="1"/>
            </a:lvl8pPr>
            <a:lvl9pPr lvl="8" rtl="0">
              <a:buNone/>
              <a:defRPr sz="1600" b="1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86" name="Google Shape;386;p32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7" name="Google Shape;387;p32"/>
          <p:cNvSpPr/>
          <p:nvPr/>
        </p:nvSpPr>
        <p:spPr>
          <a:xfrm>
            <a:off x="7719153" y="539497"/>
            <a:ext cx="1323290" cy="11877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8" name="Google Shape;388;p32"/>
          <p:cNvSpPr/>
          <p:nvPr/>
        </p:nvSpPr>
        <p:spPr>
          <a:xfrm rot="10800000" flipH="1">
            <a:off x="7063109" y="175320"/>
            <a:ext cx="811732" cy="728369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9" name="Google Shape;389;p32"/>
          <p:cNvSpPr/>
          <p:nvPr/>
        </p:nvSpPr>
        <p:spPr>
          <a:xfrm>
            <a:off x="7585412" y="3505813"/>
            <a:ext cx="671483" cy="60271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00216E">
                  <a:alpha val="21568"/>
                </a:srgbClr>
              </a:gs>
              <a:gs pos="100000">
                <a:srgbClr val="E20030">
                  <a:alpha val="23137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0" name="Google Shape;390;p32"/>
          <p:cNvSpPr txBox="1"/>
          <p:nvPr>
            <p:ph type="sldNum" idx="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600" b="1"/>
            </a:lvl1pPr>
            <a:lvl2pPr lvl="1">
              <a:buNone/>
              <a:defRPr sz="1600" b="1"/>
            </a:lvl2pPr>
            <a:lvl3pPr lvl="2">
              <a:buNone/>
              <a:defRPr sz="1600" b="1"/>
            </a:lvl3pPr>
            <a:lvl4pPr lvl="3">
              <a:buNone/>
              <a:defRPr sz="1600" b="1"/>
            </a:lvl4pPr>
            <a:lvl5pPr lvl="4">
              <a:buNone/>
              <a:defRPr sz="1600" b="1"/>
            </a:lvl5pPr>
            <a:lvl6pPr lvl="5">
              <a:buNone/>
              <a:defRPr sz="1600" b="1"/>
            </a:lvl6pPr>
            <a:lvl7pPr lvl="6">
              <a:buNone/>
              <a:defRPr sz="1600" b="1"/>
            </a:lvl7pPr>
            <a:lvl8pPr lvl="7">
              <a:buNone/>
              <a:defRPr sz="1600" b="1"/>
            </a:lvl8pPr>
            <a:lvl9pPr lvl="8">
              <a:buNone/>
              <a:defRPr sz="1600" b="1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91" name="Google Shape;391;p32"/>
          <p:cNvSpPr txBox="1"/>
          <p:nvPr>
            <p:ph type="title"/>
          </p:nvPr>
        </p:nvSpPr>
        <p:spPr>
          <a:xfrm>
            <a:off x="713225" y="539500"/>
            <a:ext cx="77175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2" name="Google Shape;392;p32"/>
          <p:cNvSpPr/>
          <p:nvPr/>
        </p:nvSpPr>
        <p:spPr>
          <a:xfrm>
            <a:off x="-412372" y="4447997"/>
            <a:ext cx="1323290" cy="11877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3" name="Google Shape;393;p32"/>
          <p:cNvSpPr/>
          <p:nvPr/>
        </p:nvSpPr>
        <p:spPr>
          <a:xfrm rot="10800000" flipH="1">
            <a:off x="864009" y="4907370"/>
            <a:ext cx="811732" cy="728369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7">
    <p:bg>
      <p:bgPr>
        <a:gradFill>
          <a:gsLst>
            <a:gs pos="0">
              <a:srgbClr val="00216E"/>
            </a:gs>
            <a:gs pos="100000">
              <a:srgbClr val="E20030"/>
            </a:gs>
          </a:gsLst>
          <a:lin ang="5400700" scaled="0"/>
        </a:gradFill>
        <a:effectLst/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3"/>
          <p:cNvSpPr/>
          <p:nvPr/>
        </p:nvSpPr>
        <p:spPr>
          <a:xfrm flipH="1">
            <a:off x="0" y="-142050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6" name="Google Shape;396;p33"/>
          <p:cNvSpPr/>
          <p:nvPr/>
        </p:nvSpPr>
        <p:spPr>
          <a:xfrm flipH="1">
            <a:off x="517804" y="-142050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7" name="Google Shape;397;p33"/>
          <p:cNvSpPr/>
          <p:nvPr/>
        </p:nvSpPr>
        <p:spPr>
          <a:xfrm>
            <a:off x="1035600" y="-142050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8" name="Google Shape;398;p33"/>
          <p:cNvSpPr/>
          <p:nvPr/>
        </p:nvSpPr>
        <p:spPr>
          <a:xfrm>
            <a:off x="161078" y="3491722"/>
            <a:ext cx="1323290" cy="11877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9" name="Google Shape;399;p33"/>
          <p:cNvSpPr/>
          <p:nvPr/>
        </p:nvSpPr>
        <p:spPr>
          <a:xfrm rot="10800000" flipH="1">
            <a:off x="-488605" y="-508814"/>
            <a:ext cx="1551574" cy="1392437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0" name="Google Shape;400;p33"/>
          <p:cNvSpPr/>
          <p:nvPr/>
        </p:nvSpPr>
        <p:spPr>
          <a:xfrm>
            <a:off x="1484387" y="2889013"/>
            <a:ext cx="671483" cy="60271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1" name="Google Shape;401;p33"/>
          <p:cNvSpPr txBox="1"/>
          <p:nvPr>
            <p:ph type="title"/>
          </p:nvPr>
        </p:nvSpPr>
        <p:spPr>
          <a:xfrm>
            <a:off x="2075350" y="539500"/>
            <a:ext cx="63555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 b="1"/>
            </a:lvl1pPr>
            <a:lvl2pPr lvl="1" rtl="0">
              <a:buNone/>
              <a:defRPr sz="1600" b="1"/>
            </a:lvl2pPr>
            <a:lvl3pPr lvl="2" rtl="0">
              <a:buNone/>
              <a:defRPr sz="1600" b="1"/>
            </a:lvl3pPr>
            <a:lvl4pPr lvl="3" rtl="0">
              <a:buNone/>
              <a:defRPr sz="1600" b="1"/>
            </a:lvl4pPr>
            <a:lvl5pPr lvl="4" rtl="0">
              <a:buNone/>
              <a:defRPr sz="1600" b="1"/>
            </a:lvl5pPr>
            <a:lvl6pPr lvl="5" rtl="0">
              <a:buNone/>
              <a:defRPr sz="1600" b="1"/>
            </a:lvl6pPr>
            <a:lvl7pPr lvl="6" rtl="0">
              <a:buNone/>
              <a:defRPr sz="1600" b="1"/>
            </a:lvl7pPr>
            <a:lvl8pPr lvl="7" rtl="0">
              <a:buNone/>
              <a:defRPr sz="1600" b="1"/>
            </a:lvl8pPr>
            <a:lvl9pPr lvl="8" rtl="0">
              <a:buNone/>
              <a:defRPr sz="1600" b="1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03" name="Google Shape;403;p33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4" name="Google Shape;404;p33"/>
          <p:cNvSpPr txBox="1"/>
          <p:nvPr>
            <p:ph type="sldNum" idx="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 b="1"/>
            </a:lvl1pPr>
            <a:lvl2pPr lvl="1" rtl="0">
              <a:buNone/>
              <a:defRPr sz="1600" b="1"/>
            </a:lvl2pPr>
            <a:lvl3pPr lvl="2" rtl="0">
              <a:buNone/>
              <a:defRPr sz="1600" b="1"/>
            </a:lvl3pPr>
            <a:lvl4pPr lvl="3" rtl="0">
              <a:buNone/>
              <a:defRPr sz="1600" b="1"/>
            </a:lvl4pPr>
            <a:lvl5pPr lvl="4" rtl="0">
              <a:buNone/>
              <a:defRPr sz="1600" b="1"/>
            </a:lvl5pPr>
            <a:lvl6pPr lvl="5" rtl="0">
              <a:buNone/>
              <a:defRPr sz="1600" b="1"/>
            </a:lvl6pPr>
            <a:lvl7pPr lvl="6" rtl="0">
              <a:buNone/>
              <a:defRPr sz="1600" b="1"/>
            </a:lvl7pPr>
            <a:lvl8pPr lvl="7" rtl="0">
              <a:buNone/>
              <a:defRPr sz="1600" b="1"/>
            </a:lvl8pPr>
            <a:lvl9pPr lvl="8" rtl="0">
              <a:buNone/>
              <a:defRPr sz="1600" b="1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1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2698631" scaled="0"/>
        </a:gradFill>
        <a:effectLst/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4"/>
          <p:cNvSpPr/>
          <p:nvPr/>
        </p:nvSpPr>
        <p:spPr>
          <a:xfrm flipH="1">
            <a:off x="1645745" y="-142018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7" name="Google Shape;407;p34"/>
          <p:cNvSpPr/>
          <p:nvPr/>
        </p:nvSpPr>
        <p:spPr>
          <a:xfrm flipH="1">
            <a:off x="2163549" y="-142018"/>
            <a:ext cx="6046877" cy="54275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solidFill>
            <a:srgbClr val="E20030">
              <a:alpha val="4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8" name="Google Shape;408;p34"/>
          <p:cNvSpPr/>
          <p:nvPr/>
        </p:nvSpPr>
        <p:spPr>
          <a:xfrm>
            <a:off x="2681350" y="-142037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9" name="Google Shape;409;p34"/>
          <p:cNvSpPr txBox="1"/>
          <p:nvPr>
            <p:ph type="title"/>
          </p:nvPr>
        </p:nvSpPr>
        <p:spPr>
          <a:xfrm>
            <a:off x="3142075" y="539500"/>
            <a:ext cx="52887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0" name="Google Shape;410;p34"/>
          <p:cNvSpPr txBox="1"/>
          <p:nvPr/>
        </p:nvSpPr>
        <p:spPr>
          <a:xfrm>
            <a:off x="4388575" y="3600075"/>
            <a:ext cx="3889800" cy="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1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CREDITS:</a:t>
            </a:r>
            <a:r>
              <a:rPr lang="en-GB" sz="115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This presentation template was created by </a:t>
            </a:r>
            <a:r>
              <a:rPr lang="en-GB" sz="1150" b="1">
                <a:solidFill>
                  <a:schemeClr val="lt2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2"/>
              </a:rPr>
              <a:t>Slidesgo</a:t>
            </a:r>
            <a:r>
              <a:rPr lang="en-GB" sz="1150" b="1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GB" sz="115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 including icons by </a:t>
            </a:r>
            <a:r>
              <a:rPr lang="en-GB" sz="1150" b="1">
                <a:solidFill>
                  <a:schemeClr val="lt2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/>
              </a:rPr>
              <a:t>Flaticon</a:t>
            </a:r>
            <a:r>
              <a:rPr lang="en-GB" sz="115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, and infographics &amp; images by </a:t>
            </a:r>
            <a:r>
              <a:rPr lang="en-GB" sz="1150" b="1">
                <a:solidFill>
                  <a:schemeClr val="lt2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4"/>
              </a:rPr>
              <a:t>Freepik</a:t>
            </a:r>
            <a:endParaRPr sz="1150" b="1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1" name="Google Shape;411;p34"/>
          <p:cNvSpPr txBox="1"/>
          <p:nvPr>
            <p:ph type="subTitle" idx="1"/>
          </p:nvPr>
        </p:nvSpPr>
        <p:spPr>
          <a:xfrm>
            <a:off x="3142075" y="1675400"/>
            <a:ext cx="5288700" cy="115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2" name="Google Shape;412;p34"/>
          <p:cNvSpPr/>
          <p:nvPr/>
        </p:nvSpPr>
        <p:spPr>
          <a:xfrm>
            <a:off x="161078" y="3491722"/>
            <a:ext cx="1323290" cy="11877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3" name="Google Shape;413;p34"/>
          <p:cNvSpPr/>
          <p:nvPr/>
        </p:nvSpPr>
        <p:spPr>
          <a:xfrm rot="10800000" flipH="1">
            <a:off x="441645" y="352461"/>
            <a:ext cx="1551574" cy="1392437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4" name="Google Shape;414;p34"/>
          <p:cNvSpPr/>
          <p:nvPr/>
        </p:nvSpPr>
        <p:spPr>
          <a:xfrm>
            <a:off x="1321737" y="3195813"/>
            <a:ext cx="671483" cy="60271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00216E">
                  <a:alpha val="21568"/>
                </a:srgbClr>
              </a:gs>
              <a:gs pos="100000">
                <a:srgbClr val="E20030">
                  <a:alpha val="23137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5" name="Google Shape;415;p34"/>
          <p:cNvSpPr/>
          <p:nvPr/>
        </p:nvSpPr>
        <p:spPr>
          <a:xfrm>
            <a:off x="8180464" y="4315000"/>
            <a:ext cx="1323300" cy="1323300"/>
          </a:xfrm>
          <a:prstGeom prst="donut">
            <a:avLst>
              <a:gd name="adj" fmla="val 815"/>
            </a:avLst>
          </a:pr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5400700" scaled="0"/>
        </a:gradFill>
        <a:effectLst/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35"/>
          <p:cNvGrpSpPr/>
          <p:nvPr/>
        </p:nvGrpSpPr>
        <p:grpSpPr>
          <a:xfrm flipH="1">
            <a:off x="2608118" y="-142050"/>
            <a:ext cx="6504081" cy="5427560"/>
            <a:chOff x="609600" y="-142050"/>
            <a:chExt cx="6504081" cy="5427560"/>
          </a:xfrm>
        </p:grpSpPr>
        <p:sp>
          <p:nvSpPr>
            <p:cNvPr id="418" name="Google Shape;418;p35"/>
            <p:cNvSpPr/>
            <p:nvPr/>
          </p:nvSpPr>
          <p:spPr>
            <a:xfrm flipH="1">
              <a:off x="609600" y="-142050"/>
              <a:ext cx="6046877" cy="5427560"/>
            </a:xfrm>
            <a:custGeom>
              <a:avLst/>
              <a:gdLst/>
              <a:ahLst/>
              <a:cxnLst/>
              <a:rect l="l" t="t" r="r" b="b"/>
              <a:pathLst>
                <a:path w="100899" h="90565" extrusionOk="0">
                  <a:moveTo>
                    <a:pt x="33510" y="0"/>
                  </a:moveTo>
                  <a:cubicBezTo>
                    <a:pt x="27859" y="0"/>
                    <a:pt x="22589" y="3041"/>
                    <a:pt x="19760" y="7940"/>
                  </a:cubicBezTo>
                  <a:lnTo>
                    <a:pt x="2824" y="37270"/>
                  </a:lnTo>
                  <a:cubicBezTo>
                    <a:pt x="1" y="42169"/>
                    <a:pt x="1" y="48257"/>
                    <a:pt x="2829" y="53155"/>
                  </a:cubicBezTo>
                  <a:cubicBezTo>
                    <a:pt x="7134" y="60354"/>
                    <a:pt x="10378" y="66189"/>
                    <a:pt x="12989" y="70880"/>
                  </a:cubicBezTo>
                  <a:cubicBezTo>
                    <a:pt x="22767" y="88470"/>
                    <a:pt x="23935" y="90565"/>
                    <a:pt x="39673" y="90565"/>
                  </a:cubicBezTo>
                  <a:cubicBezTo>
                    <a:pt x="41813" y="90565"/>
                    <a:pt x="44215" y="90530"/>
                    <a:pt x="46944" y="90485"/>
                  </a:cubicBezTo>
                  <a:cubicBezTo>
                    <a:pt x="50467" y="90426"/>
                    <a:pt x="54554" y="90360"/>
                    <a:pt x="59316" y="90360"/>
                  </a:cubicBezTo>
                  <a:cubicBezTo>
                    <a:pt x="61812" y="90360"/>
                    <a:pt x="64494" y="90378"/>
                    <a:pt x="67378" y="90425"/>
                  </a:cubicBezTo>
                  <a:cubicBezTo>
                    <a:pt x="73039" y="90425"/>
                    <a:pt x="78304" y="87380"/>
                    <a:pt x="81134" y="82480"/>
                  </a:cubicBezTo>
                  <a:lnTo>
                    <a:pt x="98069" y="53155"/>
                  </a:lnTo>
                  <a:cubicBezTo>
                    <a:pt x="100898" y="48257"/>
                    <a:pt x="100898" y="42169"/>
                    <a:pt x="98069" y="37270"/>
                  </a:cubicBezTo>
                  <a:lnTo>
                    <a:pt x="81134" y="7940"/>
                  </a:lnTo>
                  <a:cubicBezTo>
                    <a:pt x="78304" y="3041"/>
                    <a:pt x="73034" y="0"/>
                    <a:pt x="67378" y="0"/>
                  </a:cubicBezTo>
                  <a:close/>
                </a:path>
              </a:pathLst>
            </a:custGeom>
            <a:solidFill>
              <a:srgbClr val="E20030">
                <a:alpha val="4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9" name="Google Shape;419;p35"/>
            <p:cNvSpPr/>
            <p:nvPr/>
          </p:nvSpPr>
          <p:spPr>
            <a:xfrm flipH="1">
              <a:off x="1066804" y="-142050"/>
              <a:ext cx="6046877" cy="5427560"/>
            </a:xfrm>
            <a:custGeom>
              <a:avLst/>
              <a:gdLst/>
              <a:ahLst/>
              <a:cxnLst/>
              <a:rect l="l" t="t" r="r" b="b"/>
              <a:pathLst>
                <a:path w="100899" h="90565" extrusionOk="0">
                  <a:moveTo>
                    <a:pt x="33510" y="0"/>
                  </a:moveTo>
                  <a:cubicBezTo>
                    <a:pt x="27859" y="0"/>
                    <a:pt x="22589" y="3041"/>
                    <a:pt x="19760" y="7940"/>
                  </a:cubicBezTo>
                  <a:lnTo>
                    <a:pt x="2824" y="37270"/>
                  </a:lnTo>
                  <a:cubicBezTo>
                    <a:pt x="1" y="42169"/>
                    <a:pt x="1" y="48257"/>
                    <a:pt x="2829" y="53155"/>
                  </a:cubicBezTo>
                  <a:cubicBezTo>
                    <a:pt x="7134" y="60354"/>
                    <a:pt x="10378" y="66189"/>
                    <a:pt x="12989" y="70880"/>
                  </a:cubicBezTo>
                  <a:cubicBezTo>
                    <a:pt x="22767" y="88470"/>
                    <a:pt x="23935" y="90565"/>
                    <a:pt x="39673" y="90565"/>
                  </a:cubicBezTo>
                  <a:cubicBezTo>
                    <a:pt x="41813" y="90565"/>
                    <a:pt x="44215" y="90530"/>
                    <a:pt x="46944" y="90485"/>
                  </a:cubicBezTo>
                  <a:cubicBezTo>
                    <a:pt x="50467" y="90426"/>
                    <a:pt x="54554" y="90360"/>
                    <a:pt x="59316" y="90360"/>
                  </a:cubicBezTo>
                  <a:cubicBezTo>
                    <a:pt x="61812" y="90360"/>
                    <a:pt x="64494" y="90378"/>
                    <a:pt x="67378" y="90425"/>
                  </a:cubicBezTo>
                  <a:cubicBezTo>
                    <a:pt x="73039" y="90425"/>
                    <a:pt x="78304" y="87380"/>
                    <a:pt x="81134" y="82480"/>
                  </a:cubicBezTo>
                  <a:lnTo>
                    <a:pt x="98069" y="53155"/>
                  </a:lnTo>
                  <a:cubicBezTo>
                    <a:pt x="100898" y="48257"/>
                    <a:pt x="100898" y="42169"/>
                    <a:pt x="98069" y="37270"/>
                  </a:cubicBezTo>
                  <a:lnTo>
                    <a:pt x="81134" y="7940"/>
                  </a:lnTo>
                  <a:cubicBezTo>
                    <a:pt x="78304" y="3041"/>
                    <a:pt x="73034" y="0"/>
                    <a:pt x="67378" y="0"/>
                  </a:cubicBezTo>
                  <a:close/>
                </a:path>
              </a:pathLst>
            </a:custGeom>
            <a:solidFill>
              <a:srgbClr val="E20030">
                <a:alpha val="4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20" name="Google Shape;420;p35"/>
          <p:cNvSpPr/>
          <p:nvPr/>
        </p:nvSpPr>
        <p:spPr>
          <a:xfrm flipH="1">
            <a:off x="-1731700" y="-141987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1" name="Google Shape;421;p35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sz="1600"/>
          </a:p>
        </p:txBody>
      </p:sp>
      <p:sp>
        <p:nvSpPr>
          <p:cNvPr id="422" name="Google Shape;422;p35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3" name="Google Shape;423;p35"/>
          <p:cNvSpPr/>
          <p:nvPr/>
        </p:nvSpPr>
        <p:spPr>
          <a:xfrm>
            <a:off x="7646278" y="423797"/>
            <a:ext cx="1323290" cy="118776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00216E">
                  <a:alpha val="34509"/>
                </a:srgbClr>
              </a:gs>
              <a:gs pos="48000">
                <a:srgbClr val="00216E">
                  <a:alpha val="34509"/>
                </a:srgbClr>
              </a:gs>
              <a:gs pos="100000">
                <a:srgbClr val="00216E">
                  <a:alpha val="34509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4" name="Google Shape;424;p35"/>
          <p:cNvSpPr/>
          <p:nvPr/>
        </p:nvSpPr>
        <p:spPr>
          <a:xfrm rot="10800000" flipH="1">
            <a:off x="6907409" y="166807"/>
            <a:ext cx="811732" cy="728369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5" name="Google Shape;425;p35"/>
          <p:cNvSpPr/>
          <p:nvPr/>
        </p:nvSpPr>
        <p:spPr>
          <a:xfrm>
            <a:off x="-439011" y="4429300"/>
            <a:ext cx="1323300" cy="1323300"/>
          </a:xfrm>
          <a:prstGeom prst="donut">
            <a:avLst>
              <a:gd name="adj" fmla="val 815"/>
            </a:avLst>
          </a:pr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6" name="Google Shape;426;p35"/>
          <p:cNvSpPr/>
          <p:nvPr/>
        </p:nvSpPr>
        <p:spPr>
          <a:xfrm>
            <a:off x="7528787" y="1722838"/>
            <a:ext cx="671483" cy="602710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00216E">
                  <a:alpha val="34509"/>
                </a:srgbClr>
              </a:gs>
              <a:gs pos="48000">
                <a:srgbClr val="00216E">
                  <a:alpha val="34509"/>
                </a:srgbClr>
              </a:gs>
              <a:gs pos="100000">
                <a:srgbClr val="00216E">
                  <a:alpha val="34509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3">
    <p:bg>
      <p:bgPr>
        <a:gradFill>
          <a:gsLst>
            <a:gs pos="0">
              <a:srgbClr val="E20030"/>
            </a:gs>
            <a:gs pos="100000">
              <a:srgbClr val="00216E"/>
            </a:gs>
          </a:gsLst>
          <a:lin ang="13500032" scaled="0"/>
        </a:gradFill>
        <a:effectLst/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6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sz="1600"/>
          </a:p>
        </p:txBody>
      </p:sp>
      <p:grpSp>
        <p:nvGrpSpPr>
          <p:cNvPr id="429" name="Google Shape;429;p36"/>
          <p:cNvGrpSpPr/>
          <p:nvPr/>
        </p:nvGrpSpPr>
        <p:grpSpPr>
          <a:xfrm>
            <a:off x="1600195" y="-142018"/>
            <a:ext cx="6580281" cy="5427560"/>
            <a:chOff x="457200" y="-142050"/>
            <a:chExt cx="6580281" cy="5427560"/>
          </a:xfrm>
        </p:grpSpPr>
        <p:sp>
          <p:nvSpPr>
            <p:cNvPr id="430" name="Google Shape;430;p36"/>
            <p:cNvSpPr/>
            <p:nvPr/>
          </p:nvSpPr>
          <p:spPr>
            <a:xfrm flipH="1">
              <a:off x="457200" y="-142050"/>
              <a:ext cx="6046877" cy="5427560"/>
            </a:xfrm>
            <a:custGeom>
              <a:avLst/>
              <a:gdLst/>
              <a:ahLst/>
              <a:cxnLst/>
              <a:rect l="l" t="t" r="r" b="b"/>
              <a:pathLst>
                <a:path w="100899" h="90565" extrusionOk="0">
                  <a:moveTo>
                    <a:pt x="33510" y="0"/>
                  </a:moveTo>
                  <a:cubicBezTo>
                    <a:pt x="27859" y="0"/>
                    <a:pt x="22589" y="3041"/>
                    <a:pt x="19760" y="7940"/>
                  </a:cubicBezTo>
                  <a:lnTo>
                    <a:pt x="2824" y="37270"/>
                  </a:lnTo>
                  <a:cubicBezTo>
                    <a:pt x="1" y="42169"/>
                    <a:pt x="1" y="48257"/>
                    <a:pt x="2829" y="53155"/>
                  </a:cubicBezTo>
                  <a:cubicBezTo>
                    <a:pt x="7134" y="60354"/>
                    <a:pt x="10378" y="66189"/>
                    <a:pt x="12989" y="70880"/>
                  </a:cubicBezTo>
                  <a:cubicBezTo>
                    <a:pt x="22767" y="88470"/>
                    <a:pt x="23935" y="90565"/>
                    <a:pt x="39673" y="90565"/>
                  </a:cubicBezTo>
                  <a:cubicBezTo>
                    <a:pt x="41813" y="90565"/>
                    <a:pt x="44215" y="90530"/>
                    <a:pt x="46944" y="90485"/>
                  </a:cubicBezTo>
                  <a:cubicBezTo>
                    <a:pt x="50467" y="90426"/>
                    <a:pt x="54554" y="90360"/>
                    <a:pt x="59316" y="90360"/>
                  </a:cubicBezTo>
                  <a:cubicBezTo>
                    <a:pt x="61812" y="90360"/>
                    <a:pt x="64494" y="90378"/>
                    <a:pt x="67378" y="90425"/>
                  </a:cubicBezTo>
                  <a:cubicBezTo>
                    <a:pt x="73039" y="90425"/>
                    <a:pt x="78304" y="87380"/>
                    <a:pt x="81134" y="82480"/>
                  </a:cubicBezTo>
                  <a:lnTo>
                    <a:pt x="98069" y="53155"/>
                  </a:lnTo>
                  <a:cubicBezTo>
                    <a:pt x="100898" y="48257"/>
                    <a:pt x="100898" y="42169"/>
                    <a:pt x="98069" y="37270"/>
                  </a:cubicBezTo>
                  <a:lnTo>
                    <a:pt x="81134" y="7940"/>
                  </a:lnTo>
                  <a:cubicBezTo>
                    <a:pt x="78304" y="3041"/>
                    <a:pt x="73034" y="0"/>
                    <a:pt x="67378" y="0"/>
                  </a:cubicBezTo>
                  <a:close/>
                </a:path>
              </a:pathLst>
            </a:custGeom>
            <a:solidFill>
              <a:srgbClr val="E20030">
                <a:alpha val="4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1" name="Google Shape;431;p36"/>
            <p:cNvSpPr/>
            <p:nvPr/>
          </p:nvSpPr>
          <p:spPr>
            <a:xfrm flipH="1">
              <a:off x="990604" y="-142050"/>
              <a:ext cx="6046877" cy="5427560"/>
            </a:xfrm>
            <a:custGeom>
              <a:avLst/>
              <a:gdLst/>
              <a:ahLst/>
              <a:cxnLst/>
              <a:rect l="l" t="t" r="r" b="b"/>
              <a:pathLst>
                <a:path w="100899" h="90565" extrusionOk="0">
                  <a:moveTo>
                    <a:pt x="33510" y="0"/>
                  </a:moveTo>
                  <a:cubicBezTo>
                    <a:pt x="27859" y="0"/>
                    <a:pt x="22589" y="3041"/>
                    <a:pt x="19760" y="7940"/>
                  </a:cubicBezTo>
                  <a:lnTo>
                    <a:pt x="2824" y="37270"/>
                  </a:lnTo>
                  <a:cubicBezTo>
                    <a:pt x="1" y="42169"/>
                    <a:pt x="1" y="48257"/>
                    <a:pt x="2829" y="53155"/>
                  </a:cubicBezTo>
                  <a:cubicBezTo>
                    <a:pt x="7134" y="60354"/>
                    <a:pt x="10378" y="66189"/>
                    <a:pt x="12989" y="70880"/>
                  </a:cubicBezTo>
                  <a:cubicBezTo>
                    <a:pt x="22767" y="88470"/>
                    <a:pt x="23935" y="90565"/>
                    <a:pt x="39673" y="90565"/>
                  </a:cubicBezTo>
                  <a:cubicBezTo>
                    <a:pt x="41813" y="90565"/>
                    <a:pt x="44215" y="90530"/>
                    <a:pt x="46944" y="90485"/>
                  </a:cubicBezTo>
                  <a:cubicBezTo>
                    <a:pt x="50467" y="90426"/>
                    <a:pt x="54554" y="90360"/>
                    <a:pt x="59316" y="90360"/>
                  </a:cubicBezTo>
                  <a:cubicBezTo>
                    <a:pt x="61812" y="90360"/>
                    <a:pt x="64494" y="90378"/>
                    <a:pt x="67378" y="90425"/>
                  </a:cubicBezTo>
                  <a:cubicBezTo>
                    <a:pt x="73039" y="90425"/>
                    <a:pt x="78304" y="87380"/>
                    <a:pt x="81134" y="82480"/>
                  </a:cubicBezTo>
                  <a:lnTo>
                    <a:pt x="98069" y="53155"/>
                  </a:lnTo>
                  <a:cubicBezTo>
                    <a:pt x="100898" y="48257"/>
                    <a:pt x="100898" y="42169"/>
                    <a:pt x="98069" y="37270"/>
                  </a:cubicBezTo>
                  <a:lnTo>
                    <a:pt x="81134" y="7940"/>
                  </a:lnTo>
                  <a:cubicBezTo>
                    <a:pt x="78304" y="3041"/>
                    <a:pt x="73034" y="0"/>
                    <a:pt x="67378" y="0"/>
                  </a:cubicBezTo>
                  <a:close/>
                </a:path>
              </a:pathLst>
            </a:custGeom>
            <a:solidFill>
              <a:srgbClr val="E20030">
                <a:alpha val="407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32" name="Google Shape;432;p36"/>
          <p:cNvSpPr/>
          <p:nvPr/>
        </p:nvSpPr>
        <p:spPr>
          <a:xfrm>
            <a:off x="2681350" y="-142037"/>
            <a:ext cx="9860179" cy="5427467"/>
          </a:xfrm>
          <a:custGeom>
            <a:avLst/>
            <a:gdLst/>
            <a:ahLst/>
            <a:cxnLst/>
            <a:rect l="l" t="t" r="r" b="b"/>
            <a:pathLst>
              <a:path w="164542" h="90571" extrusionOk="0">
                <a:moveTo>
                  <a:pt x="33516" y="0"/>
                </a:moveTo>
                <a:cubicBezTo>
                  <a:pt x="27865" y="0"/>
                  <a:pt x="22595" y="3043"/>
                  <a:pt x="19765" y="7942"/>
                </a:cubicBezTo>
                <a:lnTo>
                  <a:pt x="2830" y="37270"/>
                </a:lnTo>
                <a:cubicBezTo>
                  <a:pt x="1" y="42170"/>
                  <a:pt x="1" y="48258"/>
                  <a:pt x="2835" y="53162"/>
                </a:cubicBezTo>
                <a:cubicBezTo>
                  <a:pt x="7140" y="60354"/>
                  <a:pt x="10384" y="66189"/>
                  <a:pt x="12995" y="70880"/>
                </a:cubicBezTo>
                <a:cubicBezTo>
                  <a:pt x="22773" y="88470"/>
                  <a:pt x="23941" y="90571"/>
                  <a:pt x="39678" y="90571"/>
                </a:cubicBezTo>
                <a:cubicBezTo>
                  <a:pt x="41818" y="90571"/>
                  <a:pt x="107858" y="90530"/>
                  <a:pt x="110587" y="90486"/>
                </a:cubicBezTo>
                <a:cubicBezTo>
                  <a:pt x="114137" y="90430"/>
                  <a:pt x="118258" y="90364"/>
                  <a:pt x="123067" y="90364"/>
                </a:cubicBezTo>
                <a:cubicBezTo>
                  <a:pt x="125532" y="90364"/>
                  <a:pt x="128179" y="90381"/>
                  <a:pt x="131021" y="90427"/>
                </a:cubicBezTo>
                <a:cubicBezTo>
                  <a:pt x="136682" y="90427"/>
                  <a:pt x="141947" y="87380"/>
                  <a:pt x="144777" y="82487"/>
                </a:cubicBezTo>
                <a:lnTo>
                  <a:pt x="161712" y="53157"/>
                </a:lnTo>
                <a:cubicBezTo>
                  <a:pt x="164541" y="48258"/>
                  <a:pt x="164541" y="42170"/>
                  <a:pt x="161712" y="37270"/>
                </a:cubicBezTo>
                <a:lnTo>
                  <a:pt x="144777" y="7942"/>
                </a:lnTo>
                <a:cubicBezTo>
                  <a:pt x="141947" y="3043"/>
                  <a:pt x="136677" y="0"/>
                  <a:pt x="131021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3" name="Google Shape;433;p36"/>
          <p:cNvSpPr/>
          <p:nvPr/>
        </p:nvSpPr>
        <p:spPr>
          <a:xfrm>
            <a:off x="7874850" y="4607076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4" name="Google Shape;434;p36"/>
          <p:cNvSpPr/>
          <p:nvPr/>
        </p:nvSpPr>
        <p:spPr>
          <a:xfrm flipH="1">
            <a:off x="902146" y="-697977"/>
            <a:ext cx="1714779" cy="1538926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0784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5" name="Google Shape;435;p36"/>
          <p:cNvSpPr/>
          <p:nvPr/>
        </p:nvSpPr>
        <p:spPr>
          <a:xfrm>
            <a:off x="65235" y="3625714"/>
            <a:ext cx="2190265" cy="1965713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>
                  <a:alpha val="43137"/>
                </a:srgbClr>
              </a:gs>
              <a:gs pos="100000">
                <a:srgbClr val="00216E">
                  <a:alpha val="39607"/>
                </a:srgbClr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6" name="Google Shape;436;p36"/>
          <p:cNvSpPr/>
          <p:nvPr/>
        </p:nvSpPr>
        <p:spPr>
          <a:xfrm>
            <a:off x="404446" y="337371"/>
            <a:ext cx="1024629" cy="919688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00216E">
                  <a:alpha val="21568"/>
                </a:srgbClr>
              </a:gs>
              <a:gs pos="100000">
                <a:srgbClr val="E20030">
                  <a:alpha val="23137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7" name="Google Shape;437;p36"/>
          <p:cNvSpPr/>
          <p:nvPr/>
        </p:nvSpPr>
        <p:spPr>
          <a:xfrm flipH="1">
            <a:off x="4016096" y="3579376"/>
            <a:ext cx="1419951" cy="1275204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6" Type="http://schemas.openxmlformats.org/officeDocument/2006/relationships/theme" Target="../theme/theme1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Space Mono"/>
              <a:buNone/>
              <a:defRPr sz="3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13225" y="1142650"/>
            <a:ext cx="7717500" cy="3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●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○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■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●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○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■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●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○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■"/>
              <a:defRPr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2000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 rtl="0">
              <a:buNone/>
              <a:defRPr sz="2000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 rtl="0">
              <a:buNone/>
              <a:defRPr sz="2000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 rtl="0">
              <a:buNone/>
              <a:defRPr sz="2000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 rtl="0">
              <a:buNone/>
              <a:defRPr sz="2000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 rtl="0">
              <a:buNone/>
              <a:defRPr sz="2000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 rtl="0">
              <a:buNone/>
              <a:defRPr sz="2000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 rtl="0">
              <a:buNone/>
              <a:defRPr sz="2000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 rtl="0">
              <a:buNone/>
              <a:defRPr sz="2000">
                <a:solidFill>
                  <a:schemeClr val="dk2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sz="16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0"/>
          <p:cNvSpPr/>
          <p:nvPr/>
        </p:nvSpPr>
        <p:spPr>
          <a:xfrm flipH="1">
            <a:off x="4409987" y="3821522"/>
            <a:ext cx="1016536" cy="912912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9" name="Google Shape;449;p40"/>
          <p:cNvSpPr txBox="1"/>
          <p:nvPr>
            <p:ph type="ctrTitle"/>
          </p:nvPr>
        </p:nvSpPr>
        <p:spPr>
          <a:xfrm>
            <a:off x="683260" y="1923415"/>
            <a:ext cx="5235575" cy="8826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4800">
                <a:sym typeface="+mn-ea"/>
              </a:rPr>
              <a:t>Les moteurs de recherche</a:t>
            </a:r>
            <a:endParaRPr lang="en-US" altLang="en-GB" sz="4800"/>
          </a:p>
        </p:txBody>
      </p:sp>
      <p:sp>
        <p:nvSpPr>
          <p:cNvPr id="450" name="Google Shape;450;p40"/>
          <p:cNvSpPr txBox="1"/>
          <p:nvPr>
            <p:ph type="subTitle" idx="1"/>
          </p:nvPr>
        </p:nvSpPr>
        <p:spPr>
          <a:xfrm>
            <a:off x="251460" y="4444365"/>
            <a:ext cx="3016885" cy="3543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200"/>
              <a:t>SELOUGHA Mohamed Achraf</a:t>
            </a:r>
            <a:endParaRPr lang="en-US" altLang="en-GB" sz="1200"/>
          </a:p>
        </p:txBody>
      </p:sp>
      <p:sp>
        <p:nvSpPr>
          <p:cNvPr id="2" name="Google Shape;450;p40"/>
          <p:cNvSpPr txBox="1"/>
          <p:nvPr/>
        </p:nvSpPr>
        <p:spPr>
          <a:xfrm>
            <a:off x="683895" y="3145790"/>
            <a:ext cx="5234940" cy="35433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Poppins"/>
              <a:buNone/>
              <a:defRPr sz="16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ym typeface="+mn-ea"/>
              </a:rPr>
              <a:t>Une exploration des mécanismes derrière les recherches en ligne</a:t>
            </a:r>
            <a:endParaRPr lang="en-US" altLang="en-GB"/>
          </a:p>
        </p:txBody>
      </p:sp>
      <p:sp>
        <p:nvSpPr>
          <p:cNvPr id="3" name="Google Shape;450;p40"/>
          <p:cNvSpPr txBox="1"/>
          <p:nvPr/>
        </p:nvSpPr>
        <p:spPr>
          <a:xfrm>
            <a:off x="251460" y="4732020"/>
            <a:ext cx="3016885" cy="35433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Poppins"/>
              <a:buNone/>
              <a:defRPr sz="16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-US" altLang="en-GB" sz="1200" dirty="0">
                <a:sym typeface="+mn-ea"/>
              </a:rPr>
              <a:t>BENAMRANE Mohamed </a:t>
            </a:r>
            <a:r>
              <a:rPr lang="en-US" altLang="en-GB" sz="1200" dirty="0" err="1">
                <a:sym typeface="+mn-ea"/>
              </a:rPr>
              <a:t>Achraf</a:t>
            </a:r>
            <a:endParaRPr lang="en-US" altLang="en-GB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6"/>
          <p:cNvSpPr txBox="1"/>
          <p:nvPr>
            <p:ph type="title"/>
          </p:nvPr>
        </p:nvSpPr>
        <p:spPr>
          <a:xfrm>
            <a:off x="713225" y="2090560"/>
            <a:ext cx="4130100" cy="94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Contexte et définition</a:t>
            </a:r>
            <a:endParaRPr lang="en-GB"/>
          </a:p>
        </p:txBody>
      </p:sp>
      <p:sp>
        <p:nvSpPr>
          <p:cNvPr id="513" name="Google Shape;513;p46"/>
          <p:cNvSpPr txBox="1"/>
          <p:nvPr>
            <p:ph type="title" idx="2"/>
          </p:nvPr>
        </p:nvSpPr>
        <p:spPr>
          <a:xfrm>
            <a:off x="713225" y="986040"/>
            <a:ext cx="2125500" cy="11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5"/>
          <p:cNvSpPr txBox="1"/>
          <p:nvPr>
            <p:ph type="title"/>
          </p:nvPr>
        </p:nvSpPr>
        <p:spPr>
          <a:xfrm>
            <a:off x="683895" y="483870"/>
            <a:ext cx="5508625" cy="15595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Qu'est-ce qu'un moteur de recherche ?</a:t>
            </a:r>
            <a:endParaRPr lang="en-GB"/>
          </a:p>
        </p:txBody>
      </p:sp>
      <p:sp>
        <p:nvSpPr>
          <p:cNvPr id="504" name="Google Shape;504;p45"/>
          <p:cNvSpPr txBox="1"/>
          <p:nvPr>
            <p:ph type="subTitle" idx="1"/>
          </p:nvPr>
        </p:nvSpPr>
        <p:spPr>
          <a:xfrm>
            <a:off x="683895" y="1995805"/>
            <a:ext cx="4746625" cy="18675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 panose="020B0604020202020204" pitchFamily="34" charset="0"/>
              <a:buChar char="•"/>
            </a:pPr>
            <a:r>
              <a:t>Un moteur de recherche est un système informatique permettant de trouver des informations sur le web en réponse à une requête utilisateur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 panose="020B0604020202020204" pitchFamily="34" charset="0"/>
              <a:buChar char="•"/>
            </a:p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altLang="en-GB"/>
              <a:t>Son objectif est de transformer les requêtes textuelles en résultats pertinents et rapides</a:t>
            </a:r>
            <a:endParaRPr lang="en-US" altLang="en-GB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 panose="020B0604020202020204" pitchFamily="34" charset="0"/>
              <a:buChar char="•"/>
            </a:pPr>
            <a:endParaRPr lang="en-US" altLang="en-GB"/>
          </a:p>
        </p:txBody>
      </p:sp>
      <p:sp>
        <p:nvSpPr>
          <p:cNvPr id="505" name="Google Shape;505;p45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6"/>
          <p:cNvSpPr txBox="1"/>
          <p:nvPr>
            <p:ph type="title"/>
          </p:nvPr>
        </p:nvSpPr>
        <p:spPr>
          <a:xfrm>
            <a:off x="713105" y="2090420"/>
            <a:ext cx="4366895" cy="949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Aperçu du processus</a:t>
            </a:r>
            <a:endParaRPr lang="en-GB"/>
          </a:p>
        </p:txBody>
      </p:sp>
      <p:sp>
        <p:nvSpPr>
          <p:cNvPr id="513" name="Google Shape;513;p46"/>
          <p:cNvSpPr txBox="1"/>
          <p:nvPr>
            <p:ph type="title" idx="2"/>
          </p:nvPr>
        </p:nvSpPr>
        <p:spPr>
          <a:xfrm>
            <a:off x="713225" y="986040"/>
            <a:ext cx="2125500" cy="11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2</a:t>
            </a: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59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835" name="Google Shape;835;p59"/>
          <p:cNvSpPr txBox="1"/>
          <p:nvPr>
            <p:ph type="title"/>
          </p:nvPr>
        </p:nvSpPr>
        <p:spPr>
          <a:xfrm>
            <a:off x="713225" y="754765"/>
            <a:ext cx="77175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ym typeface="+mn-ea"/>
              </a:rPr>
              <a:t>Quelles sont les étapes de transformation des requêtes en résultats ?</a:t>
            </a:r>
            <a:endParaRPr lang="en-GB"/>
          </a:p>
        </p:txBody>
      </p:sp>
      <p:sp>
        <p:nvSpPr>
          <p:cNvPr id="839" name="Google Shape;839;p59"/>
          <p:cNvSpPr txBox="1"/>
          <p:nvPr>
            <p:ph type="subTitle" idx="3"/>
          </p:nvPr>
        </p:nvSpPr>
        <p:spPr>
          <a:xfrm>
            <a:off x="1509415" y="2460684"/>
            <a:ext cx="2162100" cy="337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ym typeface="+mn-ea"/>
              </a:rPr>
              <a:t>Exploration et indexation</a:t>
            </a:r>
            <a:endParaRPr lang="en-US" altLang="en-GB"/>
          </a:p>
        </p:txBody>
      </p:sp>
      <p:sp>
        <p:nvSpPr>
          <p:cNvPr id="840" name="Google Shape;840;p59"/>
          <p:cNvSpPr txBox="1"/>
          <p:nvPr>
            <p:ph type="subTitle" idx="4"/>
          </p:nvPr>
        </p:nvSpPr>
        <p:spPr>
          <a:xfrm>
            <a:off x="1498150" y="4205029"/>
            <a:ext cx="2162100" cy="337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Traitement de la requête</a:t>
            </a:r>
            <a:endParaRPr lang="en-US" altLang="en-GB"/>
          </a:p>
        </p:txBody>
      </p:sp>
      <p:sp>
        <p:nvSpPr>
          <p:cNvPr id="843" name="Google Shape;843;p59"/>
          <p:cNvSpPr txBox="1"/>
          <p:nvPr>
            <p:ph type="subTitle" idx="13"/>
          </p:nvPr>
        </p:nvSpPr>
        <p:spPr>
          <a:xfrm>
            <a:off x="4835580" y="2455604"/>
            <a:ext cx="2162100" cy="337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Classement des résultats</a:t>
            </a:r>
            <a:endParaRPr lang="en-US" altLang="en-GB"/>
          </a:p>
        </p:txBody>
      </p:sp>
      <p:sp>
        <p:nvSpPr>
          <p:cNvPr id="848" name="Google Shape;848;p59"/>
          <p:cNvSpPr/>
          <p:nvPr/>
        </p:nvSpPr>
        <p:spPr>
          <a:xfrm>
            <a:off x="2200253" y="1636549"/>
            <a:ext cx="780427" cy="700872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9" name="Google Shape;849;p59"/>
          <p:cNvSpPr/>
          <p:nvPr/>
        </p:nvSpPr>
        <p:spPr>
          <a:xfrm>
            <a:off x="2188975" y="3380894"/>
            <a:ext cx="780427" cy="700872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0" name="Google Shape;850;p59"/>
          <p:cNvSpPr/>
          <p:nvPr/>
        </p:nvSpPr>
        <p:spPr>
          <a:xfrm>
            <a:off x="5526417" y="1631469"/>
            <a:ext cx="780427" cy="700872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54" name="Google Shape;854;p59"/>
          <p:cNvGrpSpPr/>
          <p:nvPr/>
        </p:nvGrpSpPr>
        <p:grpSpPr>
          <a:xfrm>
            <a:off x="2390919" y="1844376"/>
            <a:ext cx="399094" cy="285218"/>
            <a:chOff x="3190525" y="2323150"/>
            <a:chExt cx="264950" cy="189350"/>
          </a:xfrm>
        </p:grpSpPr>
        <p:sp>
          <p:nvSpPr>
            <p:cNvPr id="855" name="Google Shape;855;p59"/>
            <p:cNvSpPr/>
            <p:nvPr/>
          </p:nvSpPr>
          <p:spPr>
            <a:xfrm>
              <a:off x="3285775" y="2331500"/>
              <a:ext cx="169700" cy="39900"/>
            </a:xfrm>
            <a:custGeom>
              <a:avLst/>
              <a:gdLst/>
              <a:ahLst/>
              <a:cxnLst/>
              <a:rect l="l" t="t" r="r" b="b"/>
              <a:pathLst>
                <a:path w="6788" h="1596" extrusionOk="0">
                  <a:moveTo>
                    <a:pt x="5478" y="333"/>
                  </a:moveTo>
                  <a:lnTo>
                    <a:pt x="5478" y="691"/>
                  </a:lnTo>
                  <a:lnTo>
                    <a:pt x="1810" y="691"/>
                  </a:lnTo>
                  <a:lnTo>
                    <a:pt x="1810" y="333"/>
                  </a:lnTo>
                  <a:close/>
                  <a:moveTo>
                    <a:pt x="1524" y="405"/>
                  </a:moveTo>
                  <a:lnTo>
                    <a:pt x="1524" y="1238"/>
                  </a:lnTo>
                  <a:lnTo>
                    <a:pt x="691" y="834"/>
                  </a:lnTo>
                  <a:lnTo>
                    <a:pt x="1524" y="405"/>
                  </a:lnTo>
                  <a:close/>
                  <a:moveTo>
                    <a:pt x="5478" y="976"/>
                  </a:moveTo>
                  <a:lnTo>
                    <a:pt x="5478" y="1334"/>
                  </a:lnTo>
                  <a:lnTo>
                    <a:pt x="1810" y="1334"/>
                  </a:lnTo>
                  <a:lnTo>
                    <a:pt x="1810" y="976"/>
                  </a:lnTo>
                  <a:close/>
                  <a:moveTo>
                    <a:pt x="6478" y="333"/>
                  </a:moveTo>
                  <a:lnTo>
                    <a:pt x="6478" y="1310"/>
                  </a:lnTo>
                  <a:lnTo>
                    <a:pt x="6454" y="1310"/>
                  </a:lnTo>
                  <a:lnTo>
                    <a:pt x="5811" y="1334"/>
                  </a:lnTo>
                  <a:lnTo>
                    <a:pt x="5811" y="333"/>
                  </a:lnTo>
                  <a:close/>
                  <a:moveTo>
                    <a:pt x="1644" y="0"/>
                  </a:moveTo>
                  <a:lnTo>
                    <a:pt x="0" y="810"/>
                  </a:lnTo>
                  <a:lnTo>
                    <a:pt x="1644" y="1596"/>
                  </a:lnTo>
                  <a:lnTo>
                    <a:pt x="6454" y="1596"/>
                  </a:lnTo>
                  <a:cubicBezTo>
                    <a:pt x="6645" y="1596"/>
                    <a:pt x="6764" y="1453"/>
                    <a:pt x="6764" y="1286"/>
                  </a:cubicBezTo>
                  <a:lnTo>
                    <a:pt x="6764" y="286"/>
                  </a:lnTo>
                  <a:cubicBezTo>
                    <a:pt x="6787" y="143"/>
                    <a:pt x="6645" y="0"/>
                    <a:pt x="64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56" name="Google Shape;856;p59"/>
            <p:cNvSpPr/>
            <p:nvPr/>
          </p:nvSpPr>
          <p:spPr>
            <a:xfrm>
              <a:off x="3291125" y="2472000"/>
              <a:ext cx="7775" cy="7750"/>
            </a:xfrm>
            <a:custGeom>
              <a:avLst/>
              <a:gdLst/>
              <a:ahLst/>
              <a:cxnLst/>
              <a:rect l="l" t="t" r="r" b="b"/>
              <a:pathLst>
                <a:path w="311" h="310" extrusionOk="0">
                  <a:moveTo>
                    <a:pt x="1" y="0"/>
                  </a:moveTo>
                  <a:lnTo>
                    <a:pt x="1" y="310"/>
                  </a:lnTo>
                  <a:lnTo>
                    <a:pt x="310" y="310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57" name="Google Shape;857;p59"/>
            <p:cNvSpPr/>
            <p:nvPr/>
          </p:nvSpPr>
          <p:spPr>
            <a:xfrm>
              <a:off x="3307200" y="2472000"/>
              <a:ext cx="8375" cy="7750"/>
            </a:xfrm>
            <a:custGeom>
              <a:avLst/>
              <a:gdLst/>
              <a:ahLst/>
              <a:cxnLst/>
              <a:rect l="l" t="t" r="r" b="b"/>
              <a:pathLst>
                <a:path w="335" h="310" extrusionOk="0">
                  <a:moveTo>
                    <a:pt x="1" y="0"/>
                  </a:moveTo>
                  <a:lnTo>
                    <a:pt x="1" y="310"/>
                  </a:lnTo>
                  <a:lnTo>
                    <a:pt x="334" y="310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58" name="Google Shape;858;p59"/>
            <p:cNvSpPr/>
            <p:nvPr/>
          </p:nvSpPr>
          <p:spPr>
            <a:xfrm>
              <a:off x="3323875" y="2472000"/>
              <a:ext cx="7775" cy="7750"/>
            </a:xfrm>
            <a:custGeom>
              <a:avLst/>
              <a:gdLst/>
              <a:ahLst/>
              <a:cxnLst/>
              <a:rect l="l" t="t" r="r" b="b"/>
              <a:pathLst>
                <a:path w="311" h="310" extrusionOk="0">
                  <a:moveTo>
                    <a:pt x="0" y="0"/>
                  </a:moveTo>
                  <a:lnTo>
                    <a:pt x="0" y="310"/>
                  </a:lnTo>
                  <a:lnTo>
                    <a:pt x="310" y="310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59" name="Google Shape;859;p59"/>
            <p:cNvSpPr/>
            <p:nvPr/>
          </p:nvSpPr>
          <p:spPr>
            <a:xfrm>
              <a:off x="3257200" y="2381500"/>
              <a:ext cx="148275" cy="23250"/>
            </a:xfrm>
            <a:custGeom>
              <a:avLst/>
              <a:gdLst/>
              <a:ahLst/>
              <a:cxnLst/>
              <a:rect l="l" t="t" r="r" b="b"/>
              <a:pathLst>
                <a:path w="5931" h="930" extrusionOk="0">
                  <a:moveTo>
                    <a:pt x="0" y="0"/>
                  </a:moveTo>
                  <a:lnTo>
                    <a:pt x="0" y="286"/>
                  </a:lnTo>
                  <a:lnTo>
                    <a:pt x="5644" y="286"/>
                  </a:lnTo>
                  <a:lnTo>
                    <a:pt x="5644" y="929"/>
                  </a:lnTo>
                  <a:lnTo>
                    <a:pt x="5930" y="929"/>
                  </a:lnTo>
                  <a:lnTo>
                    <a:pt x="5930" y="286"/>
                  </a:lnTo>
                  <a:cubicBezTo>
                    <a:pt x="5930" y="119"/>
                    <a:pt x="5811" y="0"/>
                    <a:pt x="56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60" name="Google Shape;860;p59"/>
            <p:cNvSpPr/>
            <p:nvPr/>
          </p:nvSpPr>
          <p:spPr>
            <a:xfrm>
              <a:off x="3208375" y="2435075"/>
              <a:ext cx="24425" cy="23850"/>
            </a:xfrm>
            <a:custGeom>
              <a:avLst/>
              <a:gdLst/>
              <a:ahLst/>
              <a:cxnLst/>
              <a:rect l="l" t="t" r="r" b="b"/>
              <a:pathLst>
                <a:path w="977" h="954" extrusionOk="0">
                  <a:moveTo>
                    <a:pt x="477" y="286"/>
                  </a:moveTo>
                  <a:cubicBezTo>
                    <a:pt x="572" y="286"/>
                    <a:pt x="643" y="382"/>
                    <a:pt x="643" y="477"/>
                  </a:cubicBezTo>
                  <a:cubicBezTo>
                    <a:pt x="643" y="548"/>
                    <a:pt x="596" y="644"/>
                    <a:pt x="477" y="644"/>
                  </a:cubicBezTo>
                  <a:cubicBezTo>
                    <a:pt x="381" y="644"/>
                    <a:pt x="286" y="548"/>
                    <a:pt x="286" y="477"/>
                  </a:cubicBezTo>
                  <a:cubicBezTo>
                    <a:pt x="286" y="382"/>
                    <a:pt x="381" y="286"/>
                    <a:pt x="477" y="286"/>
                  </a:cubicBezTo>
                  <a:close/>
                  <a:moveTo>
                    <a:pt x="477" y="1"/>
                  </a:moveTo>
                  <a:cubicBezTo>
                    <a:pt x="215" y="1"/>
                    <a:pt x="0" y="191"/>
                    <a:pt x="0" y="477"/>
                  </a:cubicBezTo>
                  <a:cubicBezTo>
                    <a:pt x="0" y="739"/>
                    <a:pt x="191" y="953"/>
                    <a:pt x="477" y="953"/>
                  </a:cubicBezTo>
                  <a:cubicBezTo>
                    <a:pt x="739" y="953"/>
                    <a:pt x="953" y="739"/>
                    <a:pt x="953" y="477"/>
                  </a:cubicBezTo>
                  <a:cubicBezTo>
                    <a:pt x="977" y="191"/>
                    <a:pt x="739" y="1"/>
                    <a:pt x="4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61" name="Google Shape;861;p59"/>
            <p:cNvSpPr/>
            <p:nvPr/>
          </p:nvSpPr>
          <p:spPr>
            <a:xfrm>
              <a:off x="3190525" y="2323150"/>
              <a:ext cx="263175" cy="189350"/>
            </a:xfrm>
            <a:custGeom>
              <a:avLst/>
              <a:gdLst/>
              <a:ahLst/>
              <a:cxnLst/>
              <a:rect l="l" t="t" r="r" b="b"/>
              <a:pathLst>
                <a:path w="10527" h="7574" extrusionOk="0">
                  <a:moveTo>
                    <a:pt x="2024" y="334"/>
                  </a:moveTo>
                  <a:lnTo>
                    <a:pt x="2024" y="1334"/>
                  </a:lnTo>
                  <a:lnTo>
                    <a:pt x="357" y="1334"/>
                  </a:lnTo>
                  <a:lnTo>
                    <a:pt x="357" y="334"/>
                  </a:lnTo>
                  <a:close/>
                  <a:moveTo>
                    <a:pt x="2024" y="1644"/>
                  </a:moveTo>
                  <a:lnTo>
                    <a:pt x="2024" y="2644"/>
                  </a:lnTo>
                  <a:lnTo>
                    <a:pt x="357" y="2644"/>
                  </a:lnTo>
                  <a:lnTo>
                    <a:pt x="357" y="1644"/>
                  </a:lnTo>
                  <a:close/>
                  <a:moveTo>
                    <a:pt x="10240" y="3954"/>
                  </a:moveTo>
                  <a:lnTo>
                    <a:pt x="10240" y="4978"/>
                  </a:lnTo>
                  <a:lnTo>
                    <a:pt x="3263" y="4978"/>
                  </a:lnTo>
                  <a:lnTo>
                    <a:pt x="3263" y="3954"/>
                  </a:lnTo>
                  <a:lnTo>
                    <a:pt x="3691" y="3954"/>
                  </a:lnTo>
                  <a:lnTo>
                    <a:pt x="3691" y="4287"/>
                  </a:lnTo>
                  <a:lnTo>
                    <a:pt x="3977" y="4287"/>
                  </a:lnTo>
                  <a:lnTo>
                    <a:pt x="3977" y="3954"/>
                  </a:lnTo>
                  <a:lnTo>
                    <a:pt x="4334" y="3954"/>
                  </a:lnTo>
                  <a:lnTo>
                    <a:pt x="4334" y="4621"/>
                  </a:lnTo>
                  <a:lnTo>
                    <a:pt x="4644" y="4621"/>
                  </a:lnTo>
                  <a:lnTo>
                    <a:pt x="4644" y="3954"/>
                  </a:lnTo>
                  <a:lnTo>
                    <a:pt x="5001" y="3954"/>
                  </a:lnTo>
                  <a:lnTo>
                    <a:pt x="5001" y="4287"/>
                  </a:lnTo>
                  <a:lnTo>
                    <a:pt x="5287" y="4287"/>
                  </a:lnTo>
                  <a:lnTo>
                    <a:pt x="5287" y="3954"/>
                  </a:lnTo>
                  <a:lnTo>
                    <a:pt x="5644" y="3954"/>
                  </a:lnTo>
                  <a:lnTo>
                    <a:pt x="5644" y="4621"/>
                  </a:lnTo>
                  <a:lnTo>
                    <a:pt x="5954" y="4621"/>
                  </a:lnTo>
                  <a:lnTo>
                    <a:pt x="5954" y="3954"/>
                  </a:lnTo>
                  <a:lnTo>
                    <a:pt x="6311" y="3954"/>
                  </a:lnTo>
                  <a:lnTo>
                    <a:pt x="6311" y="4287"/>
                  </a:lnTo>
                  <a:lnTo>
                    <a:pt x="6597" y="4287"/>
                  </a:lnTo>
                  <a:lnTo>
                    <a:pt x="6597" y="3954"/>
                  </a:lnTo>
                  <a:lnTo>
                    <a:pt x="6954" y="3954"/>
                  </a:lnTo>
                  <a:lnTo>
                    <a:pt x="6954" y="4621"/>
                  </a:lnTo>
                  <a:lnTo>
                    <a:pt x="7263" y="4621"/>
                  </a:lnTo>
                  <a:lnTo>
                    <a:pt x="7263" y="3954"/>
                  </a:lnTo>
                  <a:lnTo>
                    <a:pt x="7621" y="3954"/>
                  </a:lnTo>
                  <a:lnTo>
                    <a:pt x="7621" y="4287"/>
                  </a:lnTo>
                  <a:lnTo>
                    <a:pt x="7906" y="4287"/>
                  </a:lnTo>
                  <a:lnTo>
                    <a:pt x="7906" y="3954"/>
                  </a:lnTo>
                  <a:lnTo>
                    <a:pt x="8264" y="3954"/>
                  </a:lnTo>
                  <a:lnTo>
                    <a:pt x="8264" y="4621"/>
                  </a:lnTo>
                  <a:lnTo>
                    <a:pt x="8573" y="4621"/>
                  </a:lnTo>
                  <a:lnTo>
                    <a:pt x="8573" y="3954"/>
                  </a:lnTo>
                  <a:lnTo>
                    <a:pt x="8930" y="3954"/>
                  </a:lnTo>
                  <a:lnTo>
                    <a:pt x="8930" y="4287"/>
                  </a:lnTo>
                  <a:lnTo>
                    <a:pt x="9216" y="4287"/>
                  </a:lnTo>
                  <a:lnTo>
                    <a:pt x="9216" y="3954"/>
                  </a:lnTo>
                  <a:lnTo>
                    <a:pt x="9573" y="3954"/>
                  </a:lnTo>
                  <a:lnTo>
                    <a:pt x="9573" y="4621"/>
                  </a:lnTo>
                  <a:lnTo>
                    <a:pt x="9883" y="4621"/>
                  </a:lnTo>
                  <a:lnTo>
                    <a:pt x="9883" y="3954"/>
                  </a:lnTo>
                  <a:close/>
                  <a:moveTo>
                    <a:pt x="2024" y="2977"/>
                  </a:moveTo>
                  <a:lnTo>
                    <a:pt x="2024" y="5621"/>
                  </a:lnTo>
                  <a:lnTo>
                    <a:pt x="2024" y="5645"/>
                  </a:lnTo>
                  <a:lnTo>
                    <a:pt x="357" y="5597"/>
                  </a:lnTo>
                  <a:lnTo>
                    <a:pt x="357" y="4287"/>
                  </a:lnTo>
                  <a:lnTo>
                    <a:pt x="1691" y="4287"/>
                  </a:lnTo>
                  <a:lnTo>
                    <a:pt x="1691" y="4001"/>
                  </a:lnTo>
                  <a:lnTo>
                    <a:pt x="357" y="4001"/>
                  </a:lnTo>
                  <a:lnTo>
                    <a:pt x="357" y="2977"/>
                  </a:lnTo>
                  <a:close/>
                  <a:moveTo>
                    <a:pt x="8669" y="6931"/>
                  </a:moveTo>
                  <a:lnTo>
                    <a:pt x="8669" y="7264"/>
                  </a:lnTo>
                  <a:lnTo>
                    <a:pt x="8621" y="7264"/>
                  </a:lnTo>
                  <a:lnTo>
                    <a:pt x="1048" y="7288"/>
                  </a:lnTo>
                  <a:lnTo>
                    <a:pt x="1000" y="7264"/>
                  </a:lnTo>
                  <a:lnTo>
                    <a:pt x="1000" y="6931"/>
                  </a:lnTo>
                  <a:lnTo>
                    <a:pt x="3929" y="6931"/>
                  </a:lnTo>
                  <a:lnTo>
                    <a:pt x="4096" y="7121"/>
                  </a:lnTo>
                  <a:lnTo>
                    <a:pt x="5573" y="7121"/>
                  </a:lnTo>
                  <a:lnTo>
                    <a:pt x="5739" y="6931"/>
                  </a:lnTo>
                  <a:close/>
                  <a:moveTo>
                    <a:pt x="0" y="1"/>
                  </a:moveTo>
                  <a:lnTo>
                    <a:pt x="0" y="5597"/>
                  </a:lnTo>
                  <a:cubicBezTo>
                    <a:pt x="0" y="5788"/>
                    <a:pt x="143" y="5930"/>
                    <a:pt x="333" y="5930"/>
                  </a:cubicBezTo>
                  <a:lnTo>
                    <a:pt x="976" y="5930"/>
                  </a:lnTo>
                  <a:lnTo>
                    <a:pt x="976" y="6621"/>
                  </a:lnTo>
                  <a:lnTo>
                    <a:pt x="643" y="6621"/>
                  </a:lnTo>
                  <a:lnTo>
                    <a:pt x="643" y="7240"/>
                  </a:lnTo>
                  <a:cubicBezTo>
                    <a:pt x="643" y="7407"/>
                    <a:pt x="810" y="7574"/>
                    <a:pt x="976" y="7574"/>
                  </a:cubicBezTo>
                  <a:lnTo>
                    <a:pt x="8573" y="7574"/>
                  </a:lnTo>
                  <a:cubicBezTo>
                    <a:pt x="8740" y="7574"/>
                    <a:pt x="8859" y="7407"/>
                    <a:pt x="8859" y="7240"/>
                  </a:cubicBezTo>
                  <a:lnTo>
                    <a:pt x="8859" y="6621"/>
                  </a:lnTo>
                  <a:lnTo>
                    <a:pt x="8549" y="6621"/>
                  </a:lnTo>
                  <a:lnTo>
                    <a:pt x="8549" y="5264"/>
                  </a:lnTo>
                  <a:lnTo>
                    <a:pt x="10526" y="5264"/>
                  </a:lnTo>
                  <a:lnTo>
                    <a:pt x="10526" y="3644"/>
                  </a:lnTo>
                  <a:lnTo>
                    <a:pt x="2977" y="3644"/>
                  </a:lnTo>
                  <a:lnTo>
                    <a:pt x="2977" y="5264"/>
                  </a:lnTo>
                  <a:lnTo>
                    <a:pt x="8311" y="5264"/>
                  </a:lnTo>
                  <a:lnTo>
                    <a:pt x="8311" y="6621"/>
                  </a:lnTo>
                  <a:lnTo>
                    <a:pt x="5596" y="6621"/>
                  </a:lnTo>
                  <a:lnTo>
                    <a:pt x="5406" y="6788"/>
                  </a:lnTo>
                  <a:lnTo>
                    <a:pt x="4215" y="6788"/>
                  </a:lnTo>
                  <a:lnTo>
                    <a:pt x="4048" y="6621"/>
                  </a:lnTo>
                  <a:lnTo>
                    <a:pt x="1310" y="6621"/>
                  </a:lnTo>
                  <a:lnTo>
                    <a:pt x="1310" y="5930"/>
                  </a:lnTo>
                  <a:lnTo>
                    <a:pt x="2000" y="5930"/>
                  </a:lnTo>
                  <a:cubicBezTo>
                    <a:pt x="2167" y="5930"/>
                    <a:pt x="2286" y="5788"/>
                    <a:pt x="2286" y="5597"/>
                  </a:cubicBezTo>
                  <a:lnTo>
                    <a:pt x="22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</p:grpSp>
      <p:grpSp>
        <p:nvGrpSpPr>
          <p:cNvPr id="862" name="Google Shape;862;p59"/>
          <p:cNvGrpSpPr/>
          <p:nvPr/>
        </p:nvGrpSpPr>
        <p:grpSpPr>
          <a:xfrm>
            <a:off x="2421091" y="3511125"/>
            <a:ext cx="316196" cy="440410"/>
            <a:chOff x="2136725" y="3905625"/>
            <a:chExt cx="189350" cy="263750"/>
          </a:xfrm>
        </p:grpSpPr>
        <p:sp>
          <p:nvSpPr>
            <p:cNvPr id="863" name="Google Shape;863;p59"/>
            <p:cNvSpPr/>
            <p:nvPr/>
          </p:nvSpPr>
          <p:spPr>
            <a:xfrm>
              <a:off x="2252825" y="3905625"/>
              <a:ext cx="73250" cy="73250"/>
            </a:xfrm>
            <a:custGeom>
              <a:avLst/>
              <a:gdLst/>
              <a:ahLst/>
              <a:cxnLst/>
              <a:rect l="l" t="t" r="r" b="b"/>
              <a:pathLst>
                <a:path w="2930" h="2930" extrusionOk="0">
                  <a:moveTo>
                    <a:pt x="2620" y="310"/>
                  </a:moveTo>
                  <a:lnTo>
                    <a:pt x="2620" y="1262"/>
                  </a:lnTo>
                  <a:lnTo>
                    <a:pt x="1953" y="596"/>
                  </a:lnTo>
                  <a:lnTo>
                    <a:pt x="1405" y="1143"/>
                  </a:lnTo>
                  <a:lnTo>
                    <a:pt x="977" y="738"/>
                  </a:lnTo>
                  <a:lnTo>
                    <a:pt x="286" y="1429"/>
                  </a:lnTo>
                  <a:lnTo>
                    <a:pt x="286" y="310"/>
                  </a:lnTo>
                  <a:close/>
                  <a:moveTo>
                    <a:pt x="977" y="1191"/>
                  </a:moveTo>
                  <a:lnTo>
                    <a:pt x="1191" y="1381"/>
                  </a:lnTo>
                  <a:lnTo>
                    <a:pt x="596" y="1977"/>
                  </a:lnTo>
                  <a:lnTo>
                    <a:pt x="286" y="1977"/>
                  </a:lnTo>
                  <a:lnTo>
                    <a:pt x="286" y="1858"/>
                  </a:lnTo>
                  <a:lnTo>
                    <a:pt x="977" y="1191"/>
                  </a:lnTo>
                  <a:close/>
                  <a:moveTo>
                    <a:pt x="1953" y="1024"/>
                  </a:moveTo>
                  <a:lnTo>
                    <a:pt x="2620" y="1691"/>
                  </a:lnTo>
                  <a:lnTo>
                    <a:pt x="2620" y="1977"/>
                  </a:lnTo>
                  <a:lnTo>
                    <a:pt x="1000" y="1977"/>
                  </a:lnTo>
                  <a:lnTo>
                    <a:pt x="1953" y="1024"/>
                  </a:lnTo>
                  <a:close/>
                  <a:moveTo>
                    <a:pt x="2620" y="2286"/>
                  </a:moveTo>
                  <a:lnTo>
                    <a:pt x="2620" y="2644"/>
                  </a:lnTo>
                  <a:lnTo>
                    <a:pt x="286" y="2644"/>
                  </a:lnTo>
                  <a:lnTo>
                    <a:pt x="286" y="2286"/>
                  </a:lnTo>
                  <a:close/>
                  <a:moveTo>
                    <a:pt x="0" y="0"/>
                  </a:moveTo>
                  <a:lnTo>
                    <a:pt x="0" y="2929"/>
                  </a:lnTo>
                  <a:lnTo>
                    <a:pt x="2929" y="2929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64" name="Google Shape;864;p59"/>
            <p:cNvSpPr/>
            <p:nvPr/>
          </p:nvSpPr>
          <p:spPr>
            <a:xfrm>
              <a:off x="2136725" y="3905625"/>
              <a:ext cx="73850" cy="73250"/>
            </a:xfrm>
            <a:custGeom>
              <a:avLst/>
              <a:gdLst/>
              <a:ahLst/>
              <a:cxnLst/>
              <a:rect l="l" t="t" r="r" b="b"/>
              <a:pathLst>
                <a:path w="2954" h="2930" extrusionOk="0">
                  <a:moveTo>
                    <a:pt x="2644" y="310"/>
                  </a:moveTo>
                  <a:lnTo>
                    <a:pt x="2644" y="2644"/>
                  </a:lnTo>
                  <a:lnTo>
                    <a:pt x="334" y="2644"/>
                  </a:lnTo>
                  <a:lnTo>
                    <a:pt x="334" y="310"/>
                  </a:lnTo>
                  <a:close/>
                  <a:moveTo>
                    <a:pt x="0" y="0"/>
                  </a:moveTo>
                  <a:lnTo>
                    <a:pt x="0" y="2929"/>
                  </a:lnTo>
                  <a:lnTo>
                    <a:pt x="2953" y="2929"/>
                  </a:lnTo>
                  <a:lnTo>
                    <a:pt x="29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65" name="Google Shape;865;p59"/>
            <p:cNvSpPr/>
            <p:nvPr/>
          </p:nvSpPr>
          <p:spPr>
            <a:xfrm>
              <a:off x="2152800" y="3921700"/>
              <a:ext cx="8350" cy="7750"/>
            </a:xfrm>
            <a:custGeom>
              <a:avLst/>
              <a:gdLst/>
              <a:ahLst/>
              <a:cxnLst/>
              <a:rect l="l" t="t" r="r" b="b"/>
              <a:pathLst>
                <a:path w="334" h="310" extrusionOk="0">
                  <a:moveTo>
                    <a:pt x="0" y="0"/>
                  </a:moveTo>
                  <a:lnTo>
                    <a:pt x="0" y="310"/>
                  </a:lnTo>
                  <a:lnTo>
                    <a:pt x="334" y="310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66" name="Google Shape;866;p59"/>
            <p:cNvSpPr/>
            <p:nvPr/>
          </p:nvSpPr>
          <p:spPr>
            <a:xfrm>
              <a:off x="2170075" y="3921700"/>
              <a:ext cx="24425" cy="7750"/>
            </a:xfrm>
            <a:custGeom>
              <a:avLst/>
              <a:gdLst/>
              <a:ahLst/>
              <a:cxnLst/>
              <a:rect l="l" t="t" r="r" b="b"/>
              <a:pathLst>
                <a:path w="977" h="310" extrusionOk="0">
                  <a:moveTo>
                    <a:pt x="0" y="0"/>
                  </a:moveTo>
                  <a:lnTo>
                    <a:pt x="0" y="310"/>
                  </a:lnTo>
                  <a:lnTo>
                    <a:pt x="976" y="310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67" name="Google Shape;867;p59"/>
            <p:cNvSpPr/>
            <p:nvPr/>
          </p:nvSpPr>
          <p:spPr>
            <a:xfrm>
              <a:off x="2152800" y="3938950"/>
              <a:ext cx="20850" cy="7175"/>
            </a:xfrm>
            <a:custGeom>
              <a:avLst/>
              <a:gdLst/>
              <a:ahLst/>
              <a:cxnLst/>
              <a:rect l="l" t="t" r="r" b="b"/>
              <a:pathLst>
                <a:path w="834" h="287" extrusionOk="0">
                  <a:moveTo>
                    <a:pt x="0" y="1"/>
                  </a:moveTo>
                  <a:lnTo>
                    <a:pt x="0" y="287"/>
                  </a:lnTo>
                  <a:lnTo>
                    <a:pt x="834" y="287"/>
                  </a:lnTo>
                  <a:lnTo>
                    <a:pt x="8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68" name="Google Shape;868;p59"/>
            <p:cNvSpPr/>
            <p:nvPr/>
          </p:nvSpPr>
          <p:spPr>
            <a:xfrm>
              <a:off x="2181975" y="3938950"/>
              <a:ext cx="12525" cy="7175"/>
            </a:xfrm>
            <a:custGeom>
              <a:avLst/>
              <a:gdLst/>
              <a:ahLst/>
              <a:cxnLst/>
              <a:rect l="l" t="t" r="r" b="b"/>
              <a:pathLst>
                <a:path w="501" h="287" extrusionOk="0">
                  <a:moveTo>
                    <a:pt x="0" y="1"/>
                  </a:moveTo>
                  <a:lnTo>
                    <a:pt x="0" y="287"/>
                  </a:lnTo>
                  <a:lnTo>
                    <a:pt x="500" y="287"/>
                  </a:lnTo>
                  <a:lnTo>
                    <a:pt x="5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69" name="Google Shape;869;p59"/>
            <p:cNvSpPr/>
            <p:nvPr/>
          </p:nvSpPr>
          <p:spPr>
            <a:xfrm>
              <a:off x="2152800" y="3955025"/>
              <a:ext cx="13125" cy="7775"/>
            </a:xfrm>
            <a:custGeom>
              <a:avLst/>
              <a:gdLst/>
              <a:ahLst/>
              <a:cxnLst/>
              <a:rect l="l" t="t" r="r" b="b"/>
              <a:pathLst>
                <a:path w="525" h="311" extrusionOk="0">
                  <a:moveTo>
                    <a:pt x="0" y="1"/>
                  </a:moveTo>
                  <a:lnTo>
                    <a:pt x="0" y="310"/>
                  </a:lnTo>
                  <a:lnTo>
                    <a:pt x="524" y="310"/>
                  </a:lnTo>
                  <a:lnTo>
                    <a:pt x="5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70" name="Google Shape;870;p59"/>
            <p:cNvSpPr/>
            <p:nvPr/>
          </p:nvSpPr>
          <p:spPr>
            <a:xfrm>
              <a:off x="2173625" y="3955025"/>
              <a:ext cx="20875" cy="7775"/>
            </a:xfrm>
            <a:custGeom>
              <a:avLst/>
              <a:gdLst/>
              <a:ahLst/>
              <a:cxnLst/>
              <a:rect l="l" t="t" r="r" b="b"/>
              <a:pathLst>
                <a:path w="835" h="311" extrusionOk="0">
                  <a:moveTo>
                    <a:pt x="1" y="1"/>
                  </a:moveTo>
                  <a:lnTo>
                    <a:pt x="1" y="310"/>
                  </a:lnTo>
                  <a:lnTo>
                    <a:pt x="834" y="310"/>
                  </a:lnTo>
                  <a:lnTo>
                    <a:pt x="8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71" name="Google Shape;871;p59"/>
            <p:cNvSpPr/>
            <p:nvPr/>
          </p:nvSpPr>
          <p:spPr>
            <a:xfrm>
              <a:off x="2219475" y="3930025"/>
              <a:ext cx="24425" cy="24425"/>
            </a:xfrm>
            <a:custGeom>
              <a:avLst/>
              <a:gdLst/>
              <a:ahLst/>
              <a:cxnLst/>
              <a:rect l="l" t="t" r="r" b="b"/>
              <a:pathLst>
                <a:path w="977" h="977" extrusionOk="0">
                  <a:moveTo>
                    <a:pt x="310" y="1"/>
                  </a:moveTo>
                  <a:lnTo>
                    <a:pt x="310" y="358"/>
                  </a:lnTo>
                  <a:lnTo>
                    <a:pt x="1" y="358"/>
                  </a:lnTo>
                  <a:lnTo>
                    <a:pt x="1" y="644"/>
                  </a:lnTo>
                  <a:lnTo>
                    <a:pt x="310" y="644"/>
                  </a:lnTo>
                  <a:lnTo>
                    <a:pt x="310" y="977"/>
                  </a:lnTo>
                  <a:lnTo>
                    <a:pt x="620" y="977"/>
                  </a:lnTo>
                  <a:lnTo>
                    <a:pt x="620" y="644"/>
                  </a:lnTo>
                  <a:lnTo>
                    <a:pt x="977" y="644"/>
                  </a:lnTo>
                  <a:lnTo>
                    <a:pt x="977" y="358"/>
                  </a:lnTo>
                  <a:lnTo>
                    <a:pt x="620" y="358"/>
                  </a:lnTo>
                  <a:lnTo>
                    <a:pt x="6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72" name="Google Shape;872;p59"/>
            <p:cNvSpPr/>
            <p:nvPr/>
          </p:nvSpPr>
          <p:spPr>
            <a:xfrm>
              <a:off x="2176600" y="3987775"/>
              <a:ext cx="110175" cy="70275"/>
            </a:xfrm>
            <a:custGeom>
              <a:avLst/>
              <a:gdLst/>
              <a:ahLst/>
              <a:cxnLst/>
              <a:rect l="l" t="t" r="r" b="b"/>
              <a:pathLst>
                <a:path w="4407" h="2811" extrusionOk="0">
                  <a:moveTo>
                    <a:pt x="3549" y="1001"/>
                  </a:moveTo>
                  <a:lnTo>
                    <a:pt x="2454" y="2096"/>
                  </a:lnTo>
                  <a:lnTo>
                    <a:pt x="2454" y="2501"/>
                  </a:lnTo>
                  <a:lnTo>
                    <a:pt x="1954" y="2501"/>
                  </a:lnTo>
                  <a:lnTo>
                    <a:pt x="1954" y="2072"/>
                  </a:lnTo>
                  <a:lnTo>
                    <a:pt x="834" y="1001"/>
                  </a:lnTo>
                  <a:close/>
                  <a:moveTo>
                    <a:pt x="1" y="1"/>
                  </a:moveTo>
                  <a:lnTo>
                    <a:pt x="1" y="1001"/>
                  </a:lnTo>
                  <a:lnTo>
                    <a:pt x="430" y="1001"/>
                  </a:lnTo>
                  <a:lnTo>
                    <a:pt x="1644" y="2215"/>
                  </a:lnTo>
                  <a:lnTo>
                    <a:pt x="1644" y="2811"/>
                  </a:lnTo>
                  <a:lnTo>
                    <a:pt x="2740" y="2811"/>
                  </a:lnTo>
                  <a:lnTo>
                    <a:pt x="2740" y="2215"/>
                  </a:lnTo>
                  <a:lnTo>
                    <a:pt x="4002" y="1001"/>
                  </a:lnTo>
                  <a:lnTo>
                    <a:pt x="4407" y="1001"/>
                  </a:lnTo>
                  <a:lnTo>
                    <a:pt x="4407" y="1"/>
                  </a:lnTo>
                  <a:lnTo>
                    <a:pt x="1049" y="1"/>
                  </a:lnTo>
                  <a:lnTo>
                    <a:pt x="1049" y="310"/>
                  </a:lnTo>
                  <a:lnTo>
                    <a:pt x="4121" y="310"/>
                  </a:lnTo>
                  <a:lnTo>
                    <a:pt x="4121" y="667"/>
                  </a:lnTo>
                  <a:lnTo>
                    <a:pt x="311" y="667"/>
                  </a:lnTo>
                  <a:lnTo>
                    <a:pt x="311" y="310"/>
                  </a:lnTo>
                  <a:lnTo>
                    <a:pt x="763" y="310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73" name="Google Shape;873;p59"/>
            <p:cNvSpPr/>
            <p:nvPr/>
          </p:nvSpPr>
          <p:spPr>
            <a:xfrm>
              <a:off x="2136725" y="4066375"/>
              <a:ext cx="188750" cy="48825"/>
            </a:xfrm>
            <a:custGeom>
              <a:avLst/>
              <a:gdLst/>
              <a:ahLst/>
              <a:cxnLst/>
              <a:rect l="l" t="t" r="r" b="b"/>
              <a:pathLst>
                <a:path w="7550" h="1953" extrusionOk="0">
                  <a:moveTo>
                    <a:pt x="7288" y="310"/>
                  </a:moveTo>
                  <a:lnTo>
                    <a:pt x="7288" y="1667"/>
                  </a:lnTo>
                  <a:lnTo>
                    <a:pt x="334" y="1667"/>
                  </a:lnTo>
                  <a:lnTo>
                    <a:pt x="334" y="310"/>
                  </a:lnTo>
                  <a:close/>
                  <a:moveTo>
                    <a:pt x="0" y="0"/>
                  </a:moveTo>
                  <a:lnTo>
                    <a:pt x="0" y="1953"/>
                  </a:lnTo>
                  <a:lnTo>
                    <a:pt x="7550" y="1953"/>
                  </a:lnTo>
                  <a:lnTo>
                    <a:pt x="75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74" name="Google Shape;874;p59"/>
            <p:cNvSpPr/>
            <p:nvPr/>
          </p:nvSpPr>
          <p:spPr>
            <a:xfrm>
              <a:off x="2136725" y="4124700"/>
              <a:ext cx="48850" cy="44675"/>
            </a:xfrm>
            <a:custGeom>
              <a:avLst/>
              <a:gdLst/>
              <a:ahLst/>
              <a:cxnLst/>
              <a:rect l="l" t="t" r="r" b="b"/>
              <a:pathLst>
                <a:path w="1954" h="1787" extrusionOk="0">
                  <a:moveTo>
                    <a:pt x="1667" y="310"/>
                  </a:moveTo>
                  <a:lnTo>
                    <a:pt x="1667" y="1501"/>
                  </a:lnTo>
                  <a:lnTo>
                    <a:pt x="334" y="1501"/>
                  </a:lnTo>
                  <a:lnTo>
                    <a:pt x="334" y="310"/>
                  </a:lnTo>
                  <a:close/>
                  <a:moveTo>
                    <a:pt x="0" y="1"/>
                  </a:moveTo>
                  <a:lnTo>
                    <a:pt x="0" y="1787"/>
                  </a:lnTo>
                  <a:lnTo>
                    <a:pt x="1953" y="1787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75" name="Google Shape;875;p59"/>
            <p:cNvSpPr/>
            <p:nvPr/>
          </p:nvSpPr>
          <p:spPr>
            <a:xfrm>
              <a:off x="2194475" y="4124700"/>
              <a:ext cx="131600" cy="44675"/>
            </a:xfrm>
            <a:custGeom>
              <a:avLst/>
              <a:gdLst/>
              <a:ahLst/>
              <a:cxnLst/>
              <a:rect l="l" t="t" r="r" b="b"/>
              <a:pathLst>
                <a:path w="5264" h="1787" extrusionOk="0">
                  <a:moveTo>
                    <a:pt x="4954" y="310"/>
                  </a:moveTo>
                  <a:lnTo>
                    <a:pt x="4954" y="1501"/>
                  </a:lnTo>
                  <a:lnTo>
                    <a:pt x="310" y="1501"/>
                  </a:lnTo>
                  <a:lnTo>
                    <a:pt x="310" y="310"/>
                  </a:lnTo>
                  <a:close/>
                  <a:moveTo>
                    <a:pt x="0" y="1"/>
                  </a:moveTo>
                  <a:lnTo>
                    <a:pt x="0" y="1787"/>
                  </a:lnTo>
                  <a:lnTo>
                    <a:pt x="5263" y="1787"/>
                  </a:lnTo>
                  <a:lnTo>
                    <a:pt x="52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76" name="Google Shape;876;p59"/>
            <p:cNvSpPr/>
            <p:nvPr/>
          </p:nvSpPr>
          <p:spPr>
            <a:xfrm>
              <a:off x="2211150" y="4087200"/>
              <a:ext cx="8350" cy="7175"/>
            </a:xfrm>
            <a:custGeom>
              <a:avLst/>
              <a:gdLst/>
              <a:ahLst/>
              <a:cxnLst/>
              <a:rect l="l" t="t" r="r" b="b"/>
              <a:pathLst>
                <a:path w="334" h="287" extrusionOk="0">
                  <a:moveTo>
                    <a:pt x="0" y="1"/>
                  </a:moveTo>
                  <a:lnTo>
                    <a:pt x="0" y="286"/>
                  </a:lnTo>
                  <a:lnTo>
                    <a:pt x="334" y="286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77" name="Google Shape;877;p59"/>
            <p:cNvSpPr/>
            <p:nvPr/>
          </p:nvSpPr>
          <p:spPr>
            <a:xfrm>
              <a:off x="2227225" y="4087200"/>
              <a:ext cx="8350" cy="7175"/>
            </a:xfrm>
            <a:custGeom>
              <a:avLst/>
              <a:gdLst/>
              <a:ahLst/>
              <a:cxnLst/>
              <a:rect l="l" t="t" r="r" b="b"/>
              <a:pathLst>
                <a:path w="334" h="287" extrusionOk="0">
                  <a:moveTo>
                    <a:pt x="0" y="1"/>
                  </a:moveTo>
                  <a:lnTo>
                    <a:pt x="0" y="286"/>
                  </a:lnTo>
                  <a:lnTo>
                    <a:pt x="334" y="286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78" name="Google Shape;878;p59"/>
            <p:cNvSpPr/>
            <p:nvPr/>
          </p:nvSpPr>
          <p:spPr>
            <a:xfrm>
              <a:off x="2243900" y="4087200"/>
              <a:ext cx="8350" cy="7175"/>
            </a:xfrm>
            <a:custGeom>
              <a:avLst/>
              <a:gdLst/>
              <a:ahLst/>
              <a:cxnLst/>
              <a:rect l="l" t="t" r="r" b="b"/>
              <a:pathLst>
                <a:path w="334" h="287" extrusionOk="0">
                  <a:moveTo>
                    <a:pt x="0" y="1"/>
                  </a:moveTo>
                  <a:lnTo>
                    <a:pt x="0" y="286"/>
                  </a:lnTo>
                  <a:lnTo>
                    <a:pt x="333" y="286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</p:grpSp>
      <p:grpSp>
        <p:nvGrpSpPr>
          <p:cNvPr id="879" name="Google Shape;879;p59"/>
          <p:cNvGrpSpPr/>
          <p:nvPr/>
        </p:nvGrpSpPr>
        <p:grpSpPr>
          <a:xfrm>
            <a:off x="5717086" y="1844824"/>
            <a:ext cx="399089" cy="274162"/>
            <a:chOff x="4245500" y="2323750"/>
            <a:chExt cx="264350" cy="181600"/>
          </a:xfrm>
        </p:grpSpPr>
        <p:sp>
          <p:nvSpPr>
            <p:cNvPr id="880" name="Google Shape;880;p59"/>
            <p:cNvSpPr/>
            <p:nvPr/>
          </p:nvSpPr>
          <p:spPr>
            <a:xfrm>
              <a:off x="4386600" y="2447575"/>
              <a:ext cx="7750" cy="7175"/>
            </a:xfrm>
            <a:custGeom>
              <a:avLst/>
              <a:gdLst/>
              <a:ahLst/>
              <a:cxnLst/>
              <a:rect l="l" t="t" r="r" b="b"/>
              <a:pathLst>
                <a:path w="310" h="287" extrusionOk="0">
                  <a:moveTo>
                    <a:pt x="0" y="1"/>
                  </a:moveTo>
                  <a:lnTo>
                    <a:pt x="0" y="287"/>
                  </a:lnTo>
                  <a:lnTo>
                    <a:pt x="310" y="287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1" name="Google Shape;881;p59"/>
            <p:cNvSpPr/>
            <p:nvPr/>
          </p:nvSpPr>
          <p:spPr>
            <a:xfrm>
              <a:off x="4403275" y="2447575"/>
              <a:ext cx="8350" cy="7175"/>
            </a:xfrm>
            <a:custGeom>
              <a:avLst/>
              <a:gdLst/>
              <a:ahLst/>
              <a:cxnLst/>
              <a:rect l="l" t="t" r="r" b="b"/>
              <a:pathLst>
                <a:path w="334" h="287" extrusionOk="0">
                  <a:moveTo>
                    <a:pt x="0" y="1"/>
                  </a:moveTo>
                  <a:lnTo>
                    <a:pt x="0" y="287"/>
                  </a:lnTo>
                  <a:lnTo>
                    <a:pt x="334" y="287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2" name="Google Shape;882;p59"/>
            <p:cNvSpPr/>
            <p:nvPr/>
          </p:nvSpPr>
          <p:spPr>
            <a:xfrm>
              <a:off x="4419925" y="2447575"/>
              <a:ext cx="8375" cy="7175"/>
            </a:xfrm>
            <a:custGeom>
              <a:avLst/>
              <a:gdLst/>
              <a:ahLst/>
              <a:cxnLst/>
              <a:rect l="l" t="t" r="r" b="b"/>
              <a:pathLst>
                <a:path w="335" h="287" extrusionOk="0">
                  <a:moveTo>
                    <a:pt x="1" y="1"/>
                  </a:moveTo>
                  <a:lnTo>
                    <a:pt x="1" y="287"/>
                  </a:lnTo>
                  <a:lnTo>
                    <a:pt x="334" y="287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3" name="Google Shape;883;p59"/>
            <p:cNvSpPr/>
            <p:nvPr/>
          </p:nvSpPr>
          <p:spPr>
            <a:xfrm>
              <a:off x="4245500" y="2323750"/>
              <a:ext cx="264350" cy="181600"/>
            </a:xfrm>
            <a:custGeom>
              <a:avLst/>
              <a:gdLst/>
              <a:ahLst/>
              <a:cxnLst/>
              <a:rect l="l" t="t" r="r" b="b"/>
              <a:pathLst>
                <a:path w="10574" h="7264" extrusionOk="0">
                  <a:moveTo>
                    <a:pt x="4668" y="3263"/>
                  </a:moveTo>
                  <a:lnTo>
                    <a:pt x="4668" y="4097"/>
                  </a:lnTo>
                  <a:cubicBezTo>
                    <a:pt x="4668" y="4168"/>
                    <a:pt x="4620" y="4263"/>
                    <a:pt x="4501" y="4263"/>
                  </a:cubicBezTo>
                  <a:lnTo>
                    <a:pt x="3025" y="4263"/>
                  </a:lnTo>
                  <a:lnTo>
                    <a:pt x="3025" y="6383"/>
                  </a:lnTo>
                  <a:cubicBezTo>
                    <a:pt x="3025" y="6645"/>
                    <a:pt x="2787" y="6883"/>
                    <a:pt x="2501" y="6883"/>
                  </a:cubicBezTo>
                  <a:cubicBezTo>
                    <a:pt x="2239" y="6883"/>
                    <a:pt x="2001" y="6645"/>
                    <a:pt x="2001" y="6383"/>
                  </a:cubicBezTo>
                  <a:lnTo>
                    <a:pt x="2001" y="4263"/>
                  </a:lnTo>
                  <a:lnTo>
                    <a:pt x="548" y="4263"/>
                  </a:lnTo>
                  <a:cubicBezTo>
                    <a:pt x="453" y="4263"/>
                    <a:pt x="358" y="4168"/>
                    <a:pt x="358" y="4097"/>
                  </a:cubicBezTo>
                  <a:lnTo>
                    <a:pt x="358" y="3263"/>
                  </a:lnTo>
                  <a:close/>
                  <a:moveTo>
                    <a:pt x="334" y="0"/>
                  </a:moveTo>
                  <a:lnTo>
                    <a:pt x="334" y="2977"/>
                  </a:lnTo>
                  <a:lnTo>
                    <a:pt x="0" y="2977"/>
                  </a:lnTo>
                  <a:lnTo>
                    <a:pt x="0" y="4120"/>
                  </a:lnTo>
                  <a:cubicBezTo>
                    <a:pt x="0" y="4382"/>
                    <a:pt x="238" y="4620"/>
                    <a:pt x="524" y="4620"/>
                  </a:cubicBezTo>
                  <a:lnTo>
                    <a:pt x="1667" y="4620"/>
                  </a:lnTo>
                  <a:lnTo>
                    <a:pt x="1667" y="6430"/>
                  </a:lnTo>
                  <a:cubicBezTo>
                    <a:pt x="1667" y="6883"/>
                    <a:pt x="2025" y="7264"/>
                    <a:pt x="2501" y="7264"/>
                  </a:cubicBezTo>
                  <a:cubicBezTo>
                    <a:pt x="2906" y="7264"/>
                    <a:pt x="3263" y="6978"/>
                    <a:pt x="3311" y="6621"/>
                  </a:cubicBezTo>
                  <a:lnTo>
                    <a:pt x="10288" y="6621"/>
                  </a:lnTo>
                  <a:cubicBezTo>
                    <a:pt x="10455" y="6621"/>
                    <a:pt x="10574" y="6478"/>
                    <a:pt x="10574" y="6287"/>
                  </a:cubicBezTo>
                  <a:lnTo>
                    <a:pt x="10574" y="5668"/>
                  </a:lnTo>
                  <a:lnTo>
                    <a:pt x="10241" y="5668"/>
                  </a:lnTo>
                  <a:lnTo>
                    <a:pt x="10241" y="5597"/>
                  </a:lnTo>
                  <a:lnTo>
                    <a:pt x="10241" y="1620"/>
                  </a:lnTo>
                  <a:cubicBezTo>
                    <a:pt x="10241" y="1429"/>
                    <a:pt x="10121" y="1310"/>
                    <a:pt x="9955" y="1310"/>
                  </a:cubicBezTo>
                  <a:lnTo>
                    <a:pt x="5001" y="1310"/>
                  </a:lnTo>
                  <a:lnTo>
                    <a:pt x="5001" y="1620"/>
                  </a:lnTo>
                  <a:lnTo>
                    <a:pt x="9955" y="1620"/>
                  </a:lnTo>
                  <a:lnTo>
                    <a:pt x="9955" y="5597"/>
                  </a:lnTo>
                  <a:lnTo>
                    <a:pt x="7240" y="5597"/>
                  </a:lnTo>
                  <a:lnTo>
                    <a:pt x="7049" y="5787"/>
                  </a:lnTo>
                  <a:lnTo>
                    <a:pt x="5859" y="5787"/>
                  </a:lnTo>
                  <a:lnTo>
                    <a:pt x="5692" y="5597"/>
                  </a:lnTo>
                  <a:lnTo>
                    <a:pt x="3644" y="5597"/>
                  </a:lnTo>
                  <a:lnTo>
                    <a:pt x="3644" y="5906"/>
                  </a:lnTo>
                  <a:lnTo>
                    <a:pt x="5549" y="5906"/>
                  </a:lnTo>
                  <a:lnTo>
                    <a:pt x="5716" y="6073"/>
                  </a:lnTo>
                  <a:lnTo>
                    <a:pt x="7168" y="6073"/>
                  </a:lnTo>
                  <a:lnTo>
                    <a:pt x="7359" y="5906"/>
                  </a:lnTo>
                  <a:lnTo>
                    <a:pt x="10264" y="5906"/>
                  </a:lnTo>
                  <a:lnTo>
                    <a:pt x="10264" y="6240"/>
                  </a:lnTo>
                  <a:lnTo>
                    <a:pt x="10264" y="6264"/>
                  </a:lnTo>
                  <a:lnTo>
                    <a:pt x="3311" y="6264"/>
                  </a:lnTo>
                  <a:lnTo>
                    <a:pt x="3311" y="4597"/>
                  </a:lnTo>
                  <a:lnTo>
                    <a:pt x="4501" y="4597"/>
                  </a:lnTo>
                  <a:cubicBezTo>
                    <a:pt x="4763" y="4597"/>
                    <a:pt x="4978" y="4358"/>
                    <a:pt x="4978" y="4097"/>
                  </a:cubicBezTo>
                  <a:lnTo>
                    <a:pt x="4978" y="2953"/>
                  </a:lnTo>
                  <a:lnTo>
                    <a:pt x="691" y="2953"/>
                  </a:lnTo>
                  <a:lnTo>
                    <a:pt x="691" y="310"/>
                  </a:lnTo>
                  <a:lnTo>
                    <a:pt x="1048" y="310"/>
                  </a:lnTo>
                  <a:lnTo>
                    <a:pt x="1048" y="953"/>
                  </a:lnTo>
                  <a:lnTo>
                    <a:pt x="1358" y="953"/>
                  </a:lnTo>
                  <a:lnTo>
                    <a:pt x="1358" y="310"/>
                  </a:lnTo>
                  <a:lnTo>
                    <a:pt x="1715" y="310"/>
                  </a:lnTo>
                  <a:lnTo>
                    <a:pt x="1715" y="1620"/>
                  </a:lnTo>
                  <a:lnTo>
                    <a:pt x="2001" y="1620"/>
                  </a:lnTo>
                  <a:lnTo>
                    <a:pt x="2001" y="310"/>
                  </a:lnTo>
                  <a:lnTo>
                    <a:pt x="2358" y="310"/>
                  </a:lnTo>
                  <a:lnTo>
                    <a:pt x="2358" y="1286"/>
                  </a:lnTo>
                  <a:lnTo>
                    <a:pt x="2668" y="1286"/>
                  </a:lnTo>
                  <a:lnTo>
                    <a:pt x="2668" y="310"/>
                  </a:lnTo>
                  <a:lnTo>
                    <a:pt x="3025" y="310"/>
                  </a:lnTo>
                  <a:lnTo>
                    <a:pt x="3025" y="953"/>
                  </a:lnTo>
                  <a:lnTo>
                    <a:pt x="3311" y="953"/>
                  </a:lnTo>
                  <a:lnTo>
                    <a:pt x="3311" y="310"/>
                  </a:lnTo>
                  <a:lnTo>
                    <a:pt x="3668" y="310"/>
                  </a:lnTo>
                  <a:lnTo>
                    <a:pt x="3668" y="1620"/>
                  </a:lnTo>
                  <a:lnTo>
                    <a:pt x="3977" y="1620"/>
                  </a:lnTo>
                  <a:lnTo>
                    <a:pt x="3977" y="310"/>
                  </a:lnTo>
                  <a:lnTo>
                    <a:pt x="4335" y="310"/>
                  </a:lnTo>
                  <a:lnTo>
                    <a:pt x="4335" y="2620"/>
                  </a:lnTo>
                  <a:lnTo>
                    <a:pt x="4620" y="2620"/>
                  </a:lnTo>
                  <a:lnTo>
                    <a:pt x="46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4" name="Google Shape;884;p59"/>
            <p:cNvSpPr/>
            <p:nvPr/>
          </p:nvSpPr>
          <p:spPr>
            <a:xfrm>
              <a:off x="4287175" y="2414250"/>
              <a:ext cx="8350" cy="7150"/>
            </a:xfrm>
            <a:custGeom>
              <a:avLst/>
              <a:gdLst/>
              <a:ahLst/>
              <a:cxnLst/>
              <a:rect l="l" t="t" r="r" b="b"/>
              <a:pathLst>
                <a:path w="334" h="286" extrusionOk="0">
                  <a:moveTo>
                    <a:pt x="0" y="0"/>
                  </a:moveTo>
                  <a:lnTo>
                    <a:pt x="0" y="286"/>
                  </a:lnTo>
                  <a:lnTo>
                    <a:pt x="334" y="286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5" name="Google Shape;885;p59"/>
            <p:cNvSpPr/>
            <p:nvPr/>
          </p:nvSpPr>
          <p:spPr>
            <a:xfrm>
              <a:off x="4303850" y="2414250"/>
              <a:ext cx="8350" cy="7150"/>
            </a:xfrm>
            <a:custGeom>
              <a:avLst/>
              <a:gdLst/>
              <a:ahLst/>
              <a:cxnLst/>
              <a:rect l="l" t="t" r="r" b="b"/>
              <a:pathLst>
                <a:path w="334" h="286" extrusionOk="0">
                  <a:moveTo>
                    <a:pt x="0" y="0"/>
                  </a:moveTo>
                  <a:lnTo>
                    <a:pt x="0" y="286"/>
                  </a:lnTo>
                  <a:lnTo>
                    <a:pt x="334" y="286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6" name="Google Shape;886;p59"/>
            <p:cNvSpPr/>
            <p:nvPr/>
          </p:nvSpPr>
          <p:spPr>
            <a:xfrm>
              <a:off x="4321100" y="2414250"/>
              <a:ext cx="7775" cy="7150"/>
            </a:xfrm>
            <a:custGeom>
              <a:avLst/>
              <a:gdLst/>
              <a:ahLst/>
              <a:cxnLst/>
              <a:rect l="l" t="t" r="r" b="b"/>
              <a:pathLst>
                <a:path w="311" h="286" extrusionOk="0">
                  <a:moveTo>
                    <a:pt x="1" y="0"/>
                  </a:moveTo>
                  <a:lnTo>
                    <a:pt x="1" y="286"/>
                  </a:lnTo>
                  <a:lnTo>
                    <a:pt x="310" y="286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15" name="Google Shape;915;p59"/>
          <p:cNvSpPr/>
          <p:nvPr/>
        </p:nvSpPr>
        <p:spPr>
          <a:xfrm rot="10800000" flipH="1">
            <a:off x="8166885" y="-408789"/>
            <a:ext cx="1419951" cy="1275204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843;p59"/>
          <p:cNvSpPr txBox="1"/>
          <p:nvPr/>
        </p:nvSpPr>
        <p:spPr>
          <a:xfrm>
            <a:off x="4852090" y="4198679"/>
            <a:ext cx="2162100" cy="337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0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0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0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0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0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0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0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0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0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Affichage des résultats</a:t>
            </a:r>
            <a:endParaRPr lang="en-US" altLang="en-GB"/>
          </a:p>
        </p:txBody>
      </p:sp>
      <p:sp>
        <p:nvSpPr>
          <p:cNvPr id="5" name="Google Shape;850;p59"/>
          <p:cNvSpPr/>
          <p:nvPr/>
        </p:nvSpPr>
        <p:spPr>
          <a:xfrm>
            <a:off x="5542927" y="3374544"/>
            <a:ext cx="780427" cy="700872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745" name="Google Shape;745;p56"/>
          <p:cNvGrpSpPr/>
          <p:nvPr/>
        </p:nvGrpSpPr>
        <p:grpSpPr>
          <a:xfrm>
            <a:off x="5792767" y="3540817"/>
            <a:ext cx="347946" cy="427505"/>
            <a:chOff x="6355450" y="2855400"/>
            <a:chExt cx="210800" cy="259000"/>
          </a:xfrm>
        </p:grpSpPr>
        <p:sp>
          <p:nvSpPr>
            <p:cNvPr id="746" name="Google Shape;746;p56"/>
            <p:cNvSpPr/>
            <p:nvPr/>
          </p:nvSpPr>
          <p:spPr>
            <a:xfrm>
              <a:off x="6355450" y="2855400"/>
              <a:ext cx="153625" cy="201850"/>
            </a:xfrm>
            <a:custGeom>
              <a:avLst/>
              <a:gdLst/>
              <a:ahLst/>
              <a:cxnLst/>
              <a:rect l="l" t="t" r="r" b="b"/>
              <a:pathLst>
                <a:path w="6145" h="8074" extrusionOk="0">
                  <a:moveTo>
                    <a:pt x="4526" y="525"/>
                  </a:moveTo>
                  <a:lnTo>
                    <a:pt x="5621" y="1620"/>
                  </a:lnTo>
                  <a:lnTo>
                    <a:pt x="4526" y="1620"/>
                  </a:lnTo>
                  <a:lnTo>
                    <a:pt x="4526" y="525"/>
                  </a:lnTo>
                  <a:close/>
                  <a:moveTo>
                    <a:pt x="1" y="1"/>
                  </a:moveTo>
                  <a:lnTo>
                    <a:pt x="1" y="8074"/>
                  </a:lnTo>
                  <a:lnTo>
                    <a:pt x="5026" y="8074"/>
                  </a:lnTo>
                  <a:lnTo>
                    <a:pt x="5026" y="7788"/>
                  </a:lnTo>
                  <a:lnTo>
                    <a:pt x="334" y="7788"/>
                  </a:lnTo>
                  <a:lnTo>
                    <a:pt x="334" y="334"/>
                  </a:lnTo>
                  <a:lnTo>
                    <a:pt x="4240" y="334"/>
                  </a:lnTo>
                  <a:lnTo>
                    <a:pt x="4240" y="1930"/>
                  </a:lnTo>
                  <a:lnTo>
                    <a:pt x="5835" y="1930"/>
                  </a:lnTo>
                  <a:lnTo>
                    <a:pt x="5835" y="5788"/>
                  </a:lnTo>
                  <a:lnTo>
                    <a:pt x="6145" y="5788"/>
                  </a:lnTo>
                  <a:lnTo>
                    <a:pt x="6145" y="1691"/>
                  </a:lnTo>
                  <a:lnTo>
                    <a:pt x="4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7" name="Google Shape;747;p56"/>
            <p:cNvSpPr/>
            <p:nvPr/>
          </p:nvSpPr>
          <p:spPr>
            <a:xfrm>
              <a:off x="6376300" y="3013775"/>
              <a:ext cx="61350" cy="7750"/>
            </a:xfrm>
            <a:custGeom>
              <a:avLst/>
              <a:gdLst/>
              <a:ahLst/>
              <a:cxnLst/>
              <a:rect l="l" t="t" r="r" b="b"/>
              <a:pathLst>
                <a:path w="2454" h="310" extrusionOk="0">
                  <a:moveTo>
                    <a:pt x="0" y="0"/>
                  </a:moveTo>
                  <a:lnTo>
                    <a:pt x="0" y="310"/>
                  </a:lnTo>
                  <a:lnTo>
                    <a:pt x="2453" y="310"/>
                  </a:lnTo>
                  <a:lnTo>
                    <a:pt x="2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8" name="Google Shape;748;p56"/>
            <p:cNvSpPr/>
            <p:nvPr/>
          </p:nvSpPr>
          <p:spPr>
            <a:xfrm>
              <a:off x="6376300" y="2917325"/>
              <a:ext cx="113150" cy="7175"/>
            </a:xfrm>
            <a:custGeom>
              <a:avLst/>
              <a:gdLst/>
              <a:ahLst/>
              <a:cxnLst/>
              <a:rect l="l" t="t" r="r" b="b"/>
              <a:pathLst>
                <a:path w="4526" h="287" extrusionOk="0">
                  <a:moveTo>
                    <a:pt x="0" y="0"/>
                  </a:moveTo>
                  <a:lnTo>
                    <a:pt x="0" y="286"/>
                  </a:lnTo>
                  <a:lnTo>
                    <a:pt x="4525" y="286"/>
                  </a:lnTo>
                  <a:lnTo>
                    <a:pt x="4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9" name="Google Shape;749;p56"/>
            <p:cNvSpPr/>
            <p:nvPr/>
          </p:nvSpPr>
          <p:spPr>
            <a:xfrm>
              <a:off x="6376300" y="2989350"/>
              <a:ext cx="113150" cy="7175"/>
            </a:xfrm>
            <a:custGeom>
              <a:avLst/>
              <a:gdLst/>
              <a:ahLst/>
              <a:cxnLst/>
              <a:rect l="l" t="t" r="r" b="b"/>
              <a:pathLst>
                <a:path w="4526" h="287" extrusionOk="0">
                  <a:moveTo>
                    <a:pt x="0" y="1"/>
                  </a:moveTo>
                  <a:lnTo>
                    <a:pt x="0" y="287"/>
                  </a:lnTo>
                  <a:lnTo>
                    <a:pt x="4525" y="287"/>
                  </a:lnTo>
                  <a:lnTo>
                    <a:pt x="45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0" name="Google Shape;750;p56"/>
            <p:cNvSpPr/>
            <p:nvPr/>
          </p:nvSpPr>
          <p:spPr>
            <a:xfrm>
              <a:off x="6376300" y="2965550"/>
              <a:ext cx="113150" cy="7175"/>
            </a:xfrm>
            <a:custGeom>
              <a:avLst/>
              <a:gdLst/>
              <a:ahLst/>
              <a:cxnLst/>
              <a:rect l="l" t="t" r="r" b="b"/>
              <a:pathLst>
                <a:path w="4526" h="287" extrusionOk="0">
                  <a:moveTo>
                    <a:pt x="0" y="0"/>
                  </a:moveTo>
                  <a:lnTo>
                    <a:pt x="0" y="286"/>
                  </a:lnTo>
                  <a:lnTo>
                    <a:pt x="4525" y="286"/>
                  </a:lnTo>
                  <a:lnTo>
                    <a:pt x="4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1" name="Google Shape;751;p56"/>
            <p:cNvSpPr/>
            <p:nvPr/>
          </p:nvSpPr>
          <p:spPr>
            <a:xfrm>
              <a:off x="6376300" y="2940550"/>
              <a:ext cx="113150" cy="7750"/>
            </a:xfrm>
            <a:custGeom>
              <a:avLst/>
              <a:gdLst/>
              <a:ahLst/>
              <a:cxnLst/>
              <a:rect l="l" t="t" r="r" b="b"/>
              <a:pathLst>
                <a:path w="4526" h="310" extrusionOk="0">
                  <a:moveTo>
                    <a:pt x="0" y="0"/>
                  </a:moveTo>
                  <a:lnTo>
                    <a:pt x="0" y="310"/>
                  </a:lnTo>
                  <a:lnTo>
                    <a:pt x="4525" y="310"/>
                  </a:lnTo>
                  <a:lnTo>
                    <a:pt x="4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2" name="Google Shape;752;p56"/>
            <p:cNvSpPr/>
            <p:nvPr/>
          </p:nvSpPr>
          <p:spPr>
            <a:xfrm>
              <a:off x="6376300" y="2892325"/>
              <a:ext cx="8350" cy="7750"/>
            </a:xfrm>
            <a:custGeom>
              <a:avLst/>
              <a:gdLst/>
              <a:ahLst/>
              <a:cxnLst/>
              <a:rect l="l" t="t" r="r" b="b"/>
              <a:pathLst>
                <a:path w="334" h="310" extrusionOk="0">
                  <a:moveTo>
                    <a:pt x="0" y="0"/>
                  </a:moveTo>
                  <a:lnTo>
                    <a:pt x="0" y="310"/>
                  </a:lnTo>
                  <a:lnTo>
                    <a:pt x="334" y="310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3" name="Google Shape;753;p56"/>
            <p:cNvSpPr/>
            <p:nvPr/>
          </p:nvSpPr>
          <p:spPr>
            <a:xfrm>
              <a:off x="6391775" y="2892325"/>
              <a:ext cx="8350" cy="7750"/>
            </a:xfrm>
            <a:custGeom>
              <a:avLst/>
              <a:gdLst/>
              <a:ahLst/>
              <a:cxnLst/>
              <a:rect l="l" t="t" r="r" b="b"/>
              <a:pathLst>
                <a:path w="334" h="310" extrusionOk="0">
                  <a:moveTo>
                    <a:pt x="1" y="0"/>
                  </a:moveTo>
                  <a:lnTo>
                    <a:pt x="1" y="310"/>
                  </a:lnTo>
                  <a:lnTo>
                    <a:pt x="334" y="310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4" name="Google Shape;754;p56"/>
            <p:cNvSpPr/>
            <p:nvPr/>
          </p:nvSpPr>
          <p:spPr>
            <a:xfrm>
              <a:off x="6408450" y="2892325"/>
              <a:ext cx="8350" cy="7750"/>
            </a:xfrm>
            <a:custGeom>
              <a:avLst/>
              <a:gdLst/>
              <a:ahLst/>
              <a:cxnLst/>
              <a:rect l="l" t="t" r="r" b="b"/>
              <a:pathLst>
                <a:path w="334" h="310" extrusionOk="0">
                  <a:moveTo>
                    <a:pt x="0" y="0"/>
                  </a:moveTo>
                  <a:lnTo>
                    <a:pt x="0" y="310"/>
                  </a:lnTo>
                  <a:lnTo>
                    <a:pt x="334" y="310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5" name="Google Shape;755;p56"/>
            <p:cNvSpPr/>
            <p:nvPr/>
          </p:nvSpPr>
          <p:spPr>
            <a:xfrm>
              <a:off x="6444775" y="3010200"/>
              <a:ext cx="121475" cy="104200"/>
            </a:xfrm>
            <a:custGeom>
              <a:avLst/>
              <a:gdLst/>
              <a:ahLst/>
              <a:cxnLst/>
              <a:rect l="l" t="t" r="r" b="b"/>
              <a:pathLst>
                <a:path w="4859" h="4168" extrusionOk="0">
                  <a:moveTo>
                    <a:pt x="2739" y="286"/>
                  </a:moveTo>
                  <a:lnTo>
                    <a:pt x="2739" y="3858"/>
                  </a:lnTo>
                  <a:lnTo>
                    <a:pt x="2096" y="3858"/>
                  </a:lnTo>
                  <a:lnTo>
                    <a:pt x="2096" y="286"/>
                  </a:lnTo>
                  <a:close/>
                  <a:moveTo>
                    <a:pt x="333" y="0"/>
                  </a:moveTo>
                  <a:cubicBezTo>
                    <a:pt x="143" y="0"/>
                    <a:pt x="0" y="119"/>
                    <a:pt x="0" y="286"/>
                  </a:cubicBezTo>
                  <a:lnTo>
                    <a:pt x="0" y="762"/>
                  </a:lnTo>
                  <a:lnTo>
                    <a:pt x="310" y="762"/>
                  </a:lnTo>
                  <a:lnTo>
                    <a:pt x="310" y="286"/>
                  </a:lnTo>
                  <a:lnTo>
                    <a:pt x="1786" y="286"/>
                  </a:lnTo>
                  <a:lnTo>
                    <a:pt x="1786" y="3858"/>
                  </a:lnTo>
                  <a:lnTo>
                    <a:pt x="1310" y="3858"/>
                  </a:lnTo>
                  <a:cubicBezTo>
                    <a:pt x="1310" y="3858"/>
                    <a:pt x="1286" y="3858"/>
                    <a:pt x="1286" y="3834"/>
                  </a:cubicBezTo>
                  <a:lnTo>
                    <a:pt x="1286" y="3692"/>
                  </a:lnTo>
                  <a:lnTo>
                    <a:pt x="976" y="3692"/>
                  </a:lnTo>
                  <a:lnTo>
                    <a:pt x="976" y="3834"/>
                  </a:lnTo>
                  <a:cubicBezTo>
                    <a:pt x="976" y="4025"/>
                    <a:pt x="1143" y="4168"/>
                    <a:pt x="1310" y="4168"/>
                  </a:cubicBezTo>
                  <a:lnTo>
                    <a:pt x="3572" y="4168"/>
                  </a:lnTo>
                  <a:cubicBezTo>
                    <a:pt x="3763" y="4168"/>
                    <a:pt x="3882" y="4025"/>
                    <a:pt x="3882" y="3834"/>
                  </a:cubicBezTo>
                  <a:lnTo>
                    <a:pt x="3882" y="3692"/>
                  </a:lnTo>
                  <a:lnTo>
                    <a:pt x="3572" y="3692"/>
                  </a:lnTo>
                  <a:lnTo>
                    <a:pt x="3572" y="3834"/>
                  </a:lnTo>
                  <a:lnTo>
                    <a:pt x="3572" y="3858"/>
                  </a:lnTo>
                  <a:lnTo>
                    <a:pt x="3072" y="3858"/>
                  </a:lnTo>
                  <a:lnTo>
                    <a:pt x="3072" y="286"/>
                  </a:lnTo>
                  <a:lnTo>
                    <a:pt x="4549" y="286"/>
                  </a:lnTo>
                  <a:lnTo>
                    <a:pt x="4549" y="762"/>
                  </a:lnTo>
                  <a:lnTo>
                    <a:pt x="4858" y="762"/>
                  </a:lnTo>
                  <a:lnTo>
                    <a:pt x="4858" y="286"/>
                  </a:lnTo>
                  <a:cubicBezTo>
                    <a:pt x="4834" y="119"/>
                    <a:pt x="4715" y="0"/>
                    <a:pt x="4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7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521" name="Google Shape;521;p47"/>
          <p:cNvSpPr/>
          <p:nvPr/>
        </p:nvSpPr>
        <p:spPr>
          <a:xfrm>
            <a:off x="5148141" y="3580430"/>
            <a:ext cx="1572006" cy="1410776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7" name="Google Shape;707;p56"/>
          <p:cNvSpPr txBox="1"/>
          <p:nvPr>
            <p:ph type="subTitle" idx="5"/>
          </p:nvPr>
        </p:nvSpPr>
        <p:spPr>
          <a:xfrm>
            <a:off x="1187450" y="1492250"/>
            <a:ext cx="2787015" cy="28270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Les robots (crawlers/spiders) parcourent le web en suivant les liens hypertextes</a:t>
            </a:r>
            <a:r>
              <a:rPr lang="en-US">
                <a:sym typeface="+mn-ea"/>
              </a:rPr>
              <a:t> pour découvrir de nouvelles pages et mettre à jour les pages existantes</a:t>
            </a:r>
            <a:endParaRPr lang="en-US">
              <a:sym typeface="+mn-ea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>
              <a:sym typeface="+mn-ea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Les pages explorées sont analysées et stockées dans une base de données massive (index)</a:t>
            </a:r>
            <a:endParaRPr lang="en-US">
              <a:sym typeface="+mn-ea"/>
            </a:endParaRPr>
          </a:p>
        </p:txBody>
      </p:sp>
      <p:sp>
        <p:nvSpPr>
          <p:cNvPr id="708" name="Google Shape;708;p56"/>
          <p:cNvSpPr txBox="1"/>
          <p:nvPr/>
        </p:nvSpPr>
        <p:spPr>
          <a:xfrm>
            <a:off x="1475105" y="631190"/>
            <a:ext cx="3279775" cy="78676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0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ym typeface="+mn-ea"/>
              </a:rPr>
              <a:t>Exploration et indexation</a:t>
            </a:r>
            <a:endParaRPr lang="en-GB"/>
          </a:p>
        </p:txBody>
      </p:sp>
      <p:sp>
        <p:nvSpPr>
          <p:cNvPr id="713" name="Google Shape;713;p56"/>
          <p:cNvSpPr/>
          <p:nvPr/>
        </p:nvSpPr>
        <p:spPr>
          <a:xfrm>
            <a:off x="432776" y="622332"/>
            <a:ext cx="813685" cy="730740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Google Shape;707;p56"/>
          <p:cNvSpPr txBox="1"/>
          <p:nvPr/>
        </p:nvSpPr>
        <p:spPr>
          <a:xfrm>
            <a:off x="4283710" y="1492250"/>
            <a:ext cx="2787015" cy="873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Contenu indexé : texte, images, métadonnées, structure des pages</a:t>
            </a:r>
            <a:endParaRPr>
              <a:sym typeface="+mn-ea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>
              <a:sym typeface="+mn-ea"/>
            </a:endParaRPr>
          </a:p>
        </p:txBody>
      </p:sp>
      <p:grpSp>
        <p:nvGrpSpPr>
          <p:cNvPr id="10" name="Google Shape;854;p59"/>
          <p:cNvGrpSpPr/>
          <p:nvPr/>
        </p:nvGrpSpPr>
        <p:grpSpPr>
          <a:xfrm>
            <a:off x="641494" y="844886"/>
            <a:ext cx="399094" cy="285218"/>
            <a:chOff x="3190525" y="2323150"/>
            <a:chExt cx="264950" cy="189350"/>
          </a:xfrm>
        </p:grpSpPr>
        <p:sp>
          <p:nvSpPr>
            <p:cNvPr id="2" name="Google Shape;855;p59"/>
            <p:cNvSpPr/>
            <p:nvPr/>
          </p:nvSpPr>
          <p:spPr>
            <a:xfrm>
              <a:off x="3285775" y="2331500"/>
              <a:ext cx="169700" cy="39900"/>
            </a:xfrm>
            <a:custGeom>
              <a:avLst/>
              <a:gdLst/>
              <a:ahLst/>
              <a:cxnLst/>
              <a:rect l="l" t="t" r="r" b="b"/>
              <a:pathLst>
                <a:path w="6788" h="1596" extrusionOk="0">
                  <a:moveTo>
                    <a:pt x="5478" y="333"/>
                  </a:moveTo>
                  <a:lnTo>
                    <a:pt x="5478" y="691"/>
                  </a:lnTo>
                  <a:lnTo>
                    <a:pt x="1810" y="691"/>
                  </a:lnTo>
                  <a:lnTo>
                    <a:pt x="1810" y="333"/>
                  </a:lnTo>
                  <a:close/>
                  <a:moveTo>
                    <a:pt x="1524" y="405"/>
                  </a:moveTo>
                  <a:lnTo>
                    <a:pt x="1524" y="1238"/>
                  </a:lnTo>
                  <a:lnTo>
                    <a:pt x="691" y="834"/>
                  </a:lnTo>
                  <a:lnTo>
                    <a:pt x="1524" y="405"/>
                  </a:lnTo>
                  <a:close/>
                  <a:moveTo>
                    <a:pt x="5478" y="976"/>
                  </a:moveTo>
                  <a:lnTo>
                    <a:pt x="5478" y="1334"/>
                  </a:lnTo>
                  <a:lnTo>
                    <a:pt x="1810" y="1334"/>
                  </a:lnTo>
                  <a:lnTo>
                    <a:pt x="1810" y="976"/>
                  </a:lnTo>
                  <a:close/>
                  <a:moveTo>
                    <a:pt x="6478" y="333"/>
                  </a:moveTo>
                  <a:lnTo>
                    <a:pt x="6478" y="1310"/>
                  </a:lnTo>
                  <a:lnTo>
                    <a:pt x="6454" y="1310"/>
                  </a:lnTo>
                  <a:lnTo>
                    <a:pt x="5811" y="1334"/>
                  </a:lnTo>
                  <a:lnTo>
                    <a:pt x="5811" y="333"/>
                  </a:lnTo>
                  <a:close/>
                  <a:moveTo>
                    <a:pt x="1644" y="0"/>
                  </a:moveTo>
                  <a:lnTo>
                    <a:pt x="0" y="810"/>
                  </a:lnTo>
                  <a:lnTo>
                    <a:pt x="1644" y="1596"/>
                  </a:lnTo>
                  <a:lnTo>
                    <a:pt x="6454" y="1596"/>
                  </a:lnTo>
                  <a:cubicBezTo>
                    <a:pt x="6645" y="1596"/>
                    <a:pt x="6764" y="1453"/>
                    <a:pt x="6764" y="1286"/>
                  </a:cubicBezTo>
                  <a:lnTo>
                    <a:pt x="6764" y="286"/>
                  </a:lnTo>
                  <a:cubicBezTo>
                    <a:pt x="6787" y="143"/>
                    <a:pt x="6645" y="0"/>
                    <a:pt x="64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4" name="Google Shape;856;p59"/>
            <p:cNvSpPr/>
            <p:nvPr/>
          </p:nvSpPr>
          <p:spPr>
            <a:xfrm>
              <a:off x="3291125" y="2472000"/>
              <a:ext cx="7775" cy="7750"/>
            </a:xfrm>
            <a:custGeom>
              <a:avLst/>
              <a:gdLst/>
              <a:ahLst/>
              <a:cxnLst/>
              <a:rect l="l" t="t" r="r" b="b"/>
              <a:pathLst>
                <a:path w="311" h="310" extrusionOk="0">
                  <a:moveTo>
                    <a:pt x="1" y="0"/>
                  </a:moveTo>
                  <a:lnTo>
                    <a:pt x="1" y="310"/>
                  </a:lnTo>
                  <a:lnTo>
                    <a:pt x="310" y="310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5" name="Google Shape;857;p59"/>
            <p:cNvSpPr/>
            <p:nvPr/>
          </p:nvSpPr>
          <p:spPr>
            <a:xfrm>
              <a:off x="3307200" y="2472000"/>
              <a:ext cx="8375" cy="7750"/>
            </a:xfrm>
            <a:custGeom>
              <a:avLst/>
              <a:gdLst/>
              <a:ahLst/>
              <a:cxnLst/>
              <a:rect l="l" t="t" r="r" b="b"/>
              <a:pathLst>
                <a:path w="335" h="310" extrusionOk="0">
                  <a:moveTo>
                    <a:pt x="1" y="0"/>
                  </a:moveTo>
                  <a:lnTo>
                    <a:pt x="1" y="310"/>
                  </a:lnTo>
                  <a:lnTo>
                    <a:pt x="334" y="310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6" name="Google Shape;858;p59"/>
            <p:cNvSpPr/>
            <p:nvPr/>
          </p:nvSpPr>
          <p:spPr>
            <a:xfrm>
              <a:off x="3323875" y="2472000"/>
              <a:ext cx="7775" cy="7750"/>
            </a:xfrm>
            <a:custGeom>
              <a:avLst/>
              <a:gdLst/>
              <a:ahLst/>
              <a:cxnLst/>
              <a:rect l="l" t="t" r="r" b="b"/>
              <a:pathLst>
                <a:path w="311" h="310" extrusionOk="0">
                  <a:moveTo>
                    <a:pt x="0" y="0"/>
                  </a:moveTo>
                  <a:lnTo>
                    <a:pt x="0" y="310"/>
                  </a:lnTo>
                  <a:lnTo>
                    <a:pt x="310" y="310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7" name="Google Shape;859;p59"/>
            <p:cNvSpPr/>
            <p:nvPr/>
          </p:nvSpPr>
          <p:spPr>
            <a:xfrm>
              <a:off x="3257200" y="2381500"/>
              <a:ext cx="148275" cy="23250"/>
            </a:xfrm>
            <a:custGeom>
              <a:avLst/>
              <a:gdLst/>
              <a:ahLst/>
              <a:cxnLst/>
              <a:rect l="l" t="t" r="r" b="b"/>
              <a:pathLst>
                <a:path w="5931" h="930" extrusionOk="0">
                  <a:moveTo>
                    <a:pt x="0" y="0"/>
                  </a:moveTo>
                  <a:lnTo>
                    <a:pt x="0" y="286"/>
                  </a:lnTo>
                  <a:lnTo>
                    <a:pt x="5644" y="286"/>
                  </a:lnTo>
                  <a:lnTo>
                    <a:pt x="5644" y="929"/>
                  </a:lnTo>
                  <a:lnTo>
                    <a:pt x="5930" y="929"/>
                  </a:lnTo>
                  <a:lnTo>
                    <a:pt x="5930" y="286"/>
                  </a:lnTo>
                  <a:cubicBezTo>
                    <a:pt x="5930" y="119"/>
                    <a:pt x="5811" y="0"/>
                    <a:pt x="56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" name="Google Shape;860;p59"/>
            <p:cNvSpPr/>
            <p:nvPr/>
          </p:nvSpPr>
          <p:spPr>
            <a:xfrm>
              <a:off x="3208375" y="2435075"/>
              <a:ext cx="24425" cy="23850"/>
            </a:xfrm>
            <a:custGeom>
              <a:avLst/>
              <a:gdLst/>
              <a:ahLst/>
              <a:cxnLst/>
              <a:rect l="l" t="t" r="r" b="b"/>
              <a:pathLst>
                <a:path w="977" h="954" extrusionOk="0">
                  <a:moveTo>
                    <a:pt x="477" y="286"/>
                  </a:moveTo>
                  <a:cubicBezTo>
                    <a:pt x="572" y="286"/>
                    <a:pt x="643" y="382"/>
                    <a:pt x="643" y="477"/>
                  </a:cubicBezTo>
                  <a:cubicBezTo>
                    <a:pt x="643" y="548"/>
                    <a:pt x="596" y="644"/>
                    <a:pt x="477" y="644"/>
                  </a:cubicBezTo>
                  <a:cubicBezTo>
                    <a:pt x="381" y="644"/>
                    <a:pt x="286" y="548"/>
                    <a:pt x="286" y="477"/>
                  </a:cubicBezTo>
                  <a:cubicBezTo>
                    <a:pt x="286" y="382"/>
                    <a:pt x="381" y="286"/>
                    <a:pt x="477" y="286"/>
                  </a:cubicBezTo>
                  <a:close/>
                  <a:moveTo>
                    <a:pt x="477" y="1"/>
                  </a:moveTo>
                  <a:cubicBezTo>
                    <a:pt x="215" y="1"/>
                    <a:pt x="0" y="191"/>
                    <a:pt x="0" y="477"/>
                  </a:cubicBezTo>
                  <a:cubicBezTo>
                    <a:pt x="0" y="739"/>
                    <a:pt x="191" y="953"/>
                    <a:pt x="477" y="953"/>
                  </a:cubicBezTo>
                  <a:cubicBezTo>
                    <a:pt x="739" y="953"/>
                    <a:pt x="953" y="739"/>
                    <a:pt x="953" y="477"/>
                  </a:cubicBezTo>
                  <a:cubicBezTo>
                    <a:pt x="977" y="191"/>
                    <a:pt x="739" y="1"/>
                    <a:pt x="4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9" name="Google Shape;861;p59"/>
            <p:cNvSpPr/>
            <p:nvPr/>
          </p:nvSpPr>
          <p:spPr>
            <a:xfrm>
              <a:off x="3190525" y="2323150"/>
              <a:ext cx="263175" cy="189350"/>
            </a:xfrm>
            <a:custGeom>
              <a:avLst/>
              <a:gdLst/>
              <a:ahLst/>
              <a:cxnLst/>
              <a:rect l="l" t="t" r="r" b="b"/>
              <a:pathLst>
                <a:path w="10527" h="7574" extrusionOk="0">
                  <a:moveTo>
                    <a:pt x="2024" y="334"/>
                  </a:moveTo>
                  <a:lnTo>
                    <a:pt x="2024" y="1334"/>
                  </a:lnTo>
                  <a:lnTo>
                    <a:pt x="357" y="1334"/>
                  </a:lnTo>
                  <a:lnTo>
                    <a:pt x="357" y="334"/>
                  </a:lnTo>
                  <a:close/>
                  <a:moveTo>
                    <a:pt x="2024" y="1644"/>
                  </a:moveTo>
                  <a:lnTo>
                    <a:pt x="2024" y="2644"/>
                  </a:lnTo>
                  <a:lnTo>
                    <a:pt x="357" y="2644"/>
                  </a:lnTo>
                  <a:lnTo>
                    <a:pt x="357" y="1644"/>
                  </a:lnTo>
                  <a:close/>
                  <a:moveTo>
                    <a:pt x="10240" y="3954"/>
                  </a:moveTo>
                  <a:lnTo>
                    <a:pt x="10240" y="4978"/>
                  </a:lnTo>
                  <a:lnTo>
                    <a:pt x="3263" y="4978"/>
                  </a:lnTo>
                  <a:lnTo>
                    <a:pt x="3263" y="3954"/>
                  </a:lnTo>
                  <a:lnTo>
                    <a:pt x="3691" y="3954"/>
                  </a:lnTo>
                  <a:lnTo>
                    <a:pt x="3691" y="4287"/>
                  </a:lnTo>
                  <a:lnTo>
                    <a:pt x="3977" y="4287"/>
                  </a:lnTo>
                  <a:lnTo>
                    <a:pt x="3977" y="3954"/>
                  </a:lnTo>
                  <a:lnTo>
                    <a:pt x="4334" y="3954"/>
                  </a:lnTo>
                  <a:lnTo>
                    <a:pt x="4334" y="4621"/>
                  </a:lnTo>
                  <a:lnTo>
                    <a:pt x="4644" y="4621"/>
                  </a:lnTo>
                  <a:lnTo>
                    <a:pt x="4644" y="3954"/>
                  </a:lnTo>
                  <a:lnTo>
                    <a:pt x="5001" y="3954"/>
                  </a:lnTo>
                  <a:lnTo>
                    <a:pt x="5001" y="4287"/>
                  </a:lnTo>
                  <a:lnTo>
                    <a:pt x="5287" y="4287"/>
                  </a:lnTo>
                  <a:lnTo>
                    <a:pt x="5287" y="3954"/>
                  </a:lnTo>
                  <a:lnTo>
                    <a:pt x="5644" y="3954"/>
                  </a:lnTo>
                  <a:lnTo>
                    <a:pt x="5644" y="4621"/>
                  </a:lnTo>
                  <a:lnTo>
                    <a:pt x="5954" y="4621"/>
                  </a:lnTo>
                  <a:lnTo>
                    <a:pt x="5954" y="3954"/>
                  </a:lnTo>
                  <a:lnTo>
                    <a:pt x="6311" y="3954"/>
                  </a:lnTo>
                  <a:lnTo>
                    <a:pt x="6311" y="4287"/>
                  </a:lnTo>
                  <a:lnTo>
                    <a:pt x="6597" y="4287"/>
                  </a:lnTo>
                  <a:lnTo>
                    <a:pt x="6597" y="3954"/>
                  </a:lnTo>
                  <a:lnTo>
                    <a:pt x="6954" y="3954"/>
                  </a:lnTo>
                  <a:lnTo>
                    <a:pt x="6954" y="4621"/>
                  </a:lnTo>
                  <a:lnTo>
                    <a:pt x="7263" y="4621"/>
                  </a:lnTo>
                  <a:lnTo>
                    <a:pt x="7263" y="3954"/>
                  </a:lnTo>
                  <a:lnTo>
                    <a:pt x="7621" y="3954"/>
                  </a:lnTo>
                  <a:lnTo>
                    <a:pt x="7621" y="4287"/>
                  </a:lnTo>
                  <a:lnTo>
                    <a:pt x="7906" y="4287"/>
                  </a:lnTo>
                  <a:lnTo>
                    <a:pt x="7906" y="3954"/>
                  </a:lnTo>
                  <a:lnTo>
                    <a:pt x="8264" y="3954"/>
                  </a:lnTo>
                  <a:lnTo>
                    <a:pt x="8264" y="4621"/>
                  </a:lnTo>
                  <a:lnTo>
                    <a:pt x="8573" y="4621"/>
                  </a:lnTo>
                  <a:lnTo>
                    <a:pt x="8573" y="3954"/>
                  </a:lnTo>
                  <a:lnTo>
                    <a:pt x="8930" y="3954"/>
                  </a:lnTo>
                  <a:lnTo>
                    <a:pt x="8930" y="4287"/>
                  </a:lnTo>
                  <a:lnTo>
                    <a:pt x="9216" y="4287"/>
                  </a:lnTo>
                  <a:lnTo>
                    <a:pt x="9216" y="3954"/>
                  </a:lnTo>
                  <a:lnTo>
                    <a:pt x="9573" y="3954"/>
                  </a:lnTo>
                  <a:lnTo>
                    <a:pt x="9573" y="4621"/>
                  </a:lnTo>
                  <a:lnTo>
                    <a:pt x="9883" y="4621"/>
                  </a:lnTo>
                  <a:lnTo>
                    <a:pt x="9883" y="3954"/>
                  </a:lnTo>
                  <a:close/>
                  <a:moveTo>
                    <a:pt x="2024" y="2977"/>
                  </a:moveTo>
                  <a:lnTo>
                    <a:pt x="2024" y="5621"/>
                  </a:lnTo>
                  <a:lnTo>
                    <a:pt x="2024" y="5645"/>
                  </a:lnTo>
                  <a:lnTo>
                    <a:pt x="357" y="5597"/>
                  </a:lnTo>
                  <a:lnTo>
                    <a:pt x="357" y="4287"/>
                  </a:lnTo>
                  <a:lnTo>
                    <a:pt x="1691" y="4287"/>
                  </a:lnTo>
                  <a:lnTo>
                    <a:pt x="1691" y="4001"/>
                  </a:lnTo>
                  <a:lnTo>
                    <a:pt x="357" y="4001"/>
                  </a:lnTo>
                  <a:lnTo>
                    <a:pt x="357" y="2977"/>
                  </a:lnTo>
                  <a:close/>
                  <a:moveTo>
                    <a:pt x="8669" y="6931"/>
                  </a:moveTo>
                  <a:lnTo>
                    <a:pt x="8669" y="7264"/>
                  </a:lnTo>
                  <a:lnTo>
                    <a:pt x="8621" y="7264"/>
                  </a:lnTo>
                  <a:lnTo>
                    <a:pt x="1048" y="7288"/>
                  </a:lnTo>
                  <a:lnTo>
                    <a:pt x="1000" y="7264"/>
                  </a:lnTo>
                  <a:lnTo>
                    <a:pt x="1000" y="6931"/>
                  </a:lnTo>
                  <a:lnTo>
                    <a:pt x="3929" y="6931"/>
                  </a:lnTo>
                  <a:lnTo>
                    <a:pt x="4096" y="7121"/>
                  </a:lnTo>
                  <a:lnTo>
                    <a:pt x="5573" y="7121"/>
                  </a:lnTo>
                  <a:lnTo>
                    <a:pt x="5739" y="6931"/>
                  </a:lnTo>
                  <a:close/>
                  <a:moveTo>
                    <a:pt x="0" y="1"/>
                  </a:moveTo>
                  <a:lnTo>
                    <a:pt x="0" y="5597"/>
                  </a:lnTo>
                  <a:cubicBezTo>
                    <a:pt x="0" y="5788"/>
                    <a:pt x="143" y="5930"/>
                    <a:pt x="333" y="5930"/>
                  </a:cubicBezTo>
                  <a:lnTo>
                    <a:pt x="976" y="5930"/>
                  </a:lnTo>
                  <a:lnTo>
                    <a:pt x="976" y="6621"/>
                  </a:lnTo>
                  <a:lnTo>
                    <a:pt x="643" y="6621"/>
                  </a:lnTo>
                  <a:lnTo>
                    <a:pt x="643" y="7240"/>
                  </a:lnTo>
                  <a:cubicBezTo>
                    <a:pt x="643" y="7407"/>
                    <a:pt x="810" y="7574"/>
                    <a:pt x="976" y="7574"/>
                  </a:cubicBezTo>
                  <a:lnTo>
                    <a:pt x="8573" y="7574"/>
                  </a:lnTo>
                  <a:cubicBezTo>
                    <a:pt x="8740" y="7574"/>
                    <a:pt x="8859" y="7407"/>
                    <a:pt x="8859" y="7240"/>
                  </a:cubicBezTo>
                  <a:lnTo>
                    <a:pt x="8859" y="6621"/>
                  </a:lnTo>
                  <a:lnTo>
                    <a:pt x="8549" y="6621"/>
                  </a:lnTo>
                  <a:lnTo>
                    <a:pt x="8549" y="5264"/>
                  </a:lnTo>
                  <a:lnTo>
                    <a:pt x="10526" y="5264"/>
                  </a:lnTo>
                  <a:lnTo>
                    <a:pt x="10526" y="3644"/>
                  </a:lnTo>
                  <a:lnTo>
                    <a:pt x="2977" y="3644"/>
                  </a:lnTo>
                  <a:lnTo>
                    <a:pt x="2977" y="5264"/>
                  </a:lnTo>
                  <a:lnTo>
                    <a:pt x="8311" y="5264"/>
                  </a:lnTo>
                  <a:lnTo>
                    <a:pt x="8311" y="6621"/>
                  </a:lnTo>
                  <a:lnTo>
                    <a:pt x="5596" y="6621"/>
                  </a:lnTo>
                  <a:lnTo>
                    <a:pt x="5406" y="6788"/>
                  </a:lnTo>
                  <a:lnTo>
                    <a:pt x="4215" y="6788"/>
                  </a:lnTo>
                  <a:lnTo>
                    <a:pt x="4048" y="6621"/>
                  </a:lnTo>
                  <a:lnTo>
                    <a:pt x="1310" y="6621"/>
                  </a:lnTo>
                  <a:lnTo>
                    <a:pt x="1310" y="5930"/>
                  </a:lnTo>
                  <a:lnTo>
                    <a:pt x="2000" y="5930"/>
                  </a:lnTo>
                  <a:cubicBezTo>
                    <a:pt x="2167" y="5930"/>
                    <a:pt x="2286" y="5788"/>
                    <a:pt x="2286" y="5597"/>
                  </a:cubicBezTo>
                  <a:lnTo>
                    <a:pt x="22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7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521" name="Google Shape;521;p47"/>
          <p:cNvSpPr/>
          <p:nvPr/>
        </p:nvSpPr>
        <p:spPr>
          <a:xfrm>
            <a:off x="5652331" y="3508040"/>
            <a:ext cx="1572006" cy="1410776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7" name="Google Shape;707;p56"/>
          <p:cNvSpPr txBox="1"/>
          <p:nvPr>
            <p:ph type="subTitle" idx="5"/>
          </p:nvPr>
        </p:nvSpPr>
        <p:spPr>
          <a:xfrm>
            <a:off x="1187450" y="989965"/>
            <a:ext cx="4553585" cy="36074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Analyse de la requête :</a:t>
            </a:r>
            <a:endParaRPr>
              <a:sym typeface="+mn-ea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–"/>
            </a:pPr>
            <a:r>
              <a:rPr>
                <a:sym typeface="+mn-ea"/>
              </a:rPr>
              <a:t>Tokenisation : Décomposer la requête en mots-clés</a:t>
            </a:r>
            <a:endParaRPr>
              <a:sym typeface="+mn-ea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–"/>
            </a:pPr>
            <a:r>
              <a:rPr>
                <a:sym typeface="+mn-ea"/>
              </a:rPr>
              <a:t>Correction orthographique : Ex. "recherch" → "recherche"</a:t>
            </a:r>
            <a:endParaRPr>
              <a:sym typeface="+mn-ea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–"/>
            </a:pPr>
            <a:r>
              <a:rPr>
                <a:sym typeface="+mn-ea"/>
              </a:rPr>
              <a:t>Analyse sémantique : Comprendre l'intention (information, achat, navigation)</a:t>
            </a:r>
            <a:endParaRPr>
              <a:sym typeface="+mn-ea"/>
            </a:endParaRPr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>
              <a:sym typeface="+mn-ea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Utilisation du traitement du langage naturel (NLP) :</a:t>
            </a:r>
            <a:endParaRPr lang="en-US">
              <a:sym typeface="+mn-ea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–"/>
            </a:pPr>
            <a:r>
              <a:rPr lang="en-US">
                <a:sym typeface="+mn-ea"/>
              </a:rPr>
              <a:t>Détection des synonymes, entités (personnes, lieux), et contexte</a:t>
            </a:r>
            <a:endParaRPr lang="en-US">
              <a:sym typeface="+mn-ea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>
              <a:sym typeface="+mn-ea"/>
            </a:endParaRPr>
          </a:p>
          <a:p>
            <a:pPr marL="0" lvl="1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Exemple : "meilleur restaurant Paris" → Intention : trouver des recommandations locales.</a:t>
            </a:r>
            <a:endParaRPr>
              <a:sym typeface="+mn-ea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>
              <a:sym typeface="+mn-ea"/>
            </a:endParaRPr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>
              <a:sym typeface="+mn-ea"/>
            </a:endParaRPr>
          </a:p>
        </p:txBody>
      </p:sp>
      <p:sp>
        <p:nvSpPr>
          <p:cNvPr id="708" name="Google Shape;708;p56"/>
          <p:cNvSpPr txBox="1"/>
          <p:nvPr/>
        </p:nvSpPr>
        <p:spPr>
          <a:xfrm>
            <a:off x="1475105" y="344170"/>
            <a:ext cx="3279775" cy="78676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0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ym typeface="+mn-ea"/>
              </a:rPr>
              <a:t>Traitement de la requête</a:t>
            </a:r>
            <a:endParaRPr lang="en-GB"/>
          </a:p>
        </p:txBody>
      </p:sp>
      <p:sp>
        <p:nvSpPr>
          <p:cNvPr id="713" name="Google Shape;713;p56"/>
          <p:cNvSpPr/>
          <p:nvPr/>
        </p:nvSpPr>
        <p:spPr>
          <a:xfrm>
            <a:off x="432776" y="335312"/>
            <a:ext cx="813685" cy="730740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62" name="Google Shape;862;p59"/>
          <p:cNvGrpSpPr/>
          <p:nvPr/>
        </p:nvGrpSpPr>
        <p:grpSpPr>
          <a:xfrm>
            <a:off x="680556" y="491700"/>
            <a:ext cx="316196" cy="440410"/>
            <a:chOff x="2136725" y="3905625"/>
            <a:chExt cx="189350" cy="263750"/>
          </a:xfrm>
        </p:grpSpPr>
        <p:sp>
          <p:nvSpPr>
            <p:cNvPr id="863" name="Google Shape;863;p59"/>
            <p:cNvSpPr/>
            <p:nvPr/>
          </p:nvSpPr>
          <p:spPr>
            <a:xfrm>
              <a:off x="2252825" y="3905625"/>
              <a:ext cx="73250" cy="73250"/>
            </a:xfrm>
            <a:custGeom>
              <a:avLst/>
              <a:gdLst/>
              <a:ahLst/>
              <a:cxnLst/>
              <a:rect l="l" t="t" r="r" b="b"/>
              <a:pathLst>
                <a:path w="2930" h="2930" extrusionOk="0">
                  <a:moveTo>
                    <a:pt x="2620" y="310"/>
                  </a:moveTo>
                  <a:lnTo>
                    <a:pt x="2620" y="1262"/>
                  </a:lnTo>
                  <a:lnTo>
                    <a:pt x="1953" y="596"/>
                  </a:lnTo>
                  <a:lnTo>
                    <a:pt x="1405" y="1143"/>
                  </a:lnTo>
                  <a:lnTo>
                    <a:pt x="977" y="738"/>
                  </a:lnTo>
                  <a:lnTo>
                    <a:pt x="286" y="1429"/>
                  </a:lnTo>
                  <a:lnTo>
                    <a:pt x="286" y="310"/>
                  </a:lnTo>
                  <a:close/>
                  <a:moveTo>
                    <a:pt x="977" y="1191"/>
                  </a:moveTo>
                  <a:lnTo>
                    <a:pt x="1191" y="1381"/>
                  </a:lnTo>
                  <a:lnTo>
                    <a:pt x="596" y="1977"/>
                  </a:lnTo>
                  <a:lnTo>
                    <a:pt x="286" y="1977"/>
                  </a:lnTo>
                  <a:lnTo>
                    <a:pt x="286" y="1858"/>
                  </a:lnTo>
                  <a:lnTo>
                    <a:pt x="977" y="1191"/>
                  </a:lnTo>
                  <a:close/>
                  <a:moveTo>
                    <a:pt x="1953" y="1024"/>
                  </a:moveTo>
                  <a:lnTo>
                    <a:pt x="2620" y="1691"/>
                  </a:lnTo>
                  <a:lnTo>
                    <a:pt x="2620" y="1977"/>
                  </a:lnTo>
                  <a:lnTo>
                    <a:pt x="1000" y="1977"/>
                  </a:lnTo>
                  <a:lnTo>
                    <a:pt x="1953" y="1024"/>
                  </a:lnTo>
                  <a:close/>
                  <a:moveTo>
                    <a:pt x="2620" y="2286"/>
                  </a:moveTo>
                  <a:lnTo>
                    <a:pt x="2620" y="2644"/>
                  </a:lnTo>
                  <a:lnTo>
                    <a:pt x="286" y="2644"/>
                  </a:lnTo>
                  <a:lnTo>
                    <a:pt x="286" y="2286"/>
                  </a:lnTo>
                  <a:close/>
                  <a:moveTo>
                    <a:pt x="0" y="0"/>
                  </a:moveTo>
                  <a:lnTo>
                    <a:pt x="0" y="2929"/>
                  </a:lnTo>
                  <a:lnTo>
                    <a:pt x="2929" y="2929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64" name="Google Shape;864;p59"/>
            <p:cNvSpPr/>
            <p:nvPr/>
          </p:nvSpPr>
          <p:spPr>
            <a:xfrm>
              <a:off x="2136725" y="3905625"/>
              <a:ext cx="73850" cy="73250"/>
            </a:xfrm>
            <a:custGeom>
              <a:avLst/>
              <a:gdLst/>
              <a:ahLst/>
              <a:cxnLst/>
              <a:rect l="l" t="t" r="r" b="b"/>
              <a:pathLst>
                <a:path w="2954" h="2930" extrusionOk="0">
                  <a:moveTo>
                    <a:pt x="2644" y="310"/>
                  </a:moveTo>
                  <a:lnTo>
                    <a:pt x="2644" y="2644"/>
                  </a:lnTo>
                  <a:lnTo>
                    <a:pt x="334" y="2644"/>
                  </a:lnTo>
                  <a:lnTo>
                    <a:pt x="334" y="310"/>
                  </a:lnTo>
                  <a:close/>
                  <a:moveTo>
                    <a:pt x="0" y="0"/>
                  </a:moveTo>
                  <a:lnTo>
                    <a:pt x="0" y="2929"/>
                  </a:lnTo>
                  <a:lnTo>
                    <a:pt x="2953" y="2929"/>
                  </a:lnTo>
                  <a:lnTo>
                    <a:pt x="29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65" name="Google Shape;865;p59"/>
            <p:cNvSpPr/>
            <p:nvPr/>
          </p:nvSpPr>
          <p:spPr>
            <a:xfrm>
              <a:off x="2152800" y="3921700"/>
              <a:ext cx="8350" cy="7750"/>
            </a:xfrm>
            <a:custGeom>
              <a:avLst/>
              <a:gdLst/>
              <a:ahLst/>
              <a:cxnLst/>
              <a:rect l="l" t="t" r="r" b="b"/>
              <a:pathLst>
                <a:path w="334" h="310" extrusionOk="0">
                  <a:moveTo>
                    <a:pt x="0" y="0"/>
                  </a:moveTo>
                  <a:lnTo>
                    <a:pt x="0" y="310"/>
                  </a:lnTo>
                  <a:lnTo>
                    <a:pt x="334" y="310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66" name="Google Shape;866;p59"/>
            <p:cNvSpPr/>
            <p:nvPr/>
          </p:nvSpPr>
          <p:spPr>
            <a:xfrm>
              <a:off x="2170075" y="3921700"/>
              <a:ext cx="24425" cy="7750"/>
            </a:xfrm>
            <a:custGeom>
              <a:avLst/>
              <a:gdLst/>
              <a:ahLst/>
              <a:cxnLst/>
              <a:rect l="l" t="t" r="r" b="b"/>
              <a:pathLst>
                <a:path w="977" h="310" extrusionOk="0">
                  <a:moveTo>
                    <a:pt x="0" y="0"/>
                  </a:moveTo>
                  <a:lnTo>
                    <a:pt x="0" y="310"/>
                  </a:lnTo>
                  <a:lnTo>
                    <a:pt x="976" y="310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67" name="Google Shape;867;p59"/>
            <p:cNvSpPr/>
            <p:nvPr/>
          </p:nvSpPr>
          <p:spPr>
            <a:xfrm>
              <a:off x="2152800" y="3938950"/>
              <a:ext cx="20850" cy="7175"/>
            </a:xfrm>
            <a:custGeom>
              <a:avLst/>
              <a:gdLst/>
              <a:ahLst/>
              <a:cxnLst/>
              <a:rect l="l" t="t" r="r" b="b"/>
              <a:pathLst>
                <a:path w="834" h="287" extrusionOk="0">
                  <a:moveTo>
                    <a:pt x="0" y="1"/>
                  </a:moveTo>
                  <a:lnTo>
                    <a:pt x="0" y="287"/>
                  </a:lnTo>
                  <a:lnTo>
                    <a:pt x="834" y="287"/>
                  </a:lnTo>
                  <a:lnTo>
                    <a:pt x="8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68" name="Google Shape;868;p59"/>
            <p:cNvSpPr/>
            <p:nvPr/>
          </p:nvSpPr>
          <p:spPr>
            <a:xfrm>
              <a:off x="2181975" y="3938950"/>
              <a:ext cx="12525" cy="7175"/>
            </a:xfrm>
            <a:custGeom>
              <a:avLst/>
              <a:gdLst/>
              <a:ahLst/>
              <a:cxnLst/>
              <a:rect l="l" t="t" r="r" b="b"/>
              <a:pathLst>
                <a:path w="501" h="287" extrusionOk="0">
                  <a:moveTo>
                    <a:pt x="0" y="1"/>
                  </a:moveTo>
                  <a:lnTo>
                    <a:pt x="0" y="287"/>
                  </a:lnTo>
                  <a:lnTo>
                    <a:pt x="500" y="287"/>
                  </a:lnTo>
                  <a:lnTo>
                    <a:pt x="5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69" name="Google Shape;869;p59"/>
            <p:cNvSpPr/>
            <p:nvPr/>
          </p:nvSpPr>
          <p:spPr>
            <a:xfrm>
              <a:off x="2152800" y="3955025"/>
              <a:ext cx="13125" cy="7775"/>
            </a:xfrm>
            <a:custGeom>
              <a:avLst/>
              <a:gdLst/>
              <a:ahLst/>
              <a:cxnLst/>
              <a:rect l="l" t="t" r="r" b="b"/>
              <a:pathLst>
                <a:path w="525" h="311" extrusionOk="0">
                  <a:moveTo>
                    <a:pt x="0" y="1"/>
                  </a:moveTo>
                  <a:lnTo>
                    <a:pt x="0" y="310"/>
                  </a:lnTo>
                  <a:lnTo>
                    <a:pt x="524" y="310"/>
                  </a:lnTo>
                  <a:lnTo>
                    <a:pt x="5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70" name="Google Shape;870;p59"/>
            <p:cNvSpPr/>
            <p:nvPr/>
          </p:nvSpPr>
          <p:spPr>
            <a:xfrm>
              <a:off x="2173625" y="3955025"/>
              <a:ext cx="20875" cy="7775"/>
            </a:xfrm>
            <a:custGeom>
              <a:avLst/>
              <a:gdLst/>
              <a:ahLst/>
              <a:cxnLst/>
              <a:rect l="l" t="t" r="r" b="b"/>
              <a:pathLst>
                <a:path w="835" h="311" extrusionOk="0">
                  <a:moveTo>
                    <a:pt x="1" y="1"/>
                  </a:moveTo>
                  <a:lnTo>
                    <a:pt x="1" y="310"/>
                  </a:lnTo>
                  <a:lnTo>
                    <a:pt x="834" y="310"/>
                  </a:lnTo>
                  <a:lnTo>
                    <a:pt x="8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71" name="Google Shape;871;p59"/>
            <p:cNvSpPr/>
            <p:nvPr/>
          </p:nvSpPr>
          <p:spPr>
            <a:xfrm>
              <a:off x="2219475" y="3930025"/>
              <a:ext cx="24425" cy="24425"/>
            </a:xfrm>
            <a:custGeom>
              <a:avLst/>
              <a:gdLst/>
              <a:ahLst/>
              <a:cxnLst/>
              <a:rect l="l" t="t" r="r" b="b"/>
              <a:pathLst>
                <a:path w="977" h="977" extrusionOk="0">
                  <a:moveTo>
                    <a:pt x="310" y="1"/>
                  </a:moveTo>
                  <a:lnTo>
                    <a:pt x="310" y="358"/>
                  </a:lnTo>
                  <a:lnTo>
                    <a:pt x="1" y="358"/>
                  </a:lnTo>
                  <a:lnTo>
                    <a:pt x="1" y="644"/>
                  </a:lnTo>
                  <a:lnTo>
                    <a:pt x="310" y="644"/>
                  </a:lnTo>
                  <a:lnTo>
                    <a:pt x="310" y="977"/>
                  </a:lnTo>
                  <a:lnTo>
                    <a:pt x="620" y="977"/>
                  </a:lnTo>
                  <a:lnTo>
                    <a:pt x="620" y="644"/>
                  </a:lnTo>
                  <a:lnTo>
                    <a:pt x="977" y="644"/>
                  </a:lnTo>
                  <a:lnTo>
                    <a:pt x="977" y="358"/>
                  </a:lnTo>
                  <a:lnTo>
                    <a:pt x="620" y="358"/>
                  </a:lnTo>
                  <a:lnTo>
                    <a:pt x="6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72" name="Google Shape;872;p59"/>
            <p:cNvSpPr/>
            <p:nvPr/>
          </p:nvSpPr>
          <p:spPr>
            <a:xfrm>
              <a:off x="2176600" y="3987775"/>
              <a:ext cx="110175" cy="70275"/>
            </a:xfrm>
            <a:custGeom>
              <a:avLst/>
              <a:gdLst/>
              <a:ahLst/>
              <a:cxnLst/>
              <a:rect l="l" t="t" r="r" b="b"/>
              <a:pathLst>
                <a:path w="4407" h="2811" extrusionOk="0">
                  <a:moveTo>
                    <a:pt x="3549" y="1001"/>
                  </a:moveTo>
                  <a:lnTo>
                    <a:pt x="2454" y="2096"/>
                  </a:lnTo>
                  <a:lnTo>
                    <a:pt x="2454" y="2501"/>
                  </a:lnTo>
                  <a:lnTo>
                    <a:pt x="1954" y="2501"/>
                  </a:lnTo>
                  <a:lnTo>
                    <a:pt x="1954" y="2072"/>
                  </a:lnTo>
                  <a:lnTo>
                    <a:pt x="834" y="1001"/>
                  </a:lnTo>
                  <a:close/>
                  <a:moveTo>
                    <a:pt x="1" y="1"/>
                  </a:moveTo>
                  <a:lnTo>
                    <a:pt x="1" y="1001"/>
                  </a:lnTo>
                  <a:lnTo>
                    <a:pt x="430" y="1001"/>
                  </a:lnTo>
                  <a:lnTo>
                    <a:pt x="1644" y="2215"/>
                  </a:lnTo>
                  <a:lnTo>
                    <a:pt x="1644" y="2811"/>
                  </a:lnTo>
                  <a:lnTo>
                    <a:pt x="2740" y="2811"/>
                  </a:lnTo>
                  <a:lnTo>
                    <a:pt x="2740" y="2215"/>
                  </a:lnTo>
                  <a:lnTo>
                    <a:pt x="4002" y="1001"/>
                  </a:lnTo>
                  <a:lnTo>
                    <a:pt x="4407" y="1001"/>
                  </a:lnTo>
                  <a:lnTo>
                    <a:pt x="4407" y="1"/>
                  </a:lnTo>
                  <a:lnTo>
                    <a:pt x="1049" y="1"/>
                  </a:lnTo>
                  <a:lnTo>
                    <a:pt x="1049" y="310"/>
                  </a:lnTo>
                  <a:lnTo>
                    <a:pt x="4121" y="310"/>
                  </a:lnTo>
                  <a:lnTo>
                    <a:pt x="4121" y="667"/>
                  </a:lnTo>
                  <a:lnTo>
                    <a:pt x="311" y="667"/>
                  </a:lnTo>
                  <a:lnTo>
                    <a:pt x="311" y="310"/>
                  </a:lnTo>
                  <a:lnTo>
                    <a:pt x="763" y="310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73" name="Google Shape;873;p59"/>
            <p:cNvSpPr/>
            <p:nvPr/>
          </p:nvSpPr>
          <p:spPr>
            <a:xfrm>
              <a:off x="2136725" y="4066375"/>
              <a:ext cx="188750" cy="48825"/>
            </a:xfrm>
            <a:custGeom>
              <a:avLst/>
              <a:gdLst/>
              <a:ahLst/>
              <a:cxnLst/>
              <a:rect l="l" t="t" r="r" b="b"/>
              <a:pathLst>
                <a:path w="7550" h="1953" extrusionOk="0">
                  <a:moveTo>
                    <a:pt x="7288" y="310"/>
                  </a:moveTo>
                  <a:lnTo>
                    <a:pt x="7288" y="1667"/>
                  </a:lnTo>
                  <a:lnTo>
                    <a:pt x="334" y="1667"/>
                  </a:lnTo>
                  <a:lnTo>
                    <a:pt x="334" y="310"/>
                  </a:lnTo>
                  <a:close/>
                  <a:moveTo>
                    <a:pt x="0" y="0"/>
                  </a:moveTo>
                  <a:lnTo>
                    <a:pt x="0" y="1953"/>
                  </a:lnTo>
                  <a:lnTo>
                    <a:pt x="7550" y="1953"/>
                  </a:lnTo>
                  <a:lnTo>
                    <a:pt x="75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74" name="Google Shape;874;p59"/>
            <p:cNvSpPr/>
            <p:nvPr/>
          </p:nvSpPr>
          <p:spPr>
            <a:xfrm>
              <a:off x="2136725" y="4124700"/>
              <a:ext cx="48850" cy="44675"/>
            </a:xfrm>
            <a:custGeom>
              <a:avLst/>
              <a:gdLst/>
              <a:ahLst/>
              <a:cxnLst/>
              <a:rect l="l" t="t" r="r" b="b"/>
              <a:pathLst>
                <a:path w="1954" h="1787" extrusionOk="0">
                  <a:moveTo>
                    <a:pt x="1667" y="310"/>
                  </a:moveTo>
                  <a:lnTo>
                    <a:pt x="1667" y="1501"/>
                  </a:lnTo>
                  <a:lnTo>
                    <a:pt x="334" y="1501"/>
                  </a:lnTo>
                  <a:lnTo>
                    <a:pt x="334" y="310"/>
                  </a:lnTo>
                  <a:close/>
                  <a:moveTo>
                    <a:pt x="0" y="1"/>
                  </a:moveTo>
                  <a:lnTo>
                    <a:pt x="0" y="1787"/>
                  </a:lnTo>
                  <a:lnTo>
                    <a:pt x="1953" y="1787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75" name="Google Shape;875;p59"/>
            <p:cNvSpPr/>
            <p:nvPr/>
          </p:nvSpPr>
          <p:spPr>
            <a:xfrm>
              <a:off x="2194475" y="4124700"/>
              <a:ext cx="131600" cy="44675"/>
            </a:xfrm>
            <a:custGeom>
              <a:avLst/>
              <a:gdLst/>
              <a:ahLst/>
              <a:cxnLst/>
              <a:rect l="l" t="t" r="r" b="b"/>
              <a:pathLst>
                <a:path w="5264" h="1787" extrusionOk="0">
                  <a:moveTo>
                    <a:pt x="4954" y="310"/>
                  </a:moveTo>
                  <a:lnTo>
                    <a:pt x="4954" y="1501"/>
                  </a:lnTo>
                  <a:lnTo>
                    <a:pt x="310" y="1501"/>
                  </a:lnTo>
                  <a:lnTo>
                    <a:pt x="310" y="310"/>
                  </a:lnTo>
                  <a:close/>
                  <a:moveTo>
                    <a:pt x="0" y="1"/>
                  </a:moveTo>
                  <a:lnTo>
                    <a:pt x="0" y="1787"/>
                  </a:lnTo>
                  <a:lnTo>
                    <a:pt x="5263" y="1787"/>
                  </a:lnTo>
                  <a:lnTo>
                    <a:pt x="52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76" name="Google Shape;876;p59"/>
            <p:cNvSpPr/>
            <p:nvPr/>
          </p:nvSpPr>
          <p:spPr>
            <a:xfrm>
              <a:off x="2211150" y="4087200"/>
              <a:ext cx="8350" cy="7175"/>
            </a:xfrm>
            <a:custGeom>
              <a:avLst/>
              <a:gdLst/>
              <a:ahLst/>
              <a:cxnLst/>
              <a:rect l="l" t="t" r="r" b="b"/>
              <a:pathLst>
                <a:path w="334" h="287" extrusionOk="0">
                  <a:moveTo>
                    <a:pt x="0" y="1"/>
                  </a:moveTo>
                  <a:lnTo>
                    <a:pt x="0" y="286"/>
                  </a:lnTo>
                  <a:lnTo>
                    <a:pt x="334" y="286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77" name="Google Shape;877;p59"/>
            <p:cNvSpPr/>
            <p:nvPr/>
          </p:nvSpPr>
          <p:spPr>
            <a:xfrm>
              <a:off x="2227225" y="4087200"/>
              <a:ext cx="8350" cy="7175"/>
            </a:xfrm>
            <a:custGeom>
              <a:avLst/>
              <a:gdLst/>
              <a:ahLst/>
              <a:cxnLst/>
              <a:rect l="l" t="t" r="r" b="b"/>
              <a:pathLst>
                <a:path w="334" h="287" extrusionOk="0">
                  <a:moveTo>
                    <a:pt x="0" y="1"/>
                  </a:moveTo>
                  <a:lnTo>
                    <a:pt x="0" y="286"/>
                  </a:lnTo>
                  <a:lnTo>
                    <a:pt x="334" y="286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78" name="Google Shape;878;p59"/>
            <p:cNvSpPr/>
            <p:nvPr/>
          </p:nvSpPr>
          <p:spPr>
            <a:xfrm>
              <a:off x="2243900" y="4087200"/>
              <a:ext cx="8350" cy="7175"/>
            </a:xfrm>
            <a:custGeom>
              <a:avLst/>
              <a:gdLst/>
              <a:ahLst/>
              <a:cxnLst/>
              <a:rect l="l" t="t" r="r" b="b"/>
              <a:pathLst>
                <a:path w="334" h="287" extrusionOk="0">
                  <a:moveTo>
                    <a:pt x="0" y="1"/>
                  </a:moveTo>
                  <a:lnTo>
                    <a:pt x="0" y="286"/>
                  </a:lnTo>
                  <a:lnTo>
                    <a:pt x="333" y="286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7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521" name="Google Shape;521;p47"/>
          <p:cNvSpPr/>
          <p:nvPr/>
        </p:nvSpPr>
        <p:spPr>
          <a:xfrm>
            <a:off x="5652331" y="3508040"/>
            <a:ext cx="1572006" cy="1410776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7" name="Google Shape;707;p56"/>
          <p:cNvSpPr txBox="1"/>
          <p:nvPr>
            <p:ph type="subTitle" idx="5"/>
          </p:nvPr>
        </p:nvSpPr>
        <p:spPr>
          <a:xfrm>
            <a:off x="1187450" y="989965"/>
            <a:ext cx="4553585" cy="36074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Algorithmes de classement :</a:t>
            </a:r>
            <a:endParaRPr>
              <a:sym typeface="+mn-ea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–"/>
            </a:pPr>
            <a:r>
              <a:rPr>
                <a:sym typeface="+mn-ea"/>
              </a:rPr>
              <a:t>Exemple : PageRank (Google) évalue l'autorité des pages via les liens entrants</a:t>
            </a:r>
            <a:endParaRPr>
              <a:sym typeface="+mn-ea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–"/>
            </a:pPr>
            <a:r>
              <a:rPr>
                <a:sym typeface="+mn-ea"/>
              </a:rPr>
              <a:t>Facteurs : pertinence du contenu, fraîcheur, localisation, historique de l'utilisateur</a:t>
            </a:r>
            <a:endParaRPr>
              <a:sym typeface="+mn-ea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>
              <a:sym typeface="+mn-ea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Modèles d'apprentissage automatique :</a:t>
            </a:r>
            <a:endParaRPr lang="en-US">
              <a:sym typeface="+mn-ea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–"/>
            </a:pPr>
            <a:r>
              <a:rPr lang="en-US">
                <a:sym typeface="+mn-ea"/>
              </a:rPr>
              <a:t>RankBrain (Google) utilise l'IA pour améliorer la pertinence</a:t>
            </a:r>
            <a:endParaRPr lang="en-US">
              <a:sym typeface="+mn-ea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–"/>
            </a:pPr>
            <a:endParaRPr lang="en-US">
              <a:sym typeface="+mn-ea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Personnalisation :</a:t>
            </a:r>
            <a:endParaRPr>
              <a:sym typeface="+mn-ea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–"/>
            </a:pPr>
            <a:r>
              <a:rPr>
                <a:sym typeface="+mn-ea"/>
              </a:rPr>
              <a:t>Résultats adaptés selon la langue, la localisation ou les préférences</a:t>
            </a:r>
            <a:endParaRPr lang="en-US">
              <a:sym typeface="+mn-ea"/>
            </a:endParaRPr>
          </a:p>
        </p:txBody>
      </p:sp>
      <p:sp>
        <p:nvSpPr>
          <p:cNvPr id="708" name="Google Shape;708;p56"/>
          <p:cNvSpPr txBox="1"/>
          <p:nvPr/>
        </p:nvSpPr>
        <p:spPr>
          <a:xfrm>
            <a:off x="1475105" y="344170"/>
            <a:ext cx="3611880" cy="78676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0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ym typeface="+mn-ea"/>
              </a:rPr>
              <a:t>Classement des résultats</a:t>
            </a:r>
            <a:endParaRPr lang="en-GB"/>
          </a:p>
        </p:txBody>
      </p:sp>
      <p:sp>
        <p:nvSpPr>
          <p:cNvPr id="713" name="Google Shape;713;p56"/>
          <p:cNvSpPr/>
          <p:nvPr/>
        </p:nvSpPr>
        <p:spPr>
          <a:xfrm>
            <a:off x="432776" y="335312"/>
            <a:ext cx="813685" cy="730740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79" name="Google Shape;879;p59"/>
          <p:cNvGrpSpPr/>
          <p:nvPr/>
        </p:nvGrpSpPr>
        <p:grpSpPr>
          <a:xfrm>
            <a:off x="640261" y="555774"/>
            <a:ext cx="399089" cy="274162"/>
            <a:chOff x="4245500" y="2323750"/>
            <a:chExt cx="264350" cy="181600"/>
          </a:xfrm>
        </p:grpSpPr>
        <p:sp>
          <p:nvSpPr>
            <p:cNvPr id="880" name="Google Shape;880;p59"/>
            <p:cNvSpPr/>
            <p:nvPr/>
          </p:nvSpPr>
          <p:spPr>
            <a:xfrm>
              <a:off x="4386600" y="2447575"/>
              <a:ext cx="7750" cy="7175"/>
            </a:xfrm>
            <a:custGeom>
              <a:avLst/>
              <a:gdLst/>
              <a:ahLst/>
              <a:cxnLst/>
              <a:rect l="l" t="t" r="r" b="b"/>
              <a:pathLst>
                <a:path w="310" h="287" extrusionOk="0">
                  <a:moveTo>
                    <a:pt x="0" y="1"/>
                  </a:moveTo>
                  <a:lnTo>
                    <a:pt x="0" y="287"/>
                  </a:lnTo>
                  <a:lnTo>
                    <a:pt x="310" y="287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1" name="Google Shape;881;p59"/>
            <p:cNvSpPr/>
            <p:nvPr/>
          </p:nvSpPr>
          <p:spPr>
            <a:xfrm>
              <a:off x="4403275" y="2447575"/>
              <a:ext cx="8350" cy="7175"/>
            </a:xfrm>
            <a:custGeom>
              <a:avLst/>
              <a:gdLst/>
              <a:ahLst/>
              <a:cxnLst/>
              <a:rect l="l" t="t" r="r" b="b"/>
              <a:pathLst>
                <a:path w="334" h="287" extrusionOk="0">
                  <a:moveTo>
                    <a:pt x="0" y="1"/>
                  </a:moveTo>
                  <a:lnTo>
                    <a:pt x="0" y="287"/>
                  </a:lnTo>
                  <a:lnTo>
                    <a:pt x="334" y="287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2" name="Google Shape;882;p59"/>
            <p:cNvSpPr/>
            <p:nvPr/>
          </p:nvSpPr>
          <p:spPr>
            <a:xfrm>
              <a:off x="4419925" y="2447575"/>
              <a:ext cx="8375" cy="7175"/>
            </a:xfrm>
            <a:custGeom>
              <a:avLst/>
              <a:gdLst/>
              <a:ahLst/>
              <a:cxnLst/>
              <a:rect l="l" t="t" r="r" b="b"/>
              <a:pathLst>
                <a:path w="335" h="287" extrusionOk="0">
                  <a:moveTo>
                    <a:pt x="1" y="1"/>
                  </a:moveTo>
                  <a:lnTo>
                    <a:pt x="1" y="287"/>
                  </a:lnTo>
                  <a:lnTo>
                    <a:pt x="334" y="287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3" name="Google Shape;883;p59"/>
            <p:cNvSpPr/>
            <p:nvPr/>
          </p:nvSpPr>
          <p:spPr>
            <a:xfrm>
              <a:off x="4245500" y="2323750"/>
              <a:ext cx="264350" cy="181600"/>
            </a:xfrm>
            <a:custGeom>
              <a:avLst/>
              <a:gdLst/>
              <a:ahLst/>
              <a:cxnLst/>
              <a:rect l="l" t="t" r="r" b="b"/>
              <a:pathLst>
                <a:path w="10574" h="7264" extrusionOk="0">
                  <a:moveTo>
                    <a:pt x="4668" y="3263"/>
                  </a:moveTo>
                  <a:lnTo>
                    <a:pt x="4668" y="4097"/>
                  </a:lnTo>
                  <a:cubicBezTo>
                    <a:pt x="4668" y="4168"/>
                    <a:pt x="4620" y="4263"/>
                    <a:pt x="4501" y="4263"/>
                  </a:cubicBezTo>
                  <a:lnTo>
                    <a:pt x="3025" y="4263"/>
                  </a:lnTo>
                  <a:lnTo>
                    <a:pt x="3025" y="6383"/>
                  </a:lnTo>
                  <a:cubicBezTo>
                    <a:pt x="3025" y="6645"/>
                    <a:pt x="2787" y="6883"/>
                    <a:pt x="2501" y="6883"/>
                  </a:cubicBezTo>
                  <a:cubicBezTo>
                    <a:pt x="2239" y="6883"/>
                    <a:pt x="2001" y="6645"/>
                    <a:pt x="2001" y="6383"/>
                  </a:cubicBezTo>
                  <a:lnTo>
                    <a:pt x="2001" y="4263"/>
                  </a:lnTo>
                  <a:lnTo>
                    <a:pt x="548" y="4263"/>
                  </a:lnTo>
                  <a:cubicBezTo>
                    <a:pt x="453" y="4263"/>
                    <a:pt x="358" y="4168"/>
                    <a:pt x="358" y="4097"/>
                  </a:cubicBezTo>
                  <a:lnTo>
                    <a:pt x="358" y="3263"/>
                  </a:lnTo>
                  <a:close/>
                  <a:moveTo>
                    <a:pt x="334" y="0"/>
                  </a:moveTo>
                  <a:lnTo>
                    <a:pt x="334" y="2977"/>
                  </a:lnTo>
                  <a:lnTo>
                    <a:pt x="0" y="2977"/>
                  </a:lnTo>
                  <a:lnTo>
                    <a:pt x="0" y="4120"/>
                  </a:lnTo>
                  <a:cubicBezTo>
                    <a:pt x="0" y="4382"/>
                    <a:pt x="238" y="4620"/>
                    <a:pt x="524" y="4620"/>
                  </a:cubicBezTo>
                  <a:lnTo>
                    <a:pt x="1667" y="4620"/>
                  </a:lnTo>
                  <a:lnTo>
                    <a:pt x="1667" y="6430"/>
                  </a:lnTo>
                  <a:cubicBezTo>
                    <a:pt x="1667" y="6883"/>
                    <a:pt x="2025" y="7264"/>
                    <a:pt x="2501" y="7264"/>
                  </a:cubicBezTo>
                  <a:cubicBezTo>
                    <a:pt x="2906" y="7264"/>
                    <a:pt x="3263" y="6978"/>
                    <a:pt x="3311" y="6621"/>
                  </a:cubicBezTo>
                  <a:lnTo>
                    <a:pt x="10288" y="6621"/>
                  </a:lnTo>
                  <a:cubicBezTo>
                    <a:pt x="10455" y="6621"/>
                    <a:pt x="10574" y="6478"/>
                    <a:pt x="10574" y="6287"/>
                  </a:cubicBezTo>
                  <a:lnTo>
                    <a:pt x="10574" y="5668"/>
                  </a:lnTo>
                  <a:lnTo>
                    <a:pt x="10241" y="5668"/>
                  </a:lnTo>
                  <a:lnTo>
                    <a:pt x="10241" y="5597"/>
                  </a:lnTo>
                  <a:lnTo>
                    <a:pt x="10241" y="1620"/>
                  </a:lnTo>
                  <a:cubicBezTo>
                    <a:pt x="10241" y="1429"/>
                    <a:pt x="10121" y="1310"/>
                    <a:pt x="9955" y="1310"/>
                  </a:cubicBezTo>
                  <a:lnTo>
                    <a:pt x="5001" y="1310"/>
                  </a:lnTo>
                  <a:lnTo>
                    <a:pt x="5001" y="1620"/>
                  </a:lnTo>
                  <a:lnTo>
                    <a:pt x="9955" y="1620"/>
                  </a:lnTo>
                  <a:lnTo>
                    <a:pt x="9955" y="5597"/>
                  </a:lnTo>
                  <a:lnTo>
                    <a:pt x="7240" y="5597"/>
                  </a:lnTo>
                  <a:lnTo>
                    <a:pt x="7049" y="5787"/>
                  </a:lnTo>
                  <a:lnTo>
                    <a:pt x="5859" y="5787"/>
                  </a:lnTo>
                  <a:lnTo>
                    <a:pt x="5692" y="5597"/>
                  </a:lnTo>
                  <a:lnTo>
                    <a:pt x="3644" y="5597"/>
                  </a:lnTo>
                  <a:lnTo>
                    <a:pt x="3644" y="5906"/>
                  </a:lnTo>
                  <a:lnTo>
                    <a:pt x="5549" y="5906"/>
                  </a:lnTo>
                  <a:lnTo>
                    <a:pt x="5716" y="6073"/>
                  </a:lnTo>
                  <a:lnTo>
                    <a:pt x="7168" y="6073"/>
                  </a:lnTo>
                  <a:lnTo>
                    <a:pt x="7359" y="5906"/>
                  </a:lnTo>
                  <a:lnTo>
                    <a:pt x="10264" y="5906"/>
                  </a:lnTo>
                  <a:lnTo>
                    <a:pt x="10264" y="6240"/>
                  </a:lnTo>
                  <a:lnTo>
                    <a:pt x="10264" y="6264"/>
                  </a:lnTo>
                  <a:lnTo>
                    <a:pt x="3311" y="6264"/>
                  </a:lnTo>
                  <a:lnTo>
                    <a:pt x="3311" y="4597"/>
                  </a:lnTo>
                  <a:lnTo>
                    <a:pt x="4501" y="4597"/>
                  </a:lnTo>
                  <a:cubicBezTo>
                    <a:pt x="4763" y="4597"/>
                    <a:pt x="4978" y="4358"/>
                    <a:pt x="4978" y="4097"/>
                  </a:cubicBezTo>
                  <a:lnTo>
                    <a:pt x="4978" y="2953"/>
                  </a:lnTo>
                  <a:lnTo>
                    <a:pt x="691" y="2953"/>
                  </a:lnTo>
                  <a:lnTo>
                    <a:pt x="691" y="310"/>
                  </a:lnTo>
                  <a:lnTo>
                    <a:pt x="1048" y="310"/>
                  </a:lnTo>
                  <a:lnTo>
                    <a:pt x="1048" y="953"/>
                  </a:lnTo>
                  <a:lnTo>
                    <a:pt x="1358" y="953"/>
                  </a:lnTo>
                  <a:lnTo>
                    <a:pt x="1358" y="310"/>
                  </a:lnTo>
                  <a:lnTo>
                    <a:pt x="1715" y="310"/>
                  </a:lnTo>
                  <a:lnTo>
                    <a:pt x="1715" y="1620"/>
                  </a:lnTo>
                  <a:lnTo>
                    <a:pt x="2001" y="1620"/>
                  </a:lnTo>
                  <a:lnTo>
                    <a:pt x="2001" y="310"/>
                  </a:lnTo>
                  <a:lnTo>
                    <a:pt x="2358" y="310"/>
                  </a:lnTo>
                  <a:lnTo>
                    <a:pt x="2358" y="1286"/>
                  </a:lnTo>
                  <a:lnTo>
                    <a:pt x="2668" y="1286"/>
                  </a:lnTo>
                  <a:lnTo>
                    <a:pt x="2668" y="310"/>
                  </a:lnTo>
                  <a:lnTo>
                    <a:pt x="3025" y="310"/>
                  </a:lnTo>
                  <a:lnTo>
                    <a:pt x="3025" y="953"/>
                  </a:lnTo>
                  <a:lnTo>
                    <a:pt x="3311" y="953"/>
                  </a:lnTo>
                  <a:lnTo>
                    <a:pt x="3311" y="310"/>
                  </a:lnTo>
                  <a:lnTo>
                    <a:pt x="3668" y="310"/>
                  </a:lnTo>
                  <a:lnTo>
                    <a:pt x="3668" y="1620"/>
                  </a:lnTo>
                  <a:lnTo>
                    <a:pt x="3977" y="1620"/>
                  </a:lnTo>
                  <a:lnTo>
                    <a:pt x="3977" y="310"/>
                  </a:lnTo>
                  <a:lnTo>
                    <a:pt x="4335" y="310"/>
                  </a:lnTo>
                  <a:lnTo>
                    <a:pt x="4335" y="2620"/>
                  </a:lnTo>
                  <a:lnTo>
                    <a:pt x="4620" y="2620"/>
                  </a:lnTo>
                  <a:lnTo>
                    <a:pt x="46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4" name="Google Shape;884;p59"/>
            <p:cNvSpPr/>
            <p:nvPr/>
          </p:nvSpPr>
          <p:spPr>
            <a:xfrm>
              <a:off x="4287175" y="2414250"/>
              <a:ext cx="8350" cy="7150"/>
            </a:xfrm>
            <a:custGeom>
              <a:avLst/>
              <a:gdLst/>
              <a:ahLst/>
              <a:cxnLst/>
              <a:rect l="l" t="t" r="r" b="b"/>
              <a:pathLst>
                <a:path w="334" h="286" extrusionOk="0">
                  <a:moveTo>
                    <a:pt x="0" y="0"/>
                  </a:moveTo>
                  <a:lnTo>
                    <a:pt x="0" y="286"/>
                  </a:lnTo>
                  <a:lnTo>
                    <a:pt x="334" y="286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5" name="Google Shape;885;p59"/>
            <p:cNvSpPr/>
            <p:nvPr/>
          </p:nvSpPr>
          <p:spPr>
            <a:xfrm>
              <a:off x="4303850" y="2414250"/>
              <a:ext cx="8350" cy="7150"/>
            </a:xfrm>
            <a:custGeom>
              <a:avLst/>
              <a:gdLst/>
              <a:ahLst/>
              <a:cxnLst/>
              <a:rect l="l" t="t" r="r" b="b"/>
              <a:pathLst>
                <a:path w="334" h="286" extrusionOk="0">
                  <a:moveTo>
                    <a:pt x="0" y="0"/>
                  </a:moveTo>
                  <a:lnTo>
                    <a:pt x="0" y="286"/>
                  </a:lnTo>
                  <a:lnTo>
                    <a:pt x="334" y="286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6" name="Google Shape;886;p59"/>
            <p:cNvSpPr/>
            <p:nvPr/>
          </p:nvSpPr>
          <p:spPr>
            <a:xfrm>
              <a:off x="4321100" y="2414250"/>
              <a:ext cx="7775" cy="7150"/>
            </a:xfrm>
            <a:custGeom>
              <a:avLst/>
              <a:gdLst/>
              <a:ahLst/>
              <a:cxnLst/>
              <a:rect l="l" t="t" r="r" b="b"/>
              <a:pathLst>
                <a:path w="311" h="286" extrusionOk="0">
                  <a:moveTo>
                    <a:pt x="1" y="0"/>
                  </a:moveTo>
                  <a:lnTo>
                    <a:pt x="1" y="286"/>
                  </a:lnTo>
                  <a:lnTo>
                    <a:pt x="310" y="286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7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521" name="Google Shape;521;p47"/>
          <p:cNvSpPr/>
          <p:nvPr/>
        </p:nvSpPr>
        <p:spPr>
          <a:xfrm>
            <a:off x="5652331" y="3508040"/>
            <a:ext cx="1572006" cy="1410776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7" name="Google Shape;707;p56"/>
          <p:cNvSpPr txBox="1"/>
          <p:nvPr>
            <p:ph type="subTitle" idx="5"/>
          </p:nvPr>
        </p:nvSpPr>
        <p:spPr>
          <a:xfrm>
            <a:off x="1187450" y="989965"/>
            <a:ext cx="4553585" cy="36074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SERP (Search Engine Results Page) :</a:t>
            </a:r>
            <a:endParaRPr>
              <a:sym typeface="+mn-ea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–"/>
            </a:pPr>
            <a:r>
              <a:rPr>
                <a:sym typeface="+mn-ea"/>
              </a:rPr>
              <a:t>Résultats organiques, annonces payantes, extraits enrichis (featured snippets)</a:t>
            </a:r>
            <a:endParaRPr>
              <a:sym typeface="+mn-ea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–"/>
            </a:pPr>
            <a:r>
              <a:rPr>
                <a:sym typeface="+mn-ea"/>
              </a:rPr>
              <a:t>Affichage optimisé pour l'appareil (mobile, desktop)</a:t>
            </a:r>
            <a:endParaRPr>
              <a:sym typeface="+mn-ea"/>
            </a:endParaRPr>
          </a:p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–"/>
            </a:pPr>
            <a:endParaRPr>
              <a:sym typeface="+mn-ea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Temps de réponse : Moins d'une seconde pour des milliards de pages</a:t>
            </a:r>
            <a:endParaRPr lang="en-US">
              <a:sym typeface="+mn-e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>
              <a:sym typeface="+mn-ea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Exemple : Recherche "météo Paris" affiche un widget météo instantané.</a:t>
            </a:r>
            <a:endParaRPr>
              <a:sym typeface="+mn-ea"/>
            </a:endParaRPr>
          </a:p>
        </p:txBody>
      </p:sp>
      <p:sp>
        <p:nvSpPr>
          <p:cNvPr id="708" name="Google Shape;708;p56"/>
          <p:cNvSpPr txBox="1"/>
          <p:nvPr/>
        </p:nvSpPr>
        <p:spPr>
          <a:xfrm>
            <a:off x="1475105" y="344170"/>
            <a:ext cx="3611880" cy="78676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0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ym typeface="+mn-ea"/>
              </a:rPr>
              <a:t>Affichage des résultats</a:t>
            </a:r>
            <a:endParaRPr lang="en-GB">
              <a:sym typeface="+mn-ea"/>
            </a:endParaRPr>
          </a:p>
        </p:txBody>
      </p:sp>
      <p:sp>
        <p:nvSpPr>
          <p:cNvPr id="713" name="Google Shape;713;p56"/>
          <p:cNvSpPr/>
          <p:nvPr/>
        </p:nvSpPr>
        <p:spPr>
          <a:xfrm>
            <a:off x="432776" y="335312"/>
            <a:ext cx="813685" cy="730740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745" name="Google Shape;745;p56"/>
          <p:cNvGrpSpPr/>
          <p:nvPr/>
        </p:nvGrpSpPr>
        <p:grpSpPr>
          <a:xfrm>
            <a:off x="679747" y="516312"/>
            <a:ext cx="347946" cy="427505"/>
            <a:chOff x="6355450" y="2855400"/>
            <a:chExt cx="210800" cy="259000"/>
          </a:xfrm>
        </p:grpSpPr>
        <p:sp>
          <p:nvSpPr>
            <p:cNvPr id="746" name="Google Shape;746;p56"/>
            <p:cNvSpPr/>
            <p:nvPr/>
          </p:nvSpPr>
          <p:spPr>
            <a:xfrm>
              <a:off x="6355450" y="2855400"/>
              <a:ext cx="153625" cy="201850"/>
            </a:xfrm>
            <a:custGeom>
              <a:avLst/>
              <a:gdLst/>
              <a:ahLst/>
              <a:cxnLst/>
              <a:rect l="l" t="t" r="r" b="b"/>
              <a:pathLst>
                <a:path w="6145" h="8074" extrusionOk="0">
                  <a:moveTo>
                    <a:pt x="4526" y="525"/>
                  </a:moveTo>
                  <a:lnTo>
                    <a:pt x="5621" y="1620"/>
                  </a:lnTo>
                  <a:lnTo>
                    <a:pt x="4526" y="1620"/>
                  </a:lnTo>
                  <a:lnTo>
                    <a:pt x="4526" y="525"/>
                  </a:lnTo>
                  <a:close/>
                  <a:moveTo>
                    <a:pt x="1" y="1"/>
                  </a:moveTo>
                  <a:lnTo>
                    <a:pt x="1" y="8074"/>
                  </a:lnTo>
                  <a:lnTo>
                    <a:pt x="5026" y="8074"/>
                  </a:lnTo>
                  <a:lnTo>
                    <a:pt x="5026" y="7788"/>
                  </a:lnTo>
                  <a:lnTo>
                    <a:pt x="334" y="7788"/>
                  </a:lnTo>
                  <a:lnTo>
                    <a:pt x="334" y="334"/>
                  </a:lnTo>
                  <a:lnTo>
                    <a:pt x="4240" y="334"/>
                  </a:lnTo>
                  <a:lnTo>
                    <a:pt x="4240" y="1930"/>
                  </a:lnTo>
                  <a:lnTo>
                    <a:pt x="5835" y="1930"/>
                  </a:lnTo>
                  <a:lnTo>
                    <a:pt x="5835" y="5788"/>
                  </a:lnTo>
                  <a:lnTo>
                    <a:pt x="6145" y="5788"/>
                  </a:lnTo>
                  <a:lnTo>
                    <a:pt x="6145" y="1691"/>
                  </a:lnTo>
                  <a:lnTo>
                    <a:pt x="4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7" name="Google Shape;747;p56"/>
            <p:cNvSpPr/>
            <p:nvPr/>
          </p:nvSpPr>
          <p:spPr>
            <a:xfrm>
              <a:off x="6376300" y="3013775"/>
              <a:ext cx="61350" cy="7750"/>
            </a:xfrm>
            <a:custGeom>
              <a:avLst/>
              <a:gdLst/>
              <a:ahLst/>
              <a:cxnLst/>
              <a:rect l="l" t="t" r="r" b="b"/>
              <a:pathLst>
                <a:path w="2454" h="310" extrusionOk="0">
                  <a:moveTo>
                    <a:pt x="0" y="0"/>
                  </a:moveTo>
                  <a:lnTo>
                    <a:pt x="0" y="310"/>
                  </a:lnTo>
                  <a:lnTo>
                    <a:pt x="2453" y="310"/>
                  </a:lnTo>
                  <a:lnTo>
                    <a:pt x="2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8" name="Google Shape;748;p56"/>
            <p:cNvSpPr/>
            <p:nvPr/>
          </p:nvSpPr>
          <p:spPr>
            <a:xfrm>
              <a:off x="6376300" y="2917325"/>
              <a:ext cx="113150" cy="7175"/>
            </a:xfrm>
            <a:custGeom>
              <a:avLst/>
              <a:gdLst/>
              <a:ahLst/>
              <a:cxnLst/>
              <a:rect l="l" t="t" r="r" b="b"/>
              <a:pathLst>
                <a:path w="4526" h="287" extrusionOk="0">
                  <a:moveTo>
                    <a:pt x="0" y="0"/>
                  </a:moveTo>
                  <a:lnTo>
                    <a:pt x="0" y="286"/>
                  </a:lnTo>
                  <a:lnTo>
                    <a:pt x="4525" y="286"/>
                  </a:lnTo>
                  <a:lnTo>
                    <a:pt x="4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9" name="Google Shape;749;p56"/>
            <p:cNvSpPr/>
            <p:nvPr/>
          </p:nvSpPr>
          <p:spPr>
            <a:xfrm>
              <a:off x="6376300" y="2989350"/>
              <a:ext cx="113150" cy="7175"/>
            </a:xfrm>
            <a:custGeom>
              <a:avLst/>
              <a:gdLst/>
              <a:ahLst/>
              <a:cxnLst/>
              <a:rect l="l" t="t" r="r" b="b"/>
              <a:pathLst>
                <a:path w="4526" h="287" extrusionOk="0">
                  <a:moveTo>
                    <a:pt x="0" y="1"/>
                  </a:moveTo>
                  <a:lnTo>
                    <a:pt x="0" y="287"/>
                  </a:lnTo>
                  <a:lnTo>
                    <a:pt x="4525" y="287"/>
                  </a:lnTo>
                  <a:lnTo>
                    <a:pt x="45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0" name="Google Shape;750;p56"/>
            <p:cNvSpPr/>
            <p:nvPr/>
          </p:nvSpPr>
          <p:spPr>
            <a:xfrm>
              <a:off x="6376300" y="2965550"/>
              <a:ext cx="113150" cy="7175"/>
            </a:xfrm>
            <a:custGeom>
              <a:avLst/>
              <a:gdLst/>
              <a:ahLst/>
              <a:cxnLst/>
              <a:rect l="l" t="t" r="r" b="b"/>
              <a:pathLst>
                <a:path w="4526" h="287" extrusionOk="0">
                  <a:moveTo>
                    <a:pt x="0" y="0"/>
                  </a:moveTo>
                  <a:lnTo>
                    <a:pt x="0" y="286"/>
                  </a:lnTo>
                  <a:lnTo>
                    <a:pt x="4525" y="286"/>
                  </a:lnTo>
                  <a:lnTo>
                    <a:pt x="4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1" name="Google Shape;751;p56"/>
            <p:cNvSpPr/>
            <p:nvPr/>
          </p:nvSpPr>
          <p:spPr>
            <a:xfrm>
              <a:off x="6376300" y="2940550"/>
              <a:ext cx="113150" cy="7750"/>
            </a:xfrm>
            <a:custGeom>
              <a:avLst/>
              <a:gdLst/>
              <a:ahLst/>
              <a:cxnLst/>
              <a:rect l="l" t="t" r="r" b="b"/>
              <a:pathLst>
                <a:path w="4526" h="310" extrusionOk="0">
                  <a:moveTo>
                    <a:pt x="0" y="0"/>
                  </a:moveTo>
                  <a:lnTo>
                    <a:pt x="0" y="310"/>
                  </a:lnTo>
                  <a:lnTo>
                    <a:pt x="4525" y="310"/>
                  </a:lnTo>
                  <a:lnTo>
                    <a:pt x="4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2" name="Google Shape;752;p56"/>
            <p:cNvSpPr/>
            <p:nvPr/>
          </p:nvSpPr>
          <p:spPr>
            <a:xfrm>
              <a:off x="6376300" y="2892325"/>
              <a:ext cx="8350" cy="7750"/>
            </a:xfrm>
            <a:custGeom>
              <a:avLst/>
              <a:gdLst/>
              <a:ahLst/>
              <a:cxnLst/>
              <a:rect l="l" t="t" r="r" b="b"/>
              <a:pathLst>
                <a:path w="334" h="310" extrusionOk="0">
                  <a:moveTo>
                    <a:pt x="0" y="0"/>
                  </a:moveTo>
                  <a:lnTo>
                    <a:pt x="0" y="310"/>
                  </a:lnTo>
                  <a:lnTo>
                    <a:pt x="334" y="310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3" name="Google Shape;753;p56"/>
            <p:cNvSpPr/>
            <p:nvPr/>
          </p:nvSpPr>
          <p:spPr>
            <a:xfrm>
              <a:off x="6391775" y="2892325"/>
              <a:ext cx="8350" cy="7750"/>
            </a:xfrm>
            <a:custGeom>
              <a:avLst/>
              <a:gdLst/>
              <a:ahLst/>
              <a:cxnLst/>
              <a:rect l="l" t="t" r="r" b="b"/>
              <a:pathLst>
                <a:path w="334" h="310" extrusionOk="0">
                  <a:moveTo>
                    <a:pt x="1" y="0"/>
                  </a:moveTo>
                  <a:lnTo>
                    <a:pt x="1" y="310"/>
                  </a:lnTo>
                  <a:lnTo>
                    <a:pt x="334" y="310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4" name="Google Shape;754;p56"/>
            <p:cNvSpPr/>
            <p:nvPr/>
          </p:nvSpPr>
          <p:spPr>
            <a:xfrm>
              <a:off x="6408450" y="2892325"/>
              <a:ext cx="8350" cy="7750"/>
            </a:xfrm>
            <a:custGeom>
              <a:avLst/>
              <a:gdLst/>
              <a:ahLst/>
              <a:cxnLst/>
              <a:rect l="l" t="t" r="r" b="b"/>
              <a:pathLst>
                <a:path w="334" h="310" extrusionOk="0">
                  <a:moveTo>
                    <a:pt x="0" y="0"/>
                  </a:moveTo>
                  <a:lnTo>
                    <a:pt x="0" y="310"/>
                  </a:lnTo>
                  <a:lnTo>
                    <a:pt x="334" y="310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5" name="Google Shape;755;p56"/>
            <p:cNvSpPr/>
            <p:nvPr/>
          </p:nvSpPr>
          <p:spPr>
            <a:xfrm>
              <a:off x="6444775" y="3010200"/>
              <a:ext cx="121475" cy="104200"/>
            </a:xfrm>
            <a:custGeom>
              <a:avLst/>
              <a:gdLst/>
              <a:ahLst/>
              <a:cxnLst/>
              <a:rect l="l" t="t" r="r" b="b"/>
              <a:pathLst>
                <a:path w="4859" h="4168" extrusionOk="0">
                  <a:moveTo>
                    <a:pt x="2739" y="286"/>
                  </a:moveTo>
                  <a:lnTo>
                    <a:pt x="2739" y="3858"/>
                  </a:lnTo>
                  <a:lnTo>
                    <a:pt x="2096" y="3858"/>
                  </a:lnTo>
                  <a:lnTo>
                    <a:pt x="2096" y="286"/>
                  </a:lnTo>
                  <a:close/>
                  <a:moveTo>
                    <a:pt x="333" y="0"/>
                  </a:moveTo>
                  <a:cubicBezTo>
                    <a:pt x="143" y="0"/>
                    <a:pt x="0" y="119"/>
                    <a:pt x="0" y="286"/>
                  </a:cubicBezTo>
                  <a:lnTo>
                    <a:pt x="0" y="762"/>
                  </a:lnTo>
                  <a:lnTo>
                    <a:pt x="310" y="762"/>
                  </a:lnTo>
                  <a:lnTo>
                    <a:pt x="310" y="286"/>
                  </a:lnTo>
                  <a:lnTo>
                    <a:pt x="1786" y="286"/>
                  </a:lnTo>
                  <a:lnTo>
                    <a:pt x="1786" y="3858"/>
                  </a:lnTo>
                  <a:lnTo>
                    <a:pt x="1310" y="3858"/>
                  </a:lnTo>
                  <a:cubicBezTo>
                    <a:pt x="1310" y="3858"/>
                    <a:pt x="1286" y="3858"/>
                    <a:pt x="1286" y="3834"/>
                  </a:cubicBezTo>
                  <a:lnTo>
                    <a:pt x="1286" y="3692"/>
                  </a:lnTo>
                  <a:lnTo>
                    <a:pt x="976" y="3692"/>
                  </a:lnTo>
                  <a:lnTo>
                    <a:pt x="976" y="3834"/>
                  </a:lnTo>
                  <a:cubicBezTo>
                    <a:pt x="976" y="4025"/>
                    <a:pt x="1143" y="4168"/>
                    <a:pt x="1310" y="4168"/>
                  </a:cubicBezTo>
                  <a:lnTo>
                    <a:pt x="3572" y="4168"/>
                  </a:lnTo>
                  <a:cubicBezTo>
                    <a:pt x="3763" y="4168"/>
                    <a:pt x="3882" y="4025"/>
                    <a:pt x="3882" y="3834"/>
                  </a:cubicBezTo>
                  <a:lnTo>
                    <a:pt x="3882" y="3692"/>
                  </a:lnTo>
                  <a:lnTo>
                    <a:pt x="3572" y="3692"/>
                  </a:lnTo>
                  <a:lnTo>
                    <a:pt x="3572" y="3834"/>
                  </a:lnTo>
                  <a:lnTo>
                    <a:pt x="3572" y="3858"/>
                  </a:lnTo>
                  <a:lnTo>
                    <a:pt x="3072" y="3858"/>
                  </a:lnTo>
                  <a:lnTo>
                    <a:pt x="3072" y="286"/>
                  </a:lnTo>
                  <a:lnTo>
                    <a:pt x="4549" y="286"/>
                  </a:lnTo>
                  <a:lnTo>
                    <a:pt x="4549" y="762"/>
                  </a:lnTo>
                  <a:lnTo>
                    <a:pt x="4858" y="762"/>
                  </a:lnTo>
                  <a:lnTo>
                    <a:pt x="4858" y="286"/>
                  </a:lnTo>
                  <a:cubicBezTo>
                    <a:pt x="4834" y="119"/>
                    <a:pt x="4715" y="0"/>
                    <a:pt x="4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6"/>
          <p:cNvSpPr txBox="1"/>
          <p:nvPr>
            <p:ph type="title"/>
          </p:nvPr>
        </p:nvSpPr>
        <p:spPr>
          <a:xfrm>
            <a:off x="713105" y="2090420"/>
            <a:ext cx="5160645" cy="22117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/>
              <a:t>Technologies clés</a:t>
            </a:r>
            <a:endParaRPr lang="en-GB" sz="5000"/>
          </a:p>
        </p:txBody>
      </p:sp>
      <p:sp>
        <p:nvSpPr>
          <p:cNvPr id="513" name="Google Shape;513;p46"/>
          <p:cNvSpPr txBox="1"/>
          <p:nvPr>
            <p:ph type="title" idx="2"/>
          </p:nvPr>
        </p:nvSpPr>
        <p:spPr>
          <a:xfrm>
            <a:off x="713225" y="986040"/>
            <a:ext cx="2125500" cy="11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3</a:t>
            </a: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7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520" name="Google Shape;520;p47"/>
          <p:cNvSpPr txBox="1"/>
          <p:nvPr>
            <p:ph type="body" idx="1"/>
          </p:nvPr>
        </p:nvSpPr>
        <p:spPr>
          <a:xfrm>
            <a:off x="641470" y="1419930"/>
            <a:ext cx="4837800" cy="24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b="1"/>
              <a:t>Bases de données massives</a:t>
            </a:r>
            <a:r>
              <a:rPr lang="en-US" altLang="en-GB" b="1"/>
              <a:t>:</a:t>
            </a:r>
            <a:r>
              <a:rPr lang="en-US" altLang="en-GB"/>
              <a:t> </a:t>
            </a:r>
            <a:r>
              <a:rPr>
                <a:sym typeface="+mn-ea"/>
              </a:rPr>
              <a:t>Gestion de milliards de pages</a:t>
            </a:r>
            <a:r>
              <a:rPr lang="en-US">
                <a:sym typeface="+mn-ea"/>
              </a:rPr>
              <a:t>  </a:t>
            </a:r>
            <a:endParaRPr lang="en-US">
              <a:sym typeface="+mn-ea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b="1"/>
              <a:t>Intelligence artificielle:</a:t>
            </a:r>
            <a:r>
              <a:rPr lang="en-US" altLang="en-GB"/>
              <a:t> </a:t>
            </a:r>
            <a:r>
              <a:rPr>
                <a:sym typeface="+mn-ea"/>
              </a:rPr>
              <a:t>NLP, apprentissage automatique</a:t>
            </a:r>
            <a:endParaRPr>
              <a:sym typeface="+mn-e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>
              <a:sym typeface="+mn-e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b="1">
                <a:sym typeface="+mn-ea"/>
              </a:rPr>
              <a:t>Infrastructure cloud:</a:t>
            </a:r>
            <a:r>
              <a:rPr lang="en-US" altLang="en-GB" b="1">
                <a:sym typeface="+mn-ea"/>
              </a:rPr>
              <a:t> </a:t>
            </a:r>
            <a:r>
              <a:rPr>
                <a:sym typeface="+mn-ea"/>
              </a:rPr>
              <a:t>Serveurs distribués pour une recherche rapide</a:t>
            </a:r>
            <a:endParaRPr>
              <a:sym typeface="+mn-e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US" altLang="en-GB" b="1">
              <a:sym typeface="+mn-e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altLang="en-GB" b="1">
                <a:sym typeface="+mn-ea"/>
              </a:rPr>
              <a:t>Sécurité: </a:t>
            </a:r>
            <a:r>
              <a:rPr>
                <a:sym typeface="+mn-ea"/>
              </a:rPr>
              <a:t>Protection contre le spam et les manipulations (SEO black hat)</a:t>
            </a:r>
            <a:endParaRPr>
              <a:sym typeface="+mn-e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US" altLang="en-GB" b="1">
              <a:sym typeface="+mn-e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US" altLang="en-GB" b="1">
              <a:sym typeface="+mn-ea"/>
            </a:endParaRPr>
          </a:p>
        </p:txBody>
      </p:sp>
      <p:sp>
        <p:nvSpPr>
          <p:cNvPr id="521" name="Google Shape;521;p47"/>
          <p:cNvSpPr/>
          <p:nvPr/>
        </p:nvSpPr>
        <p:spPr>
          <a:xfrm>
            <a:off x="5148141" y="3580430"/>
            <a:ext cx="1572006" cy="1410776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2" name="Google Shape;522;p47"/>
          <p:cNvSpPr txBox="1"/>
          <p:nvPr>
            <p:ph type="title"/>
          </p:nvPr>
        </p:nvSpPr>
        <p:spPr>
          <a:xfrm>
            <a:off x="641350" y="539750"/>
            <a:ext cx="5707380" cy="538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Les technologies derrière les moteurs de recherche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6"/>
          <p:cNvSpPr txBox="1"/>
          <p:nvPr>
            <p:ph type="title"/>
          </p:nvPr>
        </p:nvSpPr>
        <p:spPr>
          <a:xfrm>
            <a:off x="713105" y="2090420"/>
            <a:ext cx="4366895" cy="949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Défis et limites</a:t>
            </a:r>
            <a:endParaRPr lang="en-GB"/>
          </a:p>
        </p:txBody>
      </p:sp>
      <p:sp>
        <p:nvSpPr>
          <p:cNvPr id="513" name="Google Shape;513;p46"/>
          <p:cNvSpPr txBox="1"/>
          <p:nvPr>
            <p:ph type="title" idx="2"/>
          </p:nvPr>
        </p:nvSpPr>
        <p:spPr>
          <a:xfrm>
            <a:off x="713225" y="986040"/>
            <a:ext cx="2125500" cy="11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4</a:t>
            </a: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8"/>
          <p:cNvSpPr txBox="1"/>
          <p:nvPr>
            <p:ph type="title"/>
          </p:nvPr>
        </p:nvSpPr>
        <p:spPr>
          <a:xfrm>
            <a:off x="4041775" y="539500"/>
            <a:ext cx="47478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Les défis des moteurs de recherche</a:t>
            </a:r>
            <a:endParaRPr lang="en-GB"/>
          </a:p>
        </p:txBody>
      </p:sp>
      <p:sp>
        <p:nvSpPr>
          <p:cNvPr id="528" name="Google Shape;528;p48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7" name="Google Shape;529;p48"/>
          <p:cNvSpPr txBox="1"/>
          <p:nvPr/>
        </p:nvSpPr>
        <p:spPr>
          <a:xfrm>
            <a:off x="4492970" y="1850413"/>
            <a:ext cx="3407400" cy="388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0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Biais algorithmiques</a:t>
            </a:r>
            <a:endParaRPr lang="en-GB"/>
          </a:p>
        </p:txBody>
      </p:sp>
      <p:sp>
        <p:nvSpPr>
          <p:cNvPr id="2" name="Google Shape;531;p48"/>
          <p:cNvSpPr txBox="1"/>
          <p:nvPr/>
        </p:nvSpPr>
        <p:spPr>
          <a:xfrm>
            <a:off x="4497705" y="2213610"/>
            <a:ext cx="3407410" cy="6540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Résultats influencés par des données biaisées</a:t>
            </a:r>
          </a:p>
        </p:txBody>
      </p:sp>
      <p:sp>
        <p:nvSpPr>
          <p:cNvPr id="3" name="Google Shape;533;p48"/>
          <p:cNvSpPr/>
          <p:nvPr/>
        </p:nvSpPr>
        <p:spPr>
          <a:xfrm>
            <a:off x="3608376" y="1777159"/>
            <a:ext cx="813685" cy="730740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854" name="Google Shape;1854;p75"/>
          <p:cNvGrpSpPr/>
          <p:nvPr/>
        </p:nvGrpSpPr>
        <p:grpSpPr>
          <a:xfrm>
            <a:off x="3796022" y="1964596"/>
            <a:ext cx="466344" cy="384048"/>
            <a:chOff x="3654031" y="3405702"/>
            <a:chExt cx="368380" cy="287040"/>
          </a:xfrm>
        </p:grpSpPr>
        <p:sp>
          <p:nvSpPr>
            <p:cNvPr id="1855" name="Google Shape;1855;p75"/>
            <p:cNvSpPr/>
            <p:nvPr/>
          </p:nvSpPr>
          <p:spPr>
            <a:xfrm>
              <a:off x="3799222" y="3485333"/>
              <a:ext cx="43997" cy="57269"/>
            </a:xfrm>
            <a:custGeom>
              <a:avLst/>
              <a:gdLst/>
              <a:ahLst/>
              <a:cxnLst/>
              <a:rect l="l" t="t" r="r" b="b"/>
              <a:pathLst>
                <a:path w="1263" h="1644" extrusionOk="0">
                  <a:moveTo>
                    <a:pt x="0" y="0"/>
                  </a:moveTo>
                  <a:lnTo>
                    <a:pt x="0" y="1643"/>
                  </a:lnTo>
                  <a:lnTo>
                    <a:pt x="334" y="1643"/>
                  </a:lnTo>
                  <a:lnTo>
                    <a:pt x="667" y="1096"/>
                  </a:lnTo>
                  <a:lnTo>
                    <a:pt x="1000" y="1643"/>
                  </a:lnTo>
                  <a:lnTo>
                    <a:pt x="1262" y="1643"/>
                  </a:lnTo>
                  <a:lnTo>
                    <a:pt x="1262" y="0"/>
                  </a:lnTo>
                  <a:lnTo>
                    <a:pt x="953" y="0"/>
                  </a:lnTo>
                  <a:lnTo>
                    <a:pt x="953" y="1072"/>
                  </a:lnTo>
                  <a:lnTo>
                    <a:pt x="643" y="548"/>
                  </a:lnTo>
                  <a:lnTo>
                    <a:pt x="310" y="1072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6" name="Google Shape;1856;p75"/>
            <p:cNvSpPr/>
            <p:nvPr/>
          </p:nvSpPr>
          <p:spPr>
            <a:xfrm>
              <a:off x="3854783" y="3484497"/>
              <a:ext cx="43997" cy="57269"/>
            </a:xfrm>
            <a:custGeom>
              <a:avLst/>
              <a:gdLst/>
              <a:ahLst/>
              <a:cxnLst/>
              <a:rect l="l" t="t" r="r" b="b"/>
              <a:pathLst>
                <a:path w="1263" h="1644" extrusionOk="0">
                  <a:moveTo>
                    <a:pt x="1" y="0"/>
                  </a:moveTo>
                  <a:lnTo>
                    <a:pt x="1" y="1644"/>
                  </a:lnTo>
                  <a:lnTo>
                    <a:pt x="310" y="1644"/>
                  </a:lnTo>
                  <a:lnTo>
                    <a:pt x="644" y="1096"/>
                  </a:lnTo>
                  <a:lnTo>
                    <a:pt x="977" y="1644"/>
                  </a:lnTo>
                  <a:lnTo>
                    <a:pt x="1263" y="1644"/>
                  </a:lnTo>
                  <a:lnTo>
                    <a:pt x="1263" y="0"/>
                  </a:lnTo>
                  <a:lnTo>
                    <a:pt x="977" y="0"/>
                  </a:lnTo>
                  <a:lnTo>
                    <a:pt x="977" y="1072"/>
                  </a:lnTo>
                  <a:lnTo>
                    <a:pt x="644" y="524"/>
                  </a:lnTo>
                  <a:lnTo>
                    <a:pt x="310" y="1072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7" name="Google Shape;1857;p75"/>
            <p:cNvSpPr/>
            <p:nvPr/>
          </p:nvSpPr>
          <p:spPr>
            <a:xfrm>
              <a:off x="3740316" y="3484497"/>
              <a:ext cx="44833" cy="57269"/>
            </a:xfrm>
            <a:custGeom>
              <a:avLst/>
              <a:gdLst/>
              <a:ahLst/>
              <a:cxnLst/>
              <a:rect l="l" t="t" r="r" b="b"/>
              <a:pathLst>
                <a:path w="1287" h="1644" extrusionOk="0">
                  <a:moveTo>
                    <a:pt x="0" y="0"/>
                  </a:moveTo>
                  <a:lnTo>
                    <a:pt x="0" y="1644"/>
                  </a:lnTo>
                  <a:lnTo>
                    <a:pt x="334" y="1644"/>
                  </a:lnTo>
                  <a:lnTo>
                    <a:pt x="667" y="1096"/>
                  </a:lnTo>
                  <a:lnTo>
                    <a:pt x="977" y="1644"/>
                  </a:lnTo>
                  <a:lnTo>
                    <a:pt x="1286" y="1644"/>
                  </a:lnTo>
                  <a:lnTo>
                    <a:pt x="1286" y="0"/>
                  </a:lnTo>
                  <a:lnTo>
                    <a:pt x="977" y="0"/>
                  </a:lnTo>
                  <a:lnTo>
                    <a:pt x="977" y="1072"/>
                  </a:lnTo>
                  <a:lnTo>
                    <a:pt x="667" y="524"/>
                  </a:lnTo>
                  <a:lnTo>
                    <a:pt x="334" y="1072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8" name="Google Shape;1858;p75"/>
            <p:cNvSpPr/>
            <p:nvPr/>
          </p:nvSpPr>
          <p:spPr>
            <a:xfrm>
              <a:off x="3906234" y="3530932"/>
              <a:ext cx="11635" cy="10834"/>
            </a:xfrm>
            <a:custGeom>
              <a:avLst/>
              <a:gdLst/>
              <a:ahLst/>
              <a:cxnLst/>
              <a:rect l="l" t="t" r="r" b="b"/>
              <a:pathLst>
                <a:path w="334" h="311" extrusionOk="0">
                  <a:moveTo>
                    <a:pt x="0" y="1"/>
                  </a:moveTo>
                  <a:lnTo>
                    <a:pt x="0" y="311"/>
                  </a:lnTo>
                  <a:lnTo>
                    <a:pt x="334" y="311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9" name="Google Shape;1859;p75"/>
            <p:cNvSpPr/>
            <p:nvPr/>
          </p:nvSpPr>
          <p:spPr>
            <a:xfrm>
              <a:off x="3792568" y="3576565"/>
              <a:ext cx="10834" cy="10834"/>
            </a:xfrm>
            <a:custGeom>
              <a:avLst/>
              <a:gdLst/>
              <a:ahLst/>
              <a:cxnLst/>
              <a:rect l="l" t="t" r="r" b="b"/>
              <a:pathLst>
                <a:path w="311" h="311" extrusionOk="0">
                  <a:moveTo>
                    <a:pt x="1" y="1"/>
                  </a:moveTo>
                  <a:lnTo>
                    <a:pt x="1" y="310"/>
                  </a:lnTo>
                  <a:lnTo>
                    <a:pt x="310" y="310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0" name="Google Shape;1860;p75"/>
            <p:cNvSpPr/>
            <p:nvPr/>
          </p:nvSpPr>
          <p:spPr>
            <a:xfrm>
              <a:off x="3814967" y="3576565"/>
              <a:ext cx="11670" cy="10834"/>
            </a:xfrm>
            <a:custGeom>
              <a:avLst/>
              <a:gdLst/>
              <a:ahLst/>
              <a:cxnLst/>
              <a:rect l="l" t="t" r="r" b="b"/>
              <a:pathLst>
                <a:path w="335" h="311" extrusionOk="0">
                  <a:moveTo>
                    <a:pt x="1" y="1"/>
                  </a:moveTo>
                  <a:lnTo>
                    <a:pt x="1" y="310"/>
                  </a:lnTo>
                  <a:lnTo>
                    <a:pt x="334" y="310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1" name="Google Shape;1861;p75"/>
            <p:cNvSpPr/>
            <p:nvPr/>
          </p:nvSpPr>
          <p:spPr>
            <a:xfrm>
              <a:off x="3838202" y="3576565"/>
              <a:ext cx="10834" cy="10834"/>
            </a:xfrm>
            <a:custGeom>
              <a:avLst/>
              <a:gdLst/>
              <a:ahLst/>
              <a:cxnLst/>
              <a:rect l="l" t="t" r="r" b="b"/>
              <a:pathLst>
                <a:path w="311" h="311" extrusionOk="0">
                  <a:moveTo>
                    <a:pt x="0" y="1"/>
                  </a:moveTo>
                  <a:lnTo>
                    <a:pt x="0" y="310"/>
                  </a:lnTo>
                  <a:lnTo>
                    <a:pt x="310" y="310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2" name="Google Shape;1862;p75"/>
            <p:cNvSpPr/>
            <p:nvPr/>
          </p:nvSpPr>
          <p:spPr>
            <a:xfrm>
              <a:off x="3654031" y="3405702"/>
              <a:ext cx="368380" cy="287040"/>
            </a:xfrm>
            <a:custGeom>
              <a:avLst/>
              <a:gdLst/>
              <a:ahLst/>
              <a:cxnLst/>
              <a:rect l="l" t="t" r="r" b="b"/>
              <a:pathLst>
                <a:path w="10575" h="8240" extrusionOk="0">
                  <a:moveTo>
                    <a:pt x="7550" y="4453"/>
                  </a:moveTo>
                  <a:cubicBezTo>
                    <a:pt x="7502" y="4501"/>
                    <a:pt x="7478" y="4549"/>
                    <a:pt x="7455" y="4572"/>
                  </a:cubicBezTo>
                  <a:cubicBezTo>
                    <a:pt x="7336" y="4787"/>
                    <a:pt x="7240" y="5001"/>
                    <a:pt x="7193" y="5239"/>
                  </a:cubicBezTo>
                  <a:lnTo>
                    <a:pt x="6764" y="5239"/>
                  </a:lnTo>
                  <a:cubicBezTo>
                    <a:pt x="6954" y="4906"/>
                    <a:pt x="7216" y="4644"/>
                    <a:pt x="7550" y="4453"/>
                  </a:cubicBezTo>
                  <a:close/>
                  <a:moveTo>
                    <a:pt x="8264" y="4263"/>
                  </a:moveTo>
                  <a:lnTo>
                    <a:pt x="8264" y="5263"/>
                  </a:lnTo>
                  <a:lnTo>
                    <a:pt x="7550" y="5263"/>
                  </a:lnTo>
                  <a:cubicBezTo>
                    <a:pt x="7669" y="4739"/>
                    <a:pt x="7931" y="4334"/>
                    <a:pt x="8264" y="4263"/>
                  </a:cubicBezTo>
                  <a:close/>
                  <a:moveTo>
                    <a:pt x="8550" y="4263"/>
                  </a:moveTo>
                  <a:cubicBezTo>
                    <a:pt x="8883" y="4334"/>
                    <a:pt x="9145" y="4739"/>
                    <a:pt x="9288" y="5263"/>
                  </a:cubicBezTo>
                  <a:lnTo>
                    <a:pt x="8550" y="5263"/>
                  </a:lnTo>
                  <a:lnTo>
                    <a:pt x="8550" y="4263"/>
                  </a:lnTo>
                  <a:close/>
                  <a:moveTo>
                    <a:pt x="9265" y="4501"/>
                  </a:moveTo>
                  <a:cubicBezTo>
                    <a:pt x="9598" y="4644"/>
                    <a:pt x="9860" y="4906"/>
                    <a:pt x="10050" y="5263"/>
                  </a:cubicBezTo>
                  <a:lnTo>
                    <a:pt x="9622" y="5263"/>
                  </a:lnTo>
                  <a:cubicBezTo>
                    <a:pt x="9574" y="5025"/>
                    <a:pt x="9479" y="4787"/>
                    <a:pt x="9360" y="4620"/>
                  </a:cubicBezTo>
                  <a:cubicBezTo>
                    <a:pt x="9336" y="4572"/>
                    <a:pt x="9288" y="4525"/>
                    <a:pt x="9265" y="4501"/>
                  </a:cubicBezTo>
                  <a:close/>
                  <a:moveTo>
                    <a:pt x="7121" y="5573"/>
                  </a:moveTo>
                  <a:cubicBezTo>
                    <a:pt x="7097" y="5715"/>
                    <a:pt x="7097" y="5882"/>
                    <a:pt x="7097" y="6073"/>
                  </a:cubicBezTo>
                  <a:cubicBezTo>
                    <a:pt x="7097" y="6239"/>
                    <a:pt x="7097" y="6406"/>
                    <a:pt x="7121" y="6573"/>
                  </a:cubicBezTo>
                  <a:lnTo>
                    <a:pt x="6645" y="6573"/>
                  </a:lnTo>
                  <a:cubicBezTo>
                    <a:pt x="6597" y="6406"/>
                    <a:pt x="6597" y="6239"/>
                    <a:pt x="6597" y="6073"/>
                  </a:cubicBezTo>
                  <a:cubicBezTo>
                    <a:pt x="6597" y="5882"/>
                    <a:pt x="6621" y="5715"/>
                    <a:pt x="6645" y="5573"/>
                  </a:cubicBezTo>
                  <a:close/>
                  <a:moveTo>
                    <a:pt x="8264" y="5573"/>
                  </a:moveTo>
                  <a:lnTo>
                    <a:pt x="8264" y="6573"/>
                  </a:lnTo>
                  <a:lnTo>
                    <a:pt x="7455" y="6573"/>
                  </a:lnTo>
                  <a:cubicBezTo>
                    <a:pt x="7431" y="6406"/>
                    <a:pt x="7431" y="6239"/>
                    <a:pt x="7431" y="6073"/>
                  </a:cubicBezTo>
                  <a:cubicBezTo>
                    <a:pt x="7431" y="5882"/>
                    <a:pt x="7431" y="5715"/>
                    <a:pt x="7455" y="5573"/>
                  </a:cubicBezTo>
                  <a:close/>
                  <a:moveTo>
                    <a:pt x="9360" y="5573"/>
                  </a:moveTo>
                  <a:cubicBezTo>
                    <a:pt x="9384" y="5715"/>
                    <a:pt x="9384" y="5882"/>
                    <a:pt x="9384" y="6073"/>
                  </a:cubicBezTo>
                  <a:cubicBezTo>
                    <a:pt x="9384" y="6239"/>
                    <a:pt x="9384" y="6406"/>
                    <a:pt x="9360" y="6573"/>
                  </a:cubicBezTo>
                  <a:lnTo>
                    <a:pt x="8550" y="6573"/>
                  </a:lnTo>
                  <a:lnTo>
                    <a:pt x="8550" y="5573"/>
                  </a:lnTo>
                  <a:close/>
                  <a:moveTo>
                    <a:pt x="10169" y="5573"/>
                  </a:moveTo>
                  <a:cubicBezTo>
                    <a:pt x="10217" y="5715"/>
                    <a:pt x="10217" y="5882"/>
                    <a:pt x="10217" y="6073"/>
                  </a:cubicBezTo>
                  <a:cubicBezTo>
                    <a:pt x="10217" y="6239"/>
                    <a:pt x="10193" y="6406"/>
                    <a:pt x="10169" y="6573"/>
                  </a:cubicBezTo>
                  <a:lnTo>
                    <a:pt x="9693" y="6573"/>
                  </a:lnTo>
                  <a:cubicBezTo>
                    <a:pt x="9717" y="6406"/>
                    <a:pt x="9717" y="6239"/>
                    <a:pt x="9717" y="6073"/>
                  </a:cubicBezTo>
                  <a:cubicBezTo>
                    <a:pt x="9717" y="5882"/>
                    <a:pt x="9717" y="5715"/>
                    <a:pt x="9693" y="5573"/>
                  </a:cubicBezTo>
                  <a:close/>
                  <a:moveTo>
                    <a:pt x="7193" y="6882"/>
                  </a:moveTo>
                  <a:cubicBezTo>
                    <a:pt x="7240" y="7120"/>
                    <a:pt x="7336" y="7359"/>
                    <a:pt x="7455" y="7525"/>
                  </a:cubicBezTo>
                  <a:cubicBezTo>
                    <a:pt x="7478" y="7549"/>
                    <a:pt x="7502" y="7621"/>
                    <a:pt x="7550" y="7644"/>
                  </a:cubicBezTo>
                  <a:cubicBezTo>
                    <a:pt x="7216" y="7502"/>
                    <a:pt x="6954" y="7192"/>
                    <a:pt x="6764" y="6882"/>
                  </a:cubicBezTo>
                  <a:close/>
                  <a:moveTo>
                    <a:pt x="10050" y="6906"/>
                  </a:moveTo>
                  <a:cubicBezTo>
                    <a:pt x="9860" y="7192"/>
                    <a:pt x="9598" y="7502"/>
                    <a:pt x="9265" y="7668"/>
                  </a:cubicBezTo>
                  <a:cubicBezTo>
                    <a:pt x="9288" y="7644"/>
                    <a:pt x="9336" y="7597"/>
                    <a:pt x="9360" y="7549"/>
                  </a:cubicBezTo>
                  <a:cubicBezTo>
                    <a:pt x="9479" y="7359"/>
                    <a:pt x="9574" y="7120"/>
                    <a:pt x="9622" y="6906"/>
                  </a:cubicBezTo>
                  <a:close/>
                  <a:moveTo>
                    <a:pt x="8264" y="6882"/>
                  </a:moveTo>
                  <a:lnTo>
                    <a:pt x="8264" y="7859"/>
                  </a:lnTo>
                  <a:cubicBezTo>
                    <a:pt x="7955" y="7763"/>
                    <a:pt x="7669" y="7382"/>
                    <a:pt x="7550" y="6882"/>
                  </a:cubicBezTo>
                  <a:close/>
                  <a:moveTo>
                    <a:pt x="9288" y="6882"/>
                  </a:moveTo>
                  <a:cubicBezTo>
                    <a:pt x="9145" y="7382"/>
                    <a:pt x="8883" y="7763"/>
                    <a:pt x="8550" y="7859"/>
                  </a:cubicBezTo>
                  <a:lnTo>
                    <a:pt x="8550" y="6882"/>
                  </a:lnTo>
                  <a:close/>
                  <a:moveTo>
                    <a:pt x="5430" y="6882"/>
                  </a:moveTo>
                  <a:lnTo>
                    <a:pt x="5430" y="7883"/>
                  </a:lnTo>
                  <a:lnTo>
                    <a:pt x="4097" y="7883"/>
                  </a:lnTo>
                  <a:lnTo>
                    <a:pt x="4097" y="6882"/>
                  </a:lnTo>
                  <a:close/>
                  <a:moveTo>
                    <a:pt x="334" y="0"/>
                  </a:moveTo>
                  <a:cubicBezTo>
                    <a:pt x="167" y="0"/>
                    <a:pt x="1" y="119"/>
                    <a:pt x="1" y="286"/>
                  </a:cubicBezTo>
                  <a:lnTo>
                    <a:pt x="1" y="6573"/>
                  </a:lnTo>
                  <a:cubicBezTo>
                    <a:pt x="1" y="6763"/>
                    <a:pt x="167" y="6906"/>
                    <a:pt x="334" y="6906"/>
                  </a:cubicBezTo>
                  <a:lnTo>
                    <a:pt x="3787" y="6906"/>
                  </a:lnTo>
                  <a:lnTo>
                    <a:pt x="3787" y="7906"/>
                  </a:lnTo>
                  <a:lnTo>
                    <a:pt x="3144" y="7906"/>
                  </a:lnTo>
                  <a:lnTo>
                    <a:pt x="3144" y="8216"/>
                  </a:lnTo>
                  <a:lnTo>
                    <a:pt x="6431" y="8216"/>
                  </a:lnTo>
                  <a:lnTo>
                    <a:pt x="6431" y="7906"/>
                  </a:lnTo>
                  <a:lnTo>
                    <a:pt x="5764" y="7906"/>
                  </a:lnTo>
                  <a:lnTo>
                    <a:pt x="5764" y="6906"/>
                  </a:lnTo>
                  <a:lnTo>
                    <a:pt x="6121" y="6906"/>
                  </a:lnTo>
                  <a:lnTo>
                    <a:pt x="6121" y="6597"/>
                  </a:lnTo>
                  <a:lnTo>
                    <a:pt x="334" y="6597"/>
                  </a:lnTo>
                  <a:lnTo>
                    <a:pt x="310" y="6573"/>
                  </a:lnTo>
                  <a:lnTo>
                    <a:pt x="310" y="5930"/>
                  </a:lnTo>
                  <a:lnTo>
                    <a:pt x="6288" y="5930"/>
                  </a:lnTo>
                  <a:lnTo>
                    <a:pt x="6288" y="6096"/>
                  </a:lnTo>
                  <a:cubicBezTo>
                    <a:pt x="6288" y="7287"/>
                    <a:pt x="7240" y="8240"/>
                    <a:pt x="8431" y="8240"/>
                  </a:cubicBezTo>
                  <a:cubicBezTo>
                    <a:pt x="9622" y="8240"/>
                    <a:pt x="10574" y="7287"/>
                    <a:pt x="10574" y="6096"/>
                  </a:cubicBezTo>
                  <a:cubicBezTo>
                    <a:pt x="10550" y="4882"/>
                    <a:pt x="9598" y="3929"/>
                    <a:pt x="8407" y="3929"/>
                  </a:cubicBezTo>
                  <a:cubicBezTo>
                    <a:pt x="7383" y="3929"/>
                    <a:pt x="6550" y="4644"/>
                    <a:pt x="6312" y="5596"/>
                  </a:cubicBezTo>
                  <a:lnTo>
                    <a:pt x="310" y="5596"/>
                  </a:lnTo>
                  <a:lnTo>
                    <a:pt x="310" y="286"/>
                  </a:lnTo>
                  <a:lnTo>
                    <a:pt x="9241" y="286"/>
                  </a:lnTo>
                  <a:lnTo>
                    <a:pt x="9241" y="3739"/>
                  </a:lnTo>
                  <a:lnTo>
                    <a:pt x="9526" y="3739"/>
                  </a:lnTo>
                  <a:lnTo>
                    <a:pt x="9526" y="286"/>
                  </a:lnTo>
                  <a:cubicBezTo>
                    <a:pt x="9526" y="119"/>
                    <a:pt x="9407" y="0"/>
                    <a:pt x="92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" name="Google Shape;529;p48"/>
          <p:cNvSpPr txBox="1"/>
          <p:nvPr/>
        </p:nvSpPr>
        <p:spPr>
          <a:xfrm>
            <a:off x="4495510" y="3359173"/>
            <a:ext cx="3407400" cy="388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0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Désinformation</a:t>
            </a:r>
            <a:endParaRPr lang="en-GB"/>
          </a:p>
        </p:txBody>
      </p:sp>
      <p:sp>
        <p:nvSpPr>
          <p:cNvPr id="4" name="Google Shape;531;p48"/>
          <p:cNvSpPr txBox="1"/>
          <p:nvPr/>
        </p:nvSpPr>
        <p:spPr>
          <a:xfrm>
            <a:off x="4500245" y="3722370"/>
            <a:ext cx="3407410" cy="6540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Propagation de fausses informations</a:t>
            </a:r>
          </a:p>
        </p:txBody>
      </p:sp>
      <p:sp>
        <p:nvSpPr>
          <p:cNvPr id="5" name="Google Shape;533;p48"/>
          <p:cNvSpPr/>
          <p:nvPr/>
        </p:nvSpPr>
        <p:spPr>
          <a:xfrm>
            <a:off x="3610916" y="3285919"/>
            <a:ext cx="813685" cy="730740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" name="Google Shape;1854;p75"/>
          <p:cNvGrpSpPr/>
          <p:nvPr/>
        </p:nvGrpSpPr>
        <p:grpSpPr>
          <a:xfrm>
            <a:off x="3798562" y="3473356"/>
            <a:ext cx="466344" cy="384048"/>
            <a:chOff x="3654031" y="3405702"/>
            <a:chExt cx="368380" cy="287040"/>
          </a:xfrm>
        </p:grpSpPr>
        <p:sp>
          <p:nvSpPr>
            <p:cNvPr id="7" name="Google Shape;1855;p75"/>
            <p:cNvSpPr/>
            <p:nvPr/>
          </p:nvSpPr>
          <p:spPr>
            <a:xfrm>
              <a:off x="3799222" y="3485333"/>
              <a:ext cx="43997" cy="57269"/>
            </a:xfrm>
            <a:custGeom>
              <a:avLst/>
              <a:gdLst/>
              <a:ahLst/>
              <a:cxnLst/>
              <a:rect l="l" t="t" r="r" b="b"/>
              <a:pathLst>
                <a:path w="1263" h="1644" extrusionOk="0">
                  <a:moveTo>
                    <a:pt x="0" y="0"/>
                  </a:moveTo>
                  <a:lnTo>
                    <a:pt x="0" y="1643"/>
                  </a:lnTo>
                  <a:lnTo>
                    <a:pt x="334" y="1643"/>
                  </a:lnTo>
                  <a:lnTo>
                    <a:pt x="667" y="1096"/>
                  </a:lnTo>
                  <a:lnTo>
                    <a:pt x="1000" y="1643"/>
                  </a:lnTo>
                  <a:lnTo>
                    <a:pt x="1262" y="1643"/>
                  </a:lnTo>
                  <a:lnTo>
                    <a:pt x="1262" y="0"/>
                  </a:lnTo>
                  <a:lnTo>
                    <a:pt x="953" y="0"/>
                  </a:lnTo>
                  <a:lnTo>
                    <a:pt x="953" y="1072"/>
                  </a:lnTo>
                  <a:lnTo>
                    <a:pt x="643" y="548"/>
                  </a:lnTo>
                  <a:lnTo>
                    <a:pt x="310" y="1072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" name="Google Shape;1856;p75"/>
            <p:cNvSpPr/>
            <p:nvPr/>
          </p:nvSpPr>
          <p:spPr>
            <a:xfrm>
              <a:off x="3854783" y="3484497"/>
              <a:ext cx="43997" cy="57269"/>
            </a:xfrm>
            <a:custGeom>
              <a:avLst/>
              <a:gdLst/>
              <a:ahLst/>
              <a:cxnLst/>
              <a:rect l="l" t="t" r="r" b="b"/>
              <a:pathLst>
                <a:path w="1263" h="1644" extrusionOk="0">
                  <a:moveTo>
                    <a:pt x="1" y="0"/>
                  </a:moveTo>
                  <a:lnTo>
                    <a:pt x="1" y="1644"/>
                  </a:lnTo>
                  <a:lnTo>
                    <a:pt x="310" y="1644"/>
                  </a:lnTo>
                  <a:lnTo>
                    <a:pt x="644" y="1096"/>
                  </a:lnTo>
                  <a:lnTo>
                    <a:pt x="977" y="1644"/>
                  </a:lnTo>
                  <a:lnTo>
                    <a:pt x="1263" y="1644"/>
                  </a:lnTo>
                  <a:lnTo>
                    <a:pt x="1263" y="0"/>
                  </a:lnTo>
                  <a:lnTo>
                    <a:pt x="977" y="0"/>
                  </a:lnTo>
                  <a:lnTo>
                    <a:pt x="977" y="1072"/>
                  </a:lnTo>
                  <a:lnTo>
                    <a:pt x="644" y="524"/>
                  </a:lnTo>
                  <a:lnTo>
                    <a:pt x="310" y="1072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1857;p75"/>
            <p:cNvSpPr/>
            <p:nvPr/>
          </p:nvSpPr>
          <p:spPr>
            <a:xfrm>
              <a:off x="3740316" y="3484497"/>
              <a:ext cx="44833" cy="57269"/>
            </a:xfrm>
            <a:custGeom>
              <a:avLst/>
              <a:gdLst/>
              <a:ahLst/>
              <a:cxnLst/>
              <a:rect l="l" t="t" r="r" b="b"/>
              <a:pathLst>
                <a:path w="1287" h="1644" extrusionOk="0">
                  <a:moveTo>
                    <a:pt x="0" y="0"/>
                  </a:moveTo>
                  <a:lnTo>
                    <a:pt x="0" y="1644"/>
                  </a:lnTo>
                  <a:lnTo>
                    <a:pt x="334" y="1644"/>
                  </a:lnTo>
                  <a:lnTo>
                    <a:pt x="667" y="1096"/>
                  </a:lnTo>
                  <a:lnTo>
                    <a:pt x="977" y="1644"/>
                  </a:lnTo>
                  <a:lnTo>
                    <a:pt x="1286" y="1644"/>
                  </a:lnTo>
                  <a:lnTo>
                    <a:pt x="1286" y="0"/>
                  </a:lnTo>
                  <a:lnTo>
                    <a:pt x="977" y="0"/>
                  </a:lnTo>
                  <a:lnTo>
                    <a:pt x="977" y="1072"/>
                  </a:lnTo>
                  <a:lnTo>
                    <a:pt x="667" y="524"/>
                  </a:lnTo>
                  <a:lnTo>
                    <a:pt x="334" y="1072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1858;p75"/>
            <p:cNvSpPr/>
            <p:nvPr/>
          </p:nvSpPr>
          <p:spPr>
            <a:xfrm>
              <a:off x="3906234" y="3530932"/>
              <a:ext cx="11635" cy="10834"/>
            </a:xfrm>
            <a:custGeom>
              <a:avLst/>
              <a:gdLst/>
              <a:ahLst/>
              <a:cxnLst/>
              <a:rect l="l" t="t" r="r" b="b"/>
              <a:pathLst>
                <a:path w="334" h="311" extrusionOk="0">
                  <a:moveTo>
                    <a:pt x="0" y="1"/>
                  </a:moveTo>
                  <a:lnTo>
                    <a:pt x="0" y="311"/>
                  </a:lnTo>
                  <a:lnTo>
                    <a:pt x="334" y="311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1859;p75"/>
            <p:cNvSpPr/>
            <p:nvPr/>
          </p:nvSpPr>
          <p:spPr>
            <a:xfrm>
              <a:off x="3792568" y="3576565"/>
              <a:ext cx="10834" cy="10834"/>
            </a:xfrm>
            <a:custGeom>
              <a:avLst/>
              <a:gdLst/>
              <a:ahLst/>
              <a:cxnLst/>
              <a:rect l="l" t="t" r="r" b="b"/>
              <a:pathLst>
                <a:path w="311" h="311" extrusionOk="0">
                  <a:moveTo>
                    <a:pt x="1" y="1"/>
                  </a:moveTo>
                  <a:lnTo>
                    <a:pt x="1" y="310"/>
                  </a:lnTo>
                  <a:lnTo>
                    <a:pt x="310" y="310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860;p75"/>
            <p:cNvSpPr/>
            <p:nvPr/>
          </p:nvSpPr>
          <p:spPr>
            <a:xfrm>
              <a:off x="3814967" y="3576565"/>
              <a:ext cx="11670" cy="10834"/>
            </a:xfrm>
            <a:custGeom>
              <a:avLst/>
              <a:gdLst/>
              <a:ahLst/>
              <a:cxnLst/>
              <a:rect l="l" t="t" r="r" b="b"/>
              <a:pathLst>
                <a:path w="335" h="311" extrusionOk="0">
                  <a:moveTo>
                    <a:pt x="1" y="1"/>
                  </a:moveTo>
                  <a:lnTo>
                    <a:pt x="1" y="310"/>
                  </a:lnTo>
                  <a:lnTo>
                    <a:pt x="334" y="310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861;p75"/>
            <p:cNvSpPr/>
            <p:nvPr/>
          </p:nvSpPr>
          <p:spPr>
            <a:xfrm>
              <a:off x="3838202" y="3576565"/>
              <a:ext cx="10834" cy="10834"/>
            </a:xfrm>
            <a:custGeom>
              <a:avLst/>
              <a:gdLst/>
              <a:ahLst/>
              <a:cxnLst/>
              <a:rect l="l" t="t" r="r" b="b"/>
              <a:pathLst>
                <a:path w="311" h="311" extrusionOk="0">
                  <a:moveTo>
                    <a:pt x="0" y="1"/>
                  </a:moveTo>
                  <a:lnTo>
                    <a:pt x="0" y="310"/>
                  </a:lnTo>
                  <a:lnTo>
                    <a:pt x="310" y="310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862;p75"/>
            <p:cNvSpPr/>
            <p:nvPr/>
          </p:nvSpPr>
          <p:spPr>
            <a:xfrm>
              <a:off x="3654031" y="3405702"/>
              <a:ext cx="368380" cy="287040"/>
            </a:xfrm>
            <a:custGeom>
              <a:avLst/>
              <a:gdLst/>
              <a:ahLst/>
              <a:cxnLst/>
              <a:rect l="l" t="t" r="r" b="b"/>
              <a:pathLst>
                <a:path w="10575" h="8240" extrusionOk="0">
                  <a:moveTo>
                    <a:pt x="7550" y="4453"/>
                  </a:moveTo>
                  <a:cubicBezTo>
                    <a:pt x="7502" y="4501"/>
                    <a:pt x="7478" y="4549"/>
                    <a:pt x="7455" y="4572"/>
                  </a:cubicBezTo>
                  <a:cubicBezTo>
                    <a:pt x="7336" y="4787"/>
                    <a:pt x="7240" y="5001"/>
                    <a:pt x="7193" y="5239"/>
                  </a:cubicBezTo>
                  <a:lnTo>
                    <a:pt x="6764" y="5239"/>
                  </a:lnTo>
                  <a:cubicBezTo>
                    <a:pt x="6954" y="4906"/>
                    <a:pt x="7216" y="4644"/>
                    <a:pt x="7550" y="4453"/>
                  </a:cubicBezTo>
                  <a:close/>
                  <a:moveTo>
                    <a:pt x="8264" y="4263"/>
                  </a:moveTo>
                  <a:lnTo>
                    <a:pt x="8264" y="5263"/>
                  </a:lnTo>
                  <a:lnTo>
                    <a:pt x="7550" y="5263"/>
                  </a:lnTo>
                  <a:cubicBezTo>
                    <a:pt x="7669" y="4739"/>
                    <a:pt x="7931" y="4334"/>
                    <a:pt x="8264" y="4263"/>
                  </a:cubicBezTo>
                  <a:close/>
                  <a:moveTo>
                    <a:pt x="8550" y="4263"/>
                  </a:moveTo>
                  <a:cubicBezTo>
                    <a:pt x="8883" y="4334"/>
                    <a:pt x="9145" y="4739"/>
                    <a:pt x="9288" y="5263"/>
                  </a:cubicBezTo>
                  <a:lnTo>
                    <a:pt x="8550" y="5263"/>
                  </a:lnTo>
                  <a:lnTo>
                    <a:pt x="8550" y="4263"/>
                  </a:lnTo>
                  <a:close/>
                  <a:moveTo>
                    <a:pt x="9265" y="4501"/>
                  </a:moveTo>
                  <a:cubicBezTo>
                    <a:pt x="9598" y="4644"/>
                    <a:pt x="9860" y="4906"/>
                    <a:pt x="10050" y="5263"/>
                  </a:cubicBezTo>
                  <a:lnTo>
                    <a:pt x="9622" y="5263"/>
                  </a:lnTo>
                  <a:cubicBezTo>
                    <a:pt x="9574" y="5025"/>
                    <a:pt x="9479" y="4787"/>
                    <a:pt x="9360" y="4620"/>
                  </a:cubicBezTo>
                  <a:cubicBezTo>
                    <a:pt x="9336" y="4572"/>
                    <a:pt x="9288" y="4525"/>
                    <a:pt x="9265" y="4501"/>
                  </a:cubicBezTo>
                  <a:close/>
                  <a:moveTo>
                    <a:pt x="7121" y="5573"/>
                  </a:moveTo>
                  <a:cubicBezTo>
                    <a:pt x="7097" y="5715"/>
                    <a:pt x="7097" y="5882"/>
                    <a:pt x="7097" y="6073"/>
                  </a:cubicBezTo>
                  <a:cubicBezTo>
                    <a:pt x="7097" y="6239"/>
                    <a:pt x="7097" y="6406"/>
                    <a:pt x="7121" y="6573"/>
                  </a:cubicBezTo>
                  <a:lnTo>
                    <a:pt x="6645" y="6573"/>
                  </a:lnTo>
                  <a:cubicBezTo>
                    <a:pt x="6597" y="6406"/>
                    <a:pt x="6597" y="6239"/>
                    <a:pt x="6597" y="6073"/>
                  </a:cubicBezTo>
                  <a:cubicBezTo>
                    <a:pt x="6597" y="5882"/>
                    <a:pt x="6621" y="5715"/>
                    <a:pt x="6645" y="5573"/>
                  </a:cubicBezTo>
                  <a:close/>
                  <a:moveTo>
                    <a:pt x="8264" y="5573"/>
                  </a:moveTo>
                  <a:lnTo>
                    <a:pt x="8264" y="6573"/>
                  </a:lnTo>
                  <a:lnTo>
                    <a:pt x="7455" y="6573"/>
                  </a:lnTo>
                  <a:cubicBezTo>
                    <a:pt x="7431" y="6406"/>
                    <a:pt x="7431" y="6239"/>
                    <a:pt x="7431" y="6073"/>
                  </a:cubicBezTo>
                  <a:cubicBezTo>
                    <a:pt x="7431" y="5882"/>
                    <a:pt x="7431" y="5715"/>
                    <a:pt x="7455" y="5573"/>
                  </a:cubicBezTo>
                  <a:close/>
                  <a:moveTo>
                    <a:pt x="9360" y="5573"/>
                  </a:moveTo>
                  <a:cubicBezTo>
                    <a:pt x="9384" y="5715"/>
                    <a:pt x="9384" y="5882"/>
                    <a:pt x="9384" y="6073"/>
                  </a:cubicBezTo>
                  <a:cubicBezTo>
                    <a:pt x="9384" y="6239"/>
                    <a:pt x="9384" y="6406"/>
                    <a:pt x="9360" y="6573"/>
                  </a:cubicBezTo>
                  <a:lnTo>
                    <a:pt x="8550" y="6573"/>
                  </a:lnTo>
                  <a:lnTo>
                    <a:pt x="8550" y="5573"/>
                  </a:lnTo>
                  <a:close/>
                  <a:moveTo>
                    <a:pt x="10169" y="5573"/>
                  </a:moveTo>
                  <a:cubicBezTo>
                    <a:pt x="10217" y="5715"/>
                    <a:pt x="10217" y="5882"/>
                    <a:pt x="10217" y="6073"/>
                  </a:cubicBezTo>
                  <a:cubicBezTo>
                    <a:pt x="10217" y="6239"/>
                    <a:pt x="10193" y="6406"/>
                    <a:pt x="10169" y="6573"/>
                  </a:cubicBezTo>
                  <a:lnTo>
                    <a:pt x="9693" y="6573"/>
                  </a:lnTo>
                  <a:cubicBezTo>
                    <a:pt x="9717" y="6406"/>
                    <a:pt x="9717" y="6239"/>
                    <a:pt x="9717" y="6073"/>
                  </a:cubicBezTo>
                  <a:cubicBezTo>
                    <a:pt x="9717" y="5882"/>
                    <a:pt x="9717" y="5715"/>
                    <a:pt x="9693" y="5573"/>
                  </a:cubicBezTo>
                  <a:close/>
                  <a:moveTo>
                    <a:pt x="7193" y="6882"/>
                  </a:moveTo>
                  <a:cubicBezTo>
                    <a:pt x="7240" y="7120"/>
                    <a:pt x="7336" y="7359"/>
                    <a:pt x="7455" y="7525"/>
                  </a:cubicBezTo>
                  <a:cubicBezTo>
                    <a:pt x="7478" y="7549"/>
                    <a:pt x="7502" y="7621"/>
                    <a:pt x="7550" y="7644"/>
                  </a:cubicBezTo>
                  <a:cubicBezTo>
                    <a:pt x="7216" y="7502"/>
                    <a:pt x="6954" y="7192"/>
                    <a:pt x="6764" y="6882"/>
                  </a:cubicBezTo>
                  <a:close/>
                  <a:moveTo>
                    <a:pt x="10050" y="6906"/>
                  </a:moveTo>
                  <a:cubicBezTo>
                    <a:pt x="9860" y="7192"/>
                    <a:pt x="9598" y="7502"/>
                    <a:pt x="9265" y="7668"/>
                  </a:cubicBezTo>
                  <a:cubicBezTo>
                    <a:pt x="9288" y="7644"/>
                    <a:pt x="9336" y="7597"/>
                    <a:pt x="9360" y="7549"/>
                  </a:cubicBezTo>
                  <a:cubicBezTo>
                    <a:pt x="9479" y="7359"/>
                    <a:pt x="9574" y="7120"/>
                    <a:pt x="9622" y="6906"/>
                  </a:cubicBezTo>
                  <a:close/>
                  <a:moveTo>
                    <a:pt x="8264" y="6882"/>
                  </a:moveTo>
                  <a:lnTo>
                    <a:pt x="8264" y="7859"/>
                  </a:lnTo>
                  <a:cubicBezTo>
                    <a:pt x="7955" y="7763"/>
                    <a:pt x="7669" y="7382"/>
                    <a:pt x="7550" y="6882"/>
                  </a:cubicBezTo>
                  <a:close/>
                  <a:moveTo>
                    <a:pt x="9288" y="6882"/>
                  </a:moveTo>
                  <a:cubicBezTo>
                    <a:pt x="9145" y="7382"/>
                    <a:pt x="8883" y="7763"/>
                    <a:pt x="8550" y="7859"/>
                  </a:cubicBezTo>
                  <a:lnTo>
                    <a:pt x="8550" y="6882"/>
                  </a:lnTo>
                  <a:close/>
                  <a:moveTo>
                    <a:pt x="5430" y="6882"/>
                  </a:moveTo>
                  <a:lnTo>
                    <a:pt x="5430" y="7883"/>
                  </a:lnTo>
                  <a:lnTo>
                    <a:pt x="4097" y="7883"/>
                  </a:lnTo>
                  <a:lnTo>
                    <a:pt x="4097" y="6882"/>
                  </a:lnTo>
                  <a:close/>
                  <a:moveTo>
                    <a:pt x="334" y="0"/>
                  </a:moveTo>
                  <a:cubicBezTo>
                    <a:pt x="167" y="0"/>
                    <a:pt x="1" y="119"/>
                    <a:pt x="1" y="286"/>
                  </a:cubicBezTo>
                  <a:lnTo>
                    <a:pt x="1" y="6573"/>
                  </a:lnTo>
                  <a:cubicBezTo>
                    <a:pt x="1" y="6763"/>
                    <a:pt x="167" y="6906"/>
                    <a:pt x="334" y="6906"/>
                  </a:cubicBezTo>
                  <a:lnTo>
                    <a:pt x="3787" y="6906"/>
                  </a:lnTo>
                  <a:lnTo>
                    <a:pt x="3787" y="7906"/>
                  </a:lnTo>
                  <a:lnTo>
                    <a:pt x="3144" y="7906"/>
                  </a:lnTo>
                  <a:lnTo>
                    <a:pt x="3144" y="8216"/>
                  </a:lnTo>
                  <a:lnTo>
                    <a:pt x="6431" y="8216"/>
                  </a:lnTo>
                  <a:lnTo>
                    <a:pt x="6431" y="7906"/>
                  </a:lnTo>
                  <a:lnTo>
                    <a:pt x="5764" y="7906"/>
                  </a:lnTo>
                  <a:lnTo>
                    <a:pt x="5764" y="6906"/>
                  </a:lnTo>
                  <a:lnTo>
                    <a:pt x="6121" y="6906"/>
                  </a:lnTo>
                  <a:lnTo>
                    <a:pt x="6121" y="6597"/>
                  </a:lnTo>
                  <a:lnTo>
                    <a:pt x="334" y="6597"/>
                  </a:lnTo>
                  <a:lnTo>
                    <a:pt x="310" y="6573"/>
                  </a:lnTo>
                  <a:lnTo>
                    <a:pt x="310" y="5930"/>
                  </a:lnTo>
                  <a:lnTo>
                    <a:pt x="6288" y="5930"/>
                  </a:lnTo>
                  <a:lnTo>
                    <a:pt x="6288" y="6096"/>
                  </a:lnTo>
                  <a:cubicBezTo>
                    <a:pt x="6288" y="7287"/>
                    <a:pt x="7240" y="8240"/>
                    <a:pt x="8431" y="8240"/>
                  </a:cubicBezTo>
                  <a:cubicBezTo>
                    <a:pt x="9622" y="8240"/>
                    <a:pt x="10574" y="7287"/>
                    <a:pt x="10574" y="6096"/>
                  </a:cubicBezTo>
                  <a:cubicBezTo>
                    <a:pt x="10550" y="4882"/>
                    <a:pt x="9598" y="3929"/>
                    <a:pt x="8407" y="3929"/>
                  </a:cubicBezTo>
                  <a:cubicBezTo>
                    <a:pt x="7383" y="3929"/>
                    <a:pt x="6550" y="4644"/>
                    <a:pt x="6312" y="5596"/>
                  </a:cubicBezTo>
                  <a:lnTo>
                    <a:pt x="310" y="5596"/>
                  </a:lnTo>
                  <a:lnTo>
                    <a:pt x="310" y="286"/>
                  </a:lnTo>
                  <a:lnTo>
                    <a:pt x="9241" y="286"/>
                  </a:lnTo>
                  <a:lnTo>
                    <a:pt x="9241" y="3739"/>
                  </a:lnTo>
                  <a:lnTo>
                    <a:pt x="9526" y="3739"/>
                  </a:lnTo>
                  <a:lnTo>
                    <a:pt x="9526" y="286"/>
                  </a:lnTo>
                  <a:cubicBezTo>
                    <a:pt x="9526" y="119"/>
                    <a:pt x="9407" y="0"/>
                    <a:pt x="92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8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" name="Google Shape;529;p48"/>
          <p:cNvSpPr txBox="1"/>
          <p:nvPr/>
        </p:nvSpPr>
        <p:spPr>
          <a:xfrm>
            <a:off x="4859365" y="842033"/>
            <a:ext cx="3407400" cy="388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0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Vie privée</a:t>
            </a:r>
            <a:endParaRPr lang="en-GB"/>
          </a:p>
        </p:txBody>
      </p:sp>
      <p:sp>
        <p:nvSpPr>
          <p:cNvPr id="7" name="Google Shape;531;p48"/>
          <p:cNvSpPr txBox="1"/>
          <p:nvPr/>
        </p:nvSpPr>
        <p:spPr>
          <a:xfrm>
            <a:off x="4864100" y="1133475"/>
            <a:ext cx="3407410" cy="6540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Gestion des données personnelles des utilisateurs</a:t>
            </a:r>
          </a:p>
        </p:txBody>
      </p:sp>
      <p:sp>
        <p:nvSpPr>
          <p:cNvPr id="8" name="Google Shape;533;p48"/>
          <p:cNvSpPr/>
          <p:nvPr/>
        </p:nvSpPr>
        <p:spPr>
          <a:xfrm>
            <a:off x="3974771" y="697024"/>
            <a:ext cx="813685" cy="730740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" name="Google Shape;1854;p75"/>
          <p:cNvGrpSpPr/>
          <p:nvPr/>
        </p:nvGrpSpPr>
        <p:grpSpPr>
          <a:xfrm>
            <a:off x="4162417" y="884461"/>
            <a:ext cx="466344" cy="384048"/>
            <a:chOff x="3654031" y="3405702"/>
            <a:chExt cx="368380" cy="287040"/>
          </a:xfrm>
        </p:grpSpPr>
        <p:sp>
          <p:nvSpPr>
            <p:cNvPr id="10" name="Google Shape;1855;p75"/>
            <p:cNvSpPr/>
            <p:nvPr/>
          </p:nvSpPr>
          <p:spPr>
            <a:xfrm>
              <a:off x="3799222" y="3485333"/>
              <a:ext cx="43997" cy="57269"/>
            </a:xfrm>
            <a:custGeom>
              <a:avLst/>
              <a:gdLst/>
              <a:ahLst/>
              <a:cxnLst/>
              <a:rect l="l" t="t" r="r" b="b"/>
              <a:pathLst>
                <a:path w="1263" h="1644" extrusionOk="0">
                  <a:moveTo>
                    <a:pt x="0" y="0"/>
                  </a:moveTo>
                  <a:lnTo>
                    <a:pt x="0" y="1643"/>
                  </a:lnTo>
                  <a:lnTo>
                    <a:pt x="334" y="1643"/>
                  </a:lnTo>
                  <a:lnTo>
                    <a:pt x="667" y="1096"/>
                  </a:lnTo>
                  <a:lnTo>
                    <a:pt x="1000" y="1643"/>
                  </a:lnTo>
                  <a:lnTo>
                    <a:pt x="1262" y="1643"/>
                  </a:lnTo>
                  <a:lnTo>
                    <a:pt x="1262" y="0"/>
                  </a:lnTo>
                  <a:lnTo>
                    <a:pt x="953" y="0"/>
                  </a:lnTo>
                  <a:lnTo>
                    <a:pt x="953" y="1072"/>
                  </a:lnTo>
                  <a:lnTo>
                    <a:pt x="643" y="548"/>
                  </a:lnTo>
                  <a:lnTo>
                    <a:pt x="310" y="1072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1856;p75"/>
            <p:cNvSpPr/>
            <p:nvPr/>
          </p:nvSpPr>
          <p:spPr>
            <a:xfrm>
              <a:off x="3854783" y="3484497"/>
              <a:ext cx="43997" cy="57269"/>
            </a:xfrm>
            <a:custGeom>
              <a:avLst/>
              <a:gdLst/>
              <a:ahLst/>
              <a:cxnLst/>
              <a:rect l="l" t="t" r="r" b="b"/>
              <a:pathLst>
                <a:path w="1263" h="1644" extrusionOk="0">
                  <a:moveTo>
                    <a:pt x="1" y="0"/>
                  </a:moveTo>
                  <a:lnTo>
                    <a:pt x="1" y="1644"/>
                  </a:lnTo>
                  <a:lnTo>
                    <a:pt x="310" y="1644"/>
                  </a:lnTo>
                  <a:lnTo>
                    <a:pt x="644" y="1096"/>
                  </a:lnTo>
                  <a:lnTo>
                    <a:pt x="977" y="1644"/>
                  </a:lnTo>
                  <a:lnTo>
                    <a:pt x="1263" y="1644"/>
                  </a:lnTo>
                  <a:lnTo>
                    <a:pt x="1263" y="0"/>
                  </a:lnTo>
                  <a:lnTo>
                    <a:pt x="977" y="0"/>
                  </a:lnTo>
                  <a:lnTo>
                    <a:pt x="977" y="1072"/>
                  </a:lnTo>
                  <a:lnTo>
                    <a:pt x="644" y="524"/>
                  </a:lnTo>
                  <a:lnTo>
                    <a:pt x="310" y="1072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857;p75"/>
            <p:cNvSpPr/>
            <p:nvPr/>
          </p:nvSpPr>
          <p:spPr>
            <a:xfrm>
              <a:off x="3740316" y="3484497"/>
              <a:ext cx="44833" cy="57269"/>
            </a:xfrm>
            <a:custGeom>
              <a:avLst/>
              <a:gdLst/>
              <a:ahLst/>
              <a:cxnLst/>
              <a:rect l="l" t="t" r="r" b="b"/>
              <a:pathLst>
                <a:path w="1287" h="1644" extrusionOk="0">
                  <a:moveTo>
                    <a:pt x="0" y="0"/>
                  </a:moveTo>
                  <a:lnTo>
                    <a:pt x="0" y="1644"/>
                  </a:lnTo>
                  <a:lnTo>
                    <a:pt x="334" y="1644"/>
                  </a:lnTo>
                  <a:lnTo>
                    <a:pt x="667" y="1096"/>
                  </a:lnTo>
                  <a:lnTo>
                    <a:pt x="977" y="1644"/>
                  </a:lnTo>
                  <a:lnTo>
                    <a:pt x="1286" y="1644"/>
                  </a:lnTo>
                  <a:lnTo>
                    <a:pt x="1286" y="0"/>
                  </a:lnTo>
                  <a:lnTo>
                    <a:pt x="977" y="0"/>
                  </a:lnTo>
                  <a:lnTo>
                    <a:pt x="977" y="1072"/>
                  </a:lnTo>
                  <a:lnTo>
                    <a:pt x="667" y="524"/>
                  </a:lnTo>
                  <a:lnTo>
                    <a:pt x="334" y="1072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858;p75"/>
            <p:cNvSpPr/>
            <p:nvPr/>
          </p:nvSpPr>
          <p:spPr>
            <a:xfrm>
              <a:off x="3906234" y="3530932"/>
              <a:ext cx="11635" cy="10834"/>
            </a:xfrm>
            <a:custGeom>
              <a:avLst/>
              <a:gdLst/>
              <a:ahLst/>
              <a:cxnLst/>
              <a:rect l="l" t="t" r="r" b="b"/>
              <a:pathLst>
                <a:path w="334" h="311" extrusionOk="0">
                  <a:moveTo>
                    <a:pt x="0" y="1"/>
                  </a:moveTo>
                  <a:lnTo>
                    <a:pt x="0" y="311"/>
                  </a:lnTo>
                  <a:lnTo>
                    <a:pt x="334" y="311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859;p75"/>
            <p:cNvSpPr/>
            <p:nvPr/>
          </p:nvSpPr>
          <p:spPr>
            <a:xfrm>
              <a:off x="3792568" y="3576565"/>
              <a:ext cx="10834" cy="10834"/>
            </a:xfrm>
            <a:custGeom>
              <a:avLst/>
              <a:gdLst/>
              <a:ahLst/>
              <a:cxnLst/>
              <a:rect l="l" t="t" r="r" b="b"/>
              <a:pathLst>
                <a:path w="311" h="311" extrusionOk="0">
                  <a:moveTo>
                    <a:pt x="1" y="1"/>
                  </a:moveTo>
                  <a:lnTo>
                    <a:pt x="1" y="310"/>
                  </a:lnTo>
                  <a:lnTo>
                    <a:pt x="310" y="310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860;p75"/>
            <p:cNvSpPr/>
            <p:nvPr/>
          </p:nvSpPr>
          <p:spPr>
            <a:xfrm>
              <a:off x="3814967" y="3576565"/>
              <a:ext cx="11670" cy="10834"/>
            </a:xfrm>
            <a:custGeom>
              <a:avLst/>
              <a:gdLst/>
              <a:ahLst/>
              <a:cxnLst/>
              <a:rect l="l" t="t" r="r" b="b"/>
              <a:pathLst>
                <a:path w="335" h="311" extrusionOk="0">
                  <a:moveTo>
                    <a:pt x="1" y="1"/>
                  </a:moveTo>
                  <a:lnTo>
                    <a:pt x="1" y="310"/>
                  </a:lnTo>
                  <a:lnTo>
                    <a:pt x="334" y="310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861;p75"/>
            <p:cNvSpPr/>
            <p:nvPr/>
          </p:nvSpPr>
          <p:spPr>
            <a:xfrm>
              <a:off x="3838202" y="3576565"/>
              <a:ext cx="10834" cy="10834"/>
            </a:xfrm>
            <a:custGeom>
              <a:avLst/>
              <a:gdLst/>
              <a:ahLst/>
              <a:cxnLst/>
              <a:rect l="l" t="t" r="r" b="b"/>
              <a:pathLst>
                <a:path w="311" h="311" extrusionOk="0">
                  <a:moveTo>
                    <a:pt x="0" y="1"/>
                  </a:moveTo>
                  <a:lnTo>
                    <a:pt x="0" y="310"/>
                  </a:lnTo>
                  <a:lnTo>
                    <a:pt x="310" y="310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862;p75"/>
            <p:cNvSpPr/>
            <p:nvPr/>
          </p:nvSpPr>
          <p:spPr>
            <a:xfrm>
              <a:off x="3654031" y="3405702"/>
              <a:ext cx="368380" cy="287040"/>
            </a:xfrm>
            <a:custGeom>
              <a:avLst/>
              <a:gdLst/>
              <a:ahLst/>
              <a:cxnLst/>
              <a:rect l="l" t="t" r="r" b="b"/>
              <a:pathLst>
                <a:path w="10575" h="8240" extrusionOk="0">
                  <a:moveTo>
                    <a:pt x="7550" y="4453"/>
                  </a:moveTo>
                  <a:cubicBezTo>
                    <a:pt x="7502" y="4501"/>
                    <a:pt x="7478" y="4549"/>
                    <a:pt x="7455" y="4572"/>
                  </a:cubicBezTo>
                  <a:cubicBezTo>
                    <a:pt x="7336" y="4787"/>
                    <a:pt x="7240" y="5001"/>
                    <a:pt x="7193" y="5239"/>
                  </a:cubicBezTo>
                  <a:lnTo>
                    <a:pt x="6764" y="5239"/>
                  </a:lnTo>
                  <a:cubicBezTo>
                    <a:pt x="6954" y="4906"/>
                    <a:pt x="7216" y="4644"/>
                    <a:pt x="7550" y="4453"/>
                  </a:cubicBezTo>
                  <a:close/>
                  <a:moveTo>
                    <a:pt x="8264" y="4263"/>
                  </a:moveTo>
                  <a:lnTo>
                    <a:pt x="8264" y="5263"/>
                  </a:lnTo>
                  <a:lnTo>
                    <a:pt x="7550" y="5263"/>
                  </a:lnTo>
                  <a:cubicBezTo>
                    <a:pt x="7669" y="4739"/>
                    <a:pt x="7931" y="4334"/>
                    <a:pt x="8264" y="4263"/>
                  </a:cubicBezTo>
                  <a:close/>
                  <a:moveTo>
                    <a:pt x="8550" y="4263"/>
                  </a:moveTo>
                  <a:cubicBezTo>
                    <a:pt x="8883" y="4334"/>
                    <a:pt x="9145" y="4739"/>
                    <a:pt x="9288" y="5263"/>
                  </a:cubicBezTo>
                  <a:lnTo>
                    <a:pt x="8550" y="5263"/>
                  </a:lnTo>
                  <a:lnTo>
                    <a:pt x="8550" y="4263"/>
                  </a:lnTo>
                  <a:close/>
                  <a:moveTo>
                    <a:pt x="9265" y="4501"/>
                  </a:moveTo>
                  <a:cubicBezTo>
                    <a:pt x="9598" y="4644"/>
                    <a:pt x="9860" y="4906"/>
                    <a:pt x="10050" y="5263"/>
                  </a:cubicBezTo>
                  <a:lnTo>
                    <a:pt x="9622" y="5263"/>
                  </a:lnTo>
                  <a:cubicBezTo>
                    <a:pt x="9574" y="5025"/>
                    <a:pt x="9479" y="4787"/>
                    <a:pt x="9360" y="4620"/>
                  </a:cubicBezTo>
                  <a:cubicBezTo>
                    <a:pt x="9336" y="4572"/>
                    <a:pt x="9288" y="4525"/>
                    <a:pt x="9265" y="4501"/>
                  </a:cubicBezTo>
                  <a:close/>
                  <a:moveTo>
                    <a:pt x="7121" y="5573"/>
                  </a:moveTo>
                  <a:cubicBezTo>
                    <a:pt x="7097" y="5715"/>
                    <a:pt x="7097" y="5882"/>
                    <a:pt x="7097" y="6073"/>
                  </a:cubicBezTo>
                  <a:cubicBezTo>
                    <a:pt x="7097" y="6239"/>
                    <a:pt x="7097" y="6406"/>
                    <a:pt x="7121" y="6573"/>
                  </a:cubicBezTo>
                  <a:lnTo>
                    <a:pt x="6645" y="6573"/>
                  </a:lnTo>
                  <a:cubicBezTo>
                    <a:pt x="6597" y="6406"/>
                    <a:pt x="6597" y="6239"/>
                    <a:pt x="6597" y="6073"/>
                  </a:cubicBezTo>
                  <a:cubicBezTo>
                    <a:pt x="6597" y="5882"/>
                    <a:pt x="6621" y="5715"/>
                    <a:pt x="6645" y="5573"/>
                  </a:cubicBezTo>
                  <a:close/>
                  <a:moveTo>
                    <a:pt x="8264" y="5573"/>
                  </a:moveTo>
                  <a:lnTo>
                    <a:pt x="8264" y="6573"/>
                  </a:lnTo>
                  <a:lnTo>
                    <a:pt x="7455" y="6573"/>
                  </a:lnTo>
                  <a:cubicBezTo>
                    <a:pt x="7431" y="6406"/>
                    <a:pt x="7431" y="6239"/>
                    <a:pt x="7431" y="6073"/>
                  </a:cubicBezTo>
                  <a:cubicBezTo>
                    <a:pt x="7431" y="5882"/>
                    <a:pt x="7431" y="5715"/>
                    <a:pt x="7455" y="5573"/>
                  </a:cubicBezTo>
                  <a:close/>
                  <a:moveTo>
                    <a:pt x="9360" y="5573"/>
                  </a:moveTo>
                  <a:cubicBezTo>
                    <a:pt x="9384" y="5715"/>
                    <a:pt x="9384" y="5882"/>
                    <a:pt x="9384" y="6073"/>
                  </a:cubicBezTo>
                  <a:cubicBezTo>
                    <a:pt x="9384" y="6239"/>
                    <a:pt x="9384" y="6406"/>
                    <a:pt x="9360" y="6573"/>
                  </a:cubicBezTo>
                  <a:lnTo>
                    <a:pt x="8550" y="6573"/>
                  </a:lnTo>
                  <a:lnTo>
                    <a:pt x="8550" y="5573"/>
                  </a:lnTo>
                  <a:close/>
                  <a:moveTo>
                    <a:pt x="10169" y="5573"/>
                  </a:moveTo>
                  <a:cubicBezTo>
                    <a:pt x="10217" y="5715"/>
                    <a:pt x="10217" y="5882"/>
                    <a:pt x="10217" y="6073"/>
                  </a:cubicBezTo>
                  <a:cubicBezTo>
                    <a:pt x="10217" y="6239"/>
                    <a:pt x="10193" y="6406"/>
                    <a:pt x="10169" y="6573"/>
                  </a:cubicBezTo>
                  <a:lnTo>
                    <a:pt x="9693" y="6573"/>
                  </a:lnTo>
                  <a:cubicBezTo>
                    <a:pt x="9717" y="6406"/>
                    <a:pt x="9717" y="6239"/>
                    <a:pt x="9717" y="6073"/>
                  </a:cubicBezTo>
                  <a:cubicBezTo>
                    <a:pt x="9717" y="5882"/>
                    <a:pt x="9717" y="5715"/>
                    <a:pt x="9693" y="5573"/>
                  </a:cubicBezTo>
                  <a:close/>
                  <a:moveTo>
                    <a:pt x="7193" y="6882"/>
                  </a:moveTo>
                  <a:cubicBezTo>
                    <a:pt x="7240" y="7120"/>
                    <a:pt x="7336" y="7359"/>
                    <a:pt x="7455" y="7525"/>
                  </a:cubicBezTo>
                  <a:cubicBezTo>
                    <a:pt x="7478" y="7549"/>
                    <a:pt x="7502" y="7621"/>
                    <a:pt x="7550" y="7644"/>
                  </a:cubicBezTo>
                  <a:cubicBezTo>
                    <a:pt x="7216" y="7502"/>
                    <a:pt x="6954" y="7192"/>
                    <a:pt x="6764" y="6882"/>
                  </a:cubicBezTo>
                  <a:close/>
                  <a:moveTo>
                    <a:pt x="10050" y="6906"/>
                  </a:moveTo>
                  <a:cubicBezTo>
                    <a:pt x="9860" y="7192"/>
                    <a:pt x="9598" y="7502"/>
                    <a:pt x="9265" y="7668"/>
                  </a:cubicBezTo>
                  <a:cubicBezTo>
                    <a:pt x="9288" y="7644"/>
                    <a:pt x="9336" y="7597"/>
                    <a:pt x="9360" y="7549"/>
                  </a:cubicBezTo>
                  <a:cubicBezTo>
                    <a:pt x="9479" y="7359"/>
                    <a:pt x="9574" y="7120"/>
                    <a:pt x="9622" y="6906"/>
                  </a:cubicBezTo>
                  <a:close/>
                  <a:moveTo>
                    <a:pt x="8264" y="6882"/>
                  </a:moveTo>
                  <a:lnTo>
                    <a:pt x="8264" y="7859"/>
                  </a:lnTo>
                  <a:cubicBezTo>
                    <a:pt x="7955" y="7763"/>
                    <a:pt x="7669" y="7382"/>
                    <a:pt x="7550" y="6882"/>
                  </a:cubicBezTo>
                  <a:close/>
                  <a:moveTo>
                    <a:pt x="9288" y="6882"/>
                  </a:moveTo>
                  <a:cubicBezTo>
                    <a:pt x="9145" y="7382"/>
                    <a:pt x="8883" y="7763"/>
                    <a:pt x="8550" y="7859"/>
                  </a:cubicBezTo>
                  <a:lnTo>
                    <a:pt x="8550" y="6882"/>
                  </a:lnTo>
                  <a:close/>
                  <a:moveTo>
                    <a:pt x="5430" y="6882"/>
                  </a:moveTo>
                  <a:lnTo>
                    <a:pt x="5430" y="7883"/>
                  </a:lnTo>
                  <a:lnTo>
                    <a:pt x="4097" y="7883"/>
                  </a:lnTo>
                  <a:lnTo>
                    <a:pt x="4097" y="6882"/>
                  </a:lnTo>
                  <a:close/>
                  <a:moveTo>
                    <a:pt x="334" y="0"/>
                  </a:moveTo>
                  <a:cubicBezTo>
                    <a:pt x="167" y="0"/>
                    <a:pt x="1" y="119"/>
                    <a:pt x="1" y="286"/>
                  </a:cubicBezTo>
                  <a:lnTo>
                    <a:pt x="1" y="6573"/>
                  </a:lnTo>
                  <a:cubicBezTo>
                    <a:pt x="1" y="6763"/>
                    <a:pt x="167" y="6906"/>
                    <a:pt x="334" y="6906"/>
                  </a:cubicBezTo>
                  <a:lnTo>
                    <a:pt x="3787" y="6906"/>
                  </a:lnTo>
                  <a:lnTo>
                    <a:pt x="3787" y="7906"/>
                  </a:lnTo>
                  <a:lnTo>
                    <a:pt x="3144" y="7906"/>
                  </a:lnTo>
                  <a:lnTo>
                    <a:pt x="3144" y="8216"/>
                  </a:lnTo>
                  <a:lnTo>
                    <a:pt x="6431" y="8216"/>
                  </a:lnTo>
                  <a:lnTo>
                    <a:pt x="6431" y="7906"/>
                  </a:lnTo>
                  <a:lnTo>
                    <a:pt x="5764" y="7906"/>
                  </a:lnTo>
                  <a:lnTo>
                    <a:pt x="5764" y="6906"/>
                  </a:lnTo>
                  <a:lnTo>
                    <a:pt x="6121" y="6906"/>
                  </a:lnTo>
                  <a:lnTo>
                    <a:pt x="6121" y="6597"/>
                  </a:lnTo>
                  <a:lnTo>
                    <a:pt x="334" y="6597"/>
                  </a:lnTo>
                  <a:lnTo>
                    <a:pt x="310" y="6573"/>
                  </a:lnTo>
                  <a:lnTo>
                    <a:pt x="310" y="5930"/>
                  </a:lnTo>
                  <a:lnTo>
                    <a:pt x="6288" y="5930"/>
                  </a:lnTo>
                  <a:lnTo>
                    <a:pt x="6288" y="6096"/>
                  </a:lnTo>
                  <a:cubicBezTo>
                    <a:pt x="6288" y="7287"/>
                    <a:pt x="7240" y="8240"/>
                    <a:pt x="8431" y="8240"/>
                  </a:cubicBezTo>
                  <a:cubicBezTo>
                    <a:pt x="9622" y="8240"/>
                    <a:pt x="10574" y="7287"/>
                    <a:pt x="10574" y="6096"/>
                  </a:cubicBezTo>
                  <a:cubicBezTo>
                    <a:pt x="10550" y="4882"/>
                    <a:pt x="9598" y="3929"/>
                    <a:pt x="8407" y="3929"/>
                  </a:cubicBezTo>
                  <a:cubicBezTo>
                    <a:pt x="7383" y="3929"/>
                    <a:pt x="6550" y="4644"/>
                    <a:pt x="6312" y="5596"/>
                  </a:cubicBezTo>
                  <a:lnTo>
                    <a:pt x="310" y="5596"/>
                  </a:lnTo>
                  <a:lnTo>
                    <a:pt x="310" y="286"/>
                  </a:lnTo>
                  <a:lnTo>
                    <a:pt x="9241" y="286"/>
                  </a:lnTo>
                  <a:lnTo>
                    <a:pt x="9241" y="3739"/>
                  </a:lnTo>
                  <a:lnTo>
                    <a:pt x="9526" y="3739"/>
                  </a:lnTo>
                  <a:lnTo>
                    <a:pt x="9526" y="286"/>
                  </a:lnTo>
                  <a:cubicBezTo>
                    <a:pt x="9526" y="119"/>
                    <a:pt x="9407" y="0"/>
                    <a:pt x="92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1" name="Google Shape;529;p48"/>
          <p:cNvSpPr txBox="1"/>
          <p:nvPr/>
        </p:nvSpPr>
        <p:spPr>
          <a:xfrm>
            <a:off x="4855555" y="2712108"/>
            <a:ext cx="3407400" cy="388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0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Space Mono"/>
              <a:buNone/>
              <a:defRPr sz="2200" b="1" i="0" u="none" strike="noStrike" cap="none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Évolution du web</a:t>
            </a:r>
            <a:endParaRPr lang="en-GB"/>
          </a:p>
        </p:txBody>
      </p:sp>
      <p:sp>
        <p:nvSpPr>
          <p:cNvPr id="32" name="Google Shape;531;p48"/>
          <p:cNvSpPr txBox="1"/>
          <p:nvPr/>
        </p:nvSpPr>
        <p:spPr>
          <a:xfrm>
            <a:off x="4860290" y="3003550"/>
            <a:ext cx="3407410" cy="6540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Contenus dynamiques, vidéos, réseaux sociaux</a:t>
            </a:r>
          </a:p>
        </p:txBody>
      </p:sp>
      <p:sp>
        <p:nvSpPr>
          <p:cNvPr id="33" name="Google Shape;533;p48"/>
          <p:cNvSpPr/>
          <p:nvPr/>
        </p:nvSpPr>
        <p:spPr>
          <a:xfrm>
            <a:off x="3970961" y="2567099"/>
            <a:ext cx="813685" cy="730740"/>
          </a:xfrm>
          <a:custGeom>
            <a:avLst/>
            <a:gdLst/>
            <a:ahLst/>
            <a:cxnLst/>
            <a:rect l="l" t="t" r="r" b="b"/>
            <a:pathLst>
              <a:path w="101552" h="91200" extrusionOk="0">
                <a:moveTo>
                  <a:pt x="67692" y="1316"/>
                </a:moveTo>
                <a:cubicBezTo>
                  <a:pt x="73007" y="1316"/>
                  <a:pt x="77954" y="4172"/>
                  <a:pt x="80612" y="8774"/>
                </a:cubicBezTo>
                <a:lnTo>
                  <a:pt x="97524" y="38071"/>
                </a:lnTo>
                <a:cubicBezTo>
                  <a:pt x="100182" y="42673"/>
                  <a:pt x="100182" y="48388"/>
                  <a:pt x="97524" y="52990"/>
                </a:cubicBezTo>
                <a:lnTo>
                  <a:pt x="80612" y="82284"/>
                </a:lnTo>
                <a:cubicBezTo>
                  <a:pt x="77954" y="86886"/>
                  <a:pt x="73007" y="89745"/>
                  <a:pt x="67697" y="89745"/>
                </a:cubicBezTo>
                <a:cubicBezTo>
                  <a:pt x="64882" y="89699"/>
                  <a:pt x="62259" y="89681"/>
                  <a:pt x="59813" y="89681"/>
                </a:cubicBezTo>
                <a:cubicBezTo>
                  <a:pt x="55192" y="89681"/>
                  <a:pt x="51207" y="89745"/>
                  <a:pt x="47771" y="89800"/>
                </a:cubicBezTo>
                <a:lnTo>
                  <a:pt x="47241" y="89805"/>
                </a:lnTo>
                <a:cubicBezTo>
                  <a:pt x="44571" y="89847"/>
                  <a:pt x="42219" y="89885"/>
                  <a:pt x="40130" y="89885"/>
                </a:cubicBezTo>
                <a:cubicBezTo>
                  <a:pt x="33498" y="89885"/>
                  <a:pt x="29519" y="89506"/>
                  <a:pt x="26414" y="87711"/>
                </a:cubicBezTo>
                <a:cubicBezTo>
                  <a:pt x="22327" y="85351"/>
                  <a:pt x="19610" y="80457"/>
                  <a:pt x="14187" y="70715"/>
                </a:cubicBezTo>
                <a:lnTo>
                  <a:pt x="14163" y="70665"/>
                </a:lnTo>
                <a:cubicBezTo>
                  <a:pt x="11560" y="65984"/>
                  <a:pt x="8319" y="60160"/>
                  <a:pt x="4023" y="52985"/>
                </a:cubicBezTo>
                <a:cubicBezTo>
                  <a:pt x="1372" y="48384"/>
                  <a:pt x="1372" y="42668"/>
                  <a:pt x="4028" y="38071"/>
                </a:cubicBezTo>
                <a:lnTo>
                  <a:pt x="20941" y="8774"/>
                </a:lnTo>
                <a:cubicBezTo>
                  <a:pt x="23598" y="4172"/>
                  <a:pt x="28547" y="1316"/>
                  <a:pt x="33861" y="1316"/>
                </a:cubicBezTo>
                <a:close/>
                <a:moveTo>
                  <a:pt x="33861" y="0"/>
                </a:moveTo>
                <a:cubicBezTo>
                  <a:pt x="28081" y="0"/>
                  <a:pt x="22693" y="3108"/>
                  <a:pt x="19804" y="8115"/>
                </a:cubicBezTo>
                <a:lnTo>
                  <a:pt x="2886" y="37413"/>
                </a:lnTo>
                <a:cubicBezTo>
                  <a:pt x="0" y="42421"/>
                  <a:pt x="0" y="48640"/>
                  <a:pt x="2891" y="53648"/>
                </a:cubicBezTo>
                <a:lnTo>
                  <a:pt x="2895" y="53653"/>
                </a:lnTo>
                <a:cubicBezTo>
                  <a:pt x="7200" y="60853"/>
                  <a:pt x="10436" y="66672"/>
                  <a:pt x="13035" y="71348"/>
                </a:cubicBezTo>
                <a:lnTo>
                  <a:pt x="13039" y="71352"/>
                </a:lnTo>
                <a:cubicBezTo>
                  <a:pt x="17973" y="80225"/>
                  <a:pt x="20694" y="85114"/>
                  <a:pt x="24227" y="87880"/>
                </a:cubicBezTo>
                <a:cubicBezTo>
                  <a:pt x="25128" y="88583"/>
                  <a:pt x="26068" y="89136"/>
                  <a:pt x="27101" y="89581"/>
                </a:cubicBezTo>
                <a:cubicBezTo>
                  <a:pt x="28121" y="90017"/>
                  <a:pt x="29239" y="90349"/>
                  <a:pt x="30522" y="90591"/>
                </a:cubicBezTo>
                <a:cubicBezTo>
                  <a:pt x="32792" y="91027"/>
                  <a:pt x="35544" y="91200"/>
                  <a:pt x="40016" y="91200"/>
                </a:cubicBezTo>
                <a:cubicBezTo>
                  <a:pt x="42119" y="91200"/>
                  <a:pt x="44450" y="91166"/>
                  <a:pt x="47152" y="91120"/>
                </a:cubicBezTo>
                <a:lnTo>
                  <a:pt x="47379" y="91120"/>
                </a:lnTo>
                <a:cubicBezTo>
                  <a:pt x="50902" y="91061"/>
                  <a:pt x="54990" y="90997"/>
                  <a:pt x="59759" y="90997"/>
                </a:cubicBezTo>
                <a:cubicBezTo>
                  <a:pt x="62214" y="90997"/>
                  <a:pt x="64856" y="91012"/>
                  <a:pt x="67686" y="91061"/>
                </a:cubicBezTo>
                <a:lnTo>
                  <a:pt x="67692" y="91061"/>
                </a:lnTo>
                <a:cubicBezTo>
                  <a:pt x="73471" y="91061"/>
                  <a:pt x="78860" y="87948"/>
                  <a:pt x="81749" y="82942"/>
                </a:cubicBezTo>
                <a:lnTo>
                  <a:pt x="98663" y="53648"/>
                </a:lnTo>
                <a:cubicBezTo>
                  <a:pt x="101552" y="48640"/>
                  <a:pt x="101552" y="42421"/>
                  <a:pt x="98663" y="37413"/>
                </a:cubicBezTo>
                <a:lnTo>
                  <a:pt x="81749" y="8115"/>
                </a:lnTo>
                <a:cubicBezTo>
                  <a:pt x="78860" y="3108"/>
                  <a:pt x="73471" y="0"/>
                  <a:pt x="6769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9000">
                <a:schemeClr val="lt1"/>
              </a:gs>
              <a:gs pos="39000">
                <a:schemeClr val="dk1"/>
              </a:gs>
              <a:gs pos="58000">
                <a:schemeClr val="lt1"/>
              </a:gs>
              <a:gs pos="78000">
                <a:schemeClr val="dk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4" name="Google Shape;1854;p75"/>
          <p:cNvGrpSpPr/>
          <p:nvPr/>
        </p:nvGrpSpPr>
        <p:grpSpPr>
          <a:xfrm>
            <a:off x="4158607" y="2754536"/>
            <a:ext cx="466344" cy="384048"/>
            <a:chOff x="3654031" y="3405702"/>
            <a:chExt cx="368380" cy="287040"/>
          </a:xfrm>
        </p:grpSpPr>
        <p:sp>
          <p:nvSpPr>
            <p:cNvPr id="35" name="Google Shape;1855;p75"/>
            <p:cNvSpPr/>
            <p:nvPr/>
          </p:nvSpPr>
          <p:spPr>
            <a:xfrm>
              <a:off x="3799222" y="3485333"/>
              <a:ext cx="43997" cy="57269"/>
            </a:xfrm>
            <a:custGeom>
              <a:avLst/>
              <a:gdLst/>
              <a:ahLst/>
              <a:cxnLst/>
              <a:rect l="l" t="t" r="r" b="b"/>
              <a:pathLst>
                <a:path w="1263" h="1644" extrusionOk="0">
                  <a:moveTo>
                    <a:pt x="0" y="0"/>
                  </a:moveTo>
                  <a:lnTo>
                    <a:pt x="0" y="1643"/>
                  </a:lnTo>
                  <a:lnTo>
                    <a:pt x="334" y="1643"/>
                  </a:lnTo>
                  <a:lnTo>
                    <a:pt x="667" y="1096"/>
                  </a:lnTo>
                  <a:lnTo>
                    <a:pt x="1000" y="1643"/>
                  </a:lnTo>
                  <a:lnTo>
                    <a:pt x="1262" y="1643"/>
                  </a:lnTo>
                  <a:lnTo>
                    <a:pt x="1262" y="0"/>
                  </a:lnTo>
                  <a:lnTo>
                    <a:pt x="953" y="0"/>
                  </a:lnTo>
                  <a:lnTo>
                    <a:pt x="953" y="1072"/>
                  </a:lnTo>
                  <a:lnTo>
                    <a:pt x="643" y="548"/>
                  </a:lnTo>
                  <a:lnTo>
                    <a:pt x="310" y="1072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1856;p75"/>
            <p:cNvSpPr/>
            <p:nvPr/>
          </p:nvSpPr>
          <p:spPr>
            <a:xfrm>
              <a:off x="3854783" y="3484497"/>
              <a:ext cx="43997" cy="57269"/>
            </a:xfrm>
            <a:custGeom>
              <a:avLst/>
              <a:gdLst/>
              <a:ahLst/>
              <a:cxnLst/>
              <a:rect l="l" t="t" r="r" b="b"/>
              <a:pathLst>
                <a:path w="1263" h="1644" extrusionOk="0">
                  <a:moveTo>
                    <a:pt x="1" y="0"/>
                  </a:moveTo>
                  <a:lnTo>
                    <a:pt x="1" y="1644"/>
                  </a:lnTo>
                  <a:lnTo>
                    <a:pt x="310" y="1644"/>
                  </a:lnTo>
                  <a:lnTo>
                    <a:pt x="644" y="1096"/>
                  </a:lnTo>
                  <a:lnTo>
                    <a:pt x="977" y="1644"/>
                  </a:lnTo>
                  <a:lnTo>
                    <a:pt x="1263" y="1644"/>
                  </a:lnTo>
                  <a:lnTo>
                    <a:pt x="1263" y="0"/>
                  </a:lnTo>
                  <a:lnTo>
                    <a:pt x="977" y="0"/>
                  </a:lnTo>
                  <a:lnTo>
                    <a:pt x="977" y="1072"/>
                  </a:lnTo>
                  <a:lnTo>
                    <a:pt x="644" y="524"/>
                  </a:lnTo>
                  <a:lnTo>
                    <a:pt x="310" y="1072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1857;p75"/>
            <p:cNvSpPr/>
            <p:nvPr/>
          </p:nvSpPr>
          <p:spPr>
            <a:xfrm>
              <a:off x="3740316" y="3484497"/>
              <a:ext cx="44833" cy="57269"/>
            </a:xfrm>
            <a:custGeom>
              <a:avLst/>
              <a:gdLst/>
              <a:ahLst/>
              <a:cxnLst/>
              <a:rect l="l" t="t" r="r" b="b"/>
              <a:pathLst>
                <a:path w="1287" h="1644" extrusionOk="0">
                  <a:moveTo>
                    <a:pt x="0" y="0"/>
                  </a:moveTo>
                  <a:lnTo>
                    <a:pt x="0" y="1644"/>
                  </a:lnTo>
                  <a:lnTo>
                    <a:pt x="334" y="1644"/>
                  </a:lnTo>
                  <a:lnTo>
                    <a:pt x="667" y="1096"/>
                  </a:lnTo>
                  <a:lnTo>
                    <a:pt x="977" y="1644"/>
                  </a:lnTo>
                  <a:lnTo>
                    <a:pt x="1286" y="1644"/>
                  </a:lnTo>
                  <a:lnTo>
                    <a:pt x="1286" y="0"/>
                  </a:lnTo>
                  <a:lnTo>
                    <a:pt x="977" y="0"/>
                  </a:lnTo>
                  <a:lnTo>
                    <a:pt x="977" y="1072"/>
                  </a:lnTo>
                  <a:lnTo>
                    <a:pt x="667" y="524"/>
                  </a:lnTo>
                  <a:lnTo>
                    <a:pt x="334" y="1072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1858;p75"/>
            <p:cNvSpPr/>
            <p:nvPr/>
          </p:nvSpPr>
          <p:spPr>
            <a:xfrm>
              <a:off x="3906234" y="3530932"/>
              <a:ext cx="11635" cy="10834"/>
            </a:xfrm>
            <a:custGeom>
              <a:avLst/>
              <a:gdLst/>
              <a:ahLst/>
              <a:cxnLst/>
              <a:rect l="l" t="t" r="r" b="b"/>
              <a:pathLst>
                <a:path w="334" h="311" extrusionOk="0">
                  <a:moveTo>
                    <a:pt x="0" y="1"/>
                  </a:moveTo>
                  <a:lnTo>
                    <a:pt x="0" y="311"/>
                  </a:lnTo>
                  <a:lnTo>
                    <a:pt x="334" y="311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1859;p75"/>
            <p:cNvSpPr/>
            <p:nvPr/>
          </p:nvSpPr>
          <p:spPr>
            <a:xfrm>
              <a:off x="3792568" y="3576565"/>
              <a:ext cx="10834" cy="10834"/>
            </a:xfrm>
            <a:custGeom>
              <a:avLst/>
              <a:gdLst/>
              <a:ahLst/>
              <a:cxnLst/>
              <a:rect l="l" t="t" r="r" b="b"/>
              <a:pathLst>
                <a:path w="311" h="311" extrusionOk="0">
                  <a:moveTo>
                    <a:pt x="1" y="1"/>
                  </a:moveTo>
                  <a:lnTo>
                    <a:pt x="1" y="310"/>
                  </a:lnTo>
                  <a:lnTo>
                    <a:pt x="310" y="310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1860;p75"/>
            <p:cNvSpPr/>
            <p:nvPr/>
          </p:nvSpPr>
          <p:spPr>
            <a:xfrm>
              <a:off x="3814967" y="3576565"/>
              <a:ext cx="11670" cy="10834"/>
            </a:xfrm>
            <a:custGeom>
              <a:avLst/>
              <a:gdLst/>
              <a:ahLst/>
              <a:cxnLst/>
              <a:rect l="l" t="t" r="r" b="b"/>
              <a:pathLst>
                <a:path w="335" h="311" extrusionOk="0">
                  <a:moveTo>
                    <a:pt x="1" y="1"/>
                  </a:moveTo>
                  <a:lnTo>
                    <a:pt x="1" y="310"/>
                  </a:lnTo>
                  <a:lnTo>
                    <a:pt x="334" y="310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1861;p75"/>
            <p:cNvSpPr/>
            <p:nvPr/>
          </p:nvSpPr>
          <p:spPr>
            <a:xfrm>
              <a:off x="3838202" y="3576565"/>
              <a:ext cx="10834" cy="10834"/>
            </a:xfrm>
            <a:custGeom>
              <a:avLst/>
              <a:gdLst/>
              <a:ahLst/>
              <a:cxnLst/>
              <a:rect l="l" t="t" r="r" b="b"/>
              <a:pathLst>
                <a:path w="311" h="311" extrusionOk="0">
                  <a:moveTo>
                    <a:pt x="0" y="1"/>
                  </a:moveTo>
                  <a:lnTo>
                    <a:pt x="0" y="310"/>
                  </a:lnTo>
                  <a:lnTo>
                    <a:pt x="310" y="310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1862;p75"/>
            <p:cNvSpPr/>
            <p:nvPr/>
          </p:nvSpPr>
          <p:spPr>
            <a:xfrm>
              <a:off x="3654031" y="3405702"/>
              <a:ext cx="368380" cy="287040"/>
            </a:xfrm>
            <a:custGeom>
              <a:avLst/>
              <a:gdLst/>
              <a:ahLst/>
              <a:cxnLst/>
              <a:rect l="l" t="t" r="r" b="b"/>
              <a:pathLst>
                <a:path w="10575" h="8240" extrusionOk="0">
                  <a:moveTo>
                    <a:pt x="7550" y="4453"/>
                  </a:moveTo>
                  <a:cubicBezTo>
                    <a:pt x="7502" y="4501"/>
                    <a:pt x="7478" y="4549"/>
                    <a:pt x="7455" y="4572"/>
                  </a:cubicBezTo>
                  <a:cubicBezTo>
                    <a:pt x="7336" y="4787"/>
                    <a:pt x="7240" y="5001"/>
                    <a:pt x="7193" y="5239"/>
                  </a:cubicBezTo>
                  <a:lnTo>
                    <a:pt x="6764" y="5239"/>
                  </a:lnTo>
                  <a:cubicBezTo>
                    <a:pt x="6954" y="4906"/>
                    <a:pt x="7216" y="4644"/>
                    <a:pt x="7550" y="4453"/>
                  </a:cubicBezTo>
                  <a:close/>
                  <a:moveTo>
                    <a:pt x="8264" y="4263"/>
                  </a:moveTo>
                  <a:lnTo>
                    <a:pt x="8264" y="5263"/>
                  </a:lnTo>
                  <a:lnTo>
                    <a:pt x="7550" y="5263"/>
                  </a:lnTo>
                  <a:cubicBezTo>
                    <a:pt x="7669" y="4739"/>
                    <a:pt x="7931" y="4334"/>
                    <a:pt x="8264" y="4263"/>
                  </a:cubicBezTo>
                  <a:close/>
                  <a:moveTo>
                    <a:pt x="8550" y="4263"/>
                  </a:moveTo>
                  <a:cubicBezTo>
                    <a:pt x="8883" y="4334"/>
                    <a:pt x="9145" y="4739"/>
                    <a:pt x="9288" y="5263"/>
                  </a:cubicBezTo>
                  <a:lnTo>
                    <a:pt x="8550" y="5263"/>
                  </a:lnTo>
                  <a:lnTo>
                    <a:pt x="8550" y="4263"/>
                  </a:lnTo>
                  <a:close/>
                  <a:moveTo>
                    <a:pt x="9265" y="4501"/>
                  </a:moveTo>
                  <a:cubicBezTo>
                    <a:pt x="9598" y="4644"/>
                    <a:pt x="9860" y="4906"/>
                    <a:pt x="10050" y="5263"/>
                  </a:cubicBezTo>
                  <a:lnTo>
                    <a:pt x="9622" y="5263"/>
                  </a:lnTo>
                  <a:cubicBezTo>
                    <a:pt x="9574" y="5025"/>
                    <a:pt x="9479" y="4787"/>
                    <a:pt x="9360" y="4620"/>
                  </a:cubicBezTo>
                  <a:cubicBezTo>
                    <a:pt x="9336" y="4572"/>
                    <a:pt x="9288" y="4525"/>
                    <a:pt x="9265" y="4501"/>
                  </a:cubicBezTo>
                  <a:close/>
                  <a:moveTo>
                    <a:pt x="7121" y="5573"/>
                  </a:moveTo>
                  <a:cubicBezTo>
                    <a:pt x="7097" y="5715"/>
                    <a:pt x="7097" y="5882"/>
                    <a:pt x="7097" y="6073"/>
                  </a:cubicBezTo>
                  <a:cubicBezTo>
                    <a:pt x="7097" y="6239"/>
                    <a:pt x="7097" y="6406"/>
                    <a:pt x="7121" y="6573"/>
                  </a:cubicBezTo>
                  <a:lnTo>
                    <a:pt x="6645" y="6573"/>
                  </a:lnTo>
                  <a:cubicBezTo>
                    <a:pt x="6597" y="6406"/>
                    <a:pt x="6597" y="6239"/>
                    <a:pt x="6597" y="6073"/>
                  </a:cubicBezTo>
                  <a:cubicBezTo>
                    <a:pt x="6597" y="5882"/>
                    <a:pt x="6621" y="5715"/>
                    <a:pt x="6645" y="5573"/>
                  </a:cubicBezTo>
                  <a:close/>
                  <a:moveTo>
                    <a:pt x="8264" y="5573"/>
                  </a:moveTo>
                  <a:lnTo>
                    <a:pt x="8264" y="6573"/>
                  </a:lnTo>
                  <a:lnTo>
                    <a:pt x="7455" y="6573"/>
                  </a:lnTo>
                  <a:cubicBezTo>
                    <a:pt x="7431" y="6406"/>
                    <a:pt x="7431" y="6239"/>
                    <a:pt x="7431" y="6073"/>
                  </a:cubicBezTo>
                  <a:cubicBezTo>
                    <a:pt x="7431" y="5882"/>
                    <a:pt x="7431" y="5715"/>
                    <a:pt x="7455" y="5573"/>
                  </a:cubicBezTo>
                  <a:close/>
                  <a:moveTo>
                    <a:pt x="9360" y="5573"/>
                  </a:moveTo>
                  <a:cubicBezTo>
                    <a:pt x="9384" y="5715"/>
                    <a:pt x="9384" y="5882"/>
                    <a:pt x="9384" y="6073"/>
                  </a:cubicBezTo>
                  <a:cubicBezTo>
                    <a:pt x="9384" y="6239"/>
                    <a:pt x="9384" y="6406"/>
                    <a:pt x="9360" y="6573"/>
                  </a:cubicBezTo>
                  <a:lnTo>
                    <a:pt x="8550" y="6573"/>
                  </a:lnTo>
                  <a:lnTo>
                    <a:pt x="8550" y="5573"/>
                  </a:lnTo>
                  <a:close/>
                  <a:moveTo>
                    <a:pt x="10169" y="5573"/>
                  </a:moveTo>
                  <a:cubicBezTo>
                    <a:pt x="10217" y="5715"/>
                    <a:pt x="10217" y="5882"/>
                    <a:pt x="10217" y="6073"/>
                  </a:cubicBezTo>
                  <a:cubicBezTo>
                    <a:pt x="10217" y="6239"/>
                    <a:pt x="10193" y="6406"/>
                    <a:pt x="10169" y="6573"/>
                  </a:cubicBezTo>
                  <a:lnTo>
                    <a:pt x="9693" y="6573"/>
                  </a:lnTo>
                  <a:cubicBezTo>
                    <a:pt x="9717" y="6406"/>
                    <a:pt x="9717" y="6239"/>
                    <a:pt x="9717" y="6073"/>
                  </a:cubicBezTo>
                  <a:cubicBezTo>
                    <a:pt x="9717" y="5882"/>
                    <a:pt x="9717" y="5715"/>
                    <a:pt x="9693" y="5573"/>
                  </a:cubicBezTo>
                  <a:close/>
                  <a:moveTo>
                    <a:pt x="7193" y="6882"/>
                  </a:moveTo>
                  <a:cubicBezTo>
                    <a:pt x="7240" y="7120"/>
                    <a:pt x="7336" y="7359"/>
                    <a:pt x="7455" y="7525"/>
                  </a:cubicBezTo>
                  <a:cubicBezTo>
                    <a:pt x="7478" y="7549"/>
                    <a:pt x="7502" y="7621"/>
                    <a:pt x="7550" y="7644"/>
                  </a:cubicBezTo>
                  <a:cubicBezTo>
                    <a:pt x="7216" y="7502"/>
                    <a:pt x="6954" y="7192"/>
                    <a:pt x="6764" y="6882"/>
                  </a:cubicBezTo>
                  <a:close/>
                  <a:moveTo>
                    <a:pt x="10050" y="6906"/>
                  </a:moveTo>
                  <a:cubicBezTo>
                    <a:pt x="9860" y="7192"/>
                    <a:pt x="9598" y="7502"/>
                    <a:pt x="9265" y="7668"/>
                  </a:cubicBezTo>
                  <a:cubicBezTo>
                    <a:pt x="9288" y="7644"/>
                    <a:pt x="9336" y="7597"/>
                    <a:pt x="9360" y="7549"/>
                  </a:cubicBezTo>
                  <a:cubicBezTo>
                    <a:pt x="9479" y="7359"/>
                    <a:pt x="9574" y="7120"/>
                    <a:pt x="9622" y="6906"/>
                  </a:cubicBezTo>
                  <a:close/>
                  <a:moveTo>
                    <a:pt x="8264" y="6882"/>
                  </a:moveTo>
                  <a:lnTo>
                    <a:pt x="8264" y="7859"/>
                  </a:lnTo>
                  <a:cubicBezTo>
                    <a:pt x="7955" y="7763"/>
                    <a:pt x="7669" y="7382"/>
                    <a:pt x="7550" y="6882"/>
                  </a:cubicBezTo>
                  <a:close/>
                  <a:moveTo>
                    <a:pt x="9288" y="6882"/>
                  </a:moveTo>
                  <a:cubicBezTo>
                    <a:pt x="9145" y="7382"/>
                    <a:pt x="8883" y="7763"/>
                    <a:pt x="8550" y="7859"/>
                  </a:cubicBezTo>
                  <a:lnTo>
                    <a:pt x="8550" y="6882"/>
                  </a:lnTo>
                  <a:close/>
                  <a:moveTo>
                    <a:pt x="5430" y="6882"/>
                  </a:moveTo>
                  <a:lnTo>
                    <a:pt x="5430" y="7883"/>
                  </a:lnTo>
                  <a:lnTo>
                    <a:pt x="4097" y="7883"/>
                  </a:lnTo>
                  <a:lnTo>
                    <a:pt x="4097" y="6882"/>
                  </a:lnTo>
                  <a:close/>
                  <a:moveTo>
                    <a:pt x="334" y="0"/>
                  </a:moveTo>
                  <a:cubicBezTo>
                    <a:pt x="167" y="0"/>
                    <a:pt x="1" y="119"/>
                    <a:pt x="1" y="286"/>
                  </a:cubicBezTo>
                  <a:lnTo>
                    <a:pt x="1" y="6573"/>
                  </a:lnTo>
                  <a:cubicBezTo>
                    <a:pt x="1" y="6763"/>
                    <a:pt x="167" y="6906"/>
                    <a:pt x="334" y="6906"/>
                  </a:cubicBezTo>
                  <a:lnTo>
                    <a:pt x="3787" y="6906"/>
                  </a:lnTo>
                  <a:lnTo>
                    <a:pt x="3787" y="7906"/>
                  </a:lnTo>
                  <a:lnTo>
                    <a:pt x="3144" y="7906"/>
                  </a:lnTo>
                  <a:lnTo>
                    <a:pt x="3144" y="8216"/>
                  </a:lnTo>
                  <a:lnTo>
                    <a:pt x="6431" y="8216"/>
                  </a:lnTo>
                  <a:lnTo>
                    <a:pt x="6431" y="7906"/>
                  </a:lnTo>
                  <a:lnTo>
                    <a:pt x="5764" y="7906"/>
                  </a:lnTo>
                  <a:lnTo>
                    <a:pt x="5764" y="6906"/>
                  </a:lnTo>
                  <a:lnTo>
                    <a:pt x="6121" y="6906"/>
                  </a:lnTo>
                  <a:lnTo>
                    <a:pt x="6121" y="6597"/>
                  </a:lnTo>
                  <a:lnTo>
                    <a:pt x="334" y="6597"/>
                  </a:lnTo>
                  <a:lnTo>
                    <a:pt x="310" y="6573"/>
                  </a:lnTo>
                  <a:lnTo>
                    <a:pt x="310" y="5930"/>
                  </a:lnTo>
                  <a:lnTo>
                    <a:pt x="6288" y="5930"/>
                  </a:lnTo>
                  <a:lnTo>
                    <a:pt x="6288" y="6096"/>
                  </a:lnTo>
                  <a:cubicBezTo>
                    <a:pt x="6288" y="7287"/>
                    <a:pt x="7240" y="8240"/>
                    <a:pt x="8431" y="8240"/>
                  </a:cubicBezTo>
                  <a:cubicBezTo>
                    <a:pt x="9622" y="8240"/>
                    <a:pt x="10574" y="7287"/>
                    <a:pt x="10574" y="6096"/>
                  </a:cubicBezTo>
                  <a:cubicBezTo>
                    <a:pt x="10550" y="4882"/>
                    <a:pt x="9598" y="3929"/>
                    <a:pt x="8407" y="3929"/>
                  </a:cubicBezTo>
                  <a:cubicBezTo>
                    <a:pt x="7383" y="3929"/>
                    <a:pt x="6550" y="4644"/>
                    <a:pt x="6312" y="5596"/>
                  </a:cubicBezTo>
                  <a:lnTo>
                    <a:pt x="310" y="5596"/>
                  </a:lnTo>
                  <a:lnTo>
                    <a:pt x="310" y="286"/>
                  </a:lnTo>
                  <a:lnTo>
                    <a:pt x="9241" y="286"/>
                  </a:lnTo>
                  <a:lnTo>
                    <a:pt x="9241" y="3739"/>
                  </a:lnTo>
                  <a:lnTo>
                    <a:pt x="9526" y="3739"/>
                  </a:lnTo>
                  <a:lnTo>
                    <a:pt x="9526" y="286"/>
                  </a:lnTo>
                  <a:cubicBezTo>
                    <a:pt x="9526" y="119"/>
                    <a:pt x="9407" y="0"/>
                    <a:pt x="92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6"/>
          <p:cNvSpPr txBox="1"/>
          <p:nvPr>
            <p:ph type="title"/>
          </p:nvPr>
        </p:nvSpPr>
        <p:spPr>
          <a:xfrm>
            <a:off x="713105" y="2090420"/>
            <a:ext cx="4366895" cy="949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L'avenir des moteurs de recherche</a:t>
            </a:r>
            <a:endParaRPr lang="en-GB"/>
          </a:p>
        </p:txBody>
      </p:sp>
      <p:sp>
        <p:nvSpPr>
          <p:cNvPr id="513" name="Google Shape;513;p46"/>
          <p:cNvSpPr txBox="1"/>
          <p:nvPr>
            <p:ph type="title" idx="2"/>
          </p:nvPr>
        </p:nvSpPr>
        <p:spPr>
          <a:xfrm>
            <a:off x="713225" y="986040"/>
            <a:ext cx="2125500" cy="11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5</a:t>
            </a: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7"/>
          <p:cNvSpPr txBox="1"/>
          <p:nvPr>
            <p:ph type="sldNum" idx="12"/>
          </p:nvPr>
        </p:nvSpPr>
        <p:spPr>
          <a:xfrm>
            <a:off x="8472449" y="4607079"/>
            <a:ext cx="671400" cy="5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520" name="Google Shape;520;p47"/>
          <p:cNvSpPr txBox="1"/>
          <p:nvPr>
            <p:ph type="body" idx="1"/>
          </p:nvPr>
        </p:nvSpPr>
        <p:spPr>
          <a:xfrm>
            <a:off x="641470" y="1706950"/>
            <a:ext cx="4837800" cy="24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b="1"/>
              <a:t>Recherche vocale</a:t>
            </a:r>
            <a:r>
              <a:rPr lang="en-US" altLang="en-GB" b="1"/>
              <a:t>:</a:t>
            </a:r>
            <a:r>
              <a:rPr lang="en-US" altLang="en-GB"/>
              <a:t> </a:t>
            </a:r>
            <a:r>
              <a:rPr>
                <a:sym typeface="+mn-ea"/>
              </a:rPr>
              <a:t>Assistants comme Siri, Google Assistant</a:t>
            </a:r>
            <a:endParaRPr>
              <a:sym typeface="+mn-ea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b="1"/>
              <a:t>Recherche visuelle:</a:t>
            </a:r>
            <a:r>
              <a:rPr lang="en-US" altLang="en-GB"/>
              <a:t> </a:t>
            </a:r>
            <a:r>
              <a:rPr>
                <a:sym typeface="+mn-ea"/>
              </a:rPr>
              <a:t>Google Lens, reconnaissance d'images</a:t>
            </a:r>
            <a:endParaRPr>
              <a:sym typeface="+mn-e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>
              <a:sym typeface="+mn-e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b="1">
                <a:sym typeface="+mn-ea"/>
              </a:rPr>
              <a:t>IA conversationnelle:</a:t>
            </a:r>
            <a:r>
              <a:rPr lang="en-US" altLang="en-GB" b="1">
                <a:sym typeface="+mn-ea"/>
              </a:rPr>
              <a:t> </a:t>
            </a:r>
            <a:r>
              <a:rPr>
                <a:sym typeface="+mn-ea"/>
              </a:rPr>
              <a:t>Réponses plus naturelles et contextuelles</a:t>
            </a:r>
            <a:endParaRPr lang="en-US" altLang="en-GB" b="1">
              <a:sym typeface="+mn-e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lang="en-US" altLang="en-GB" b="1">
              <a:sym typeface="+mn-ea"/>
            </a:endParaRPr>
          </a:p>
        </p:txBody>
      </p:sp>
      <p:sp>
        <p:nvSpPr>
          <p:cNvPr id="521" name="Google Shape;521;p47"/>
          <p:cNvSpPr/>
          <p:nvPr/>
        </p:nvSpPr>
        <p:spPr>
          <a:xfrm>
            <a:off x="5148141" y="3580430"/>
            <a:ext cx="1572006" cy="1410776"/>
          </a:xfrm>
          <a:custGeom>
            <a:avLst/>
            <a:gdLst/>
            <a:ahLst/>
            <a:cxnLst/>
            <a:rect l="l" t="t" r="r" b="b"/>
            <a:pathLst>
              <a:path w="100899" h="90565" extrusionOk="0">
                <a:moveTo>
                  <a:pt x="33510" y="0"/>
                </a:moveTo>
                <a:cubicBezTo>
                  <a:pt x="27859" y="0"/>
                  <a:pt x="22589" y="3041"/>
                  <a:pt x="19760" y="7940"/>
                </a:cubicBezTo>
                <a:lnTo>
                  <a:pt x="2824" y="37270"/>
                </a:lnTo>
                <a:cubicBezTo>
                  <a:pt x="1" y="42169"/>
                  <a:pt x="1" y="48257"/>
                  <a:pt x="2829" y="53155"/>
                </a:cubicBezTo>
                <a:cubicBezTo>
                  <a:pt x="7134" y="60354"/>
                  <a:pt x="10378" y="66189"/>
                  <a:pt x="12989" y="70880"/>
                </a:cubicBezTo>
                <a:cubicBezTo>
                  <a:pt x="22767" y="88470"/>
                  <a:pt x="23935" y="90565"/>
                  <a:pt x="39673" y="90565"/>
                </a:cubicBezTo>
                <a:cubicBezTo>
                  <a:pt x="41813" y="90565"/>
                  <a:pt x="44215" y="90530"/>
                  <a:pt x="46944" y="90485"/>
                </a:cubicBezTo>
                <a:cubicBezTo>
                  <a:pt x="50467" y="90426"/>
                  <a:pt x="54554" y="90360"/>
                  <a:pt x="59316" y="90360"/>
                </a:cubicBezTo>
                <a:cubicBezTo>
                  <a:pt x="61812" y="90360"/>
                  <a:pt x="64494" y="90378"/>
                  <a:pt x="67378" y="90425"/>
                </a:cubicBezTo>
                <a:cubicBezTo>
                  <a:pt x="73039" y="90425"/>
                  <a:pt x="78304" y="87380"/>
                  <a:pt x="81134" y="82480"/>
                </a:cubicBezTo>
                <a:lnTo>
                  <a:pt x="98069" y="53155"/>
                </a:lnTo>
                <a:cubicBezTo>
                  <a:pt x="100898" y="48257"/>
                  <a:pt x="100898" y="42169"/>
                  <a:pt x="98069" y="37270"/>
                </a:cubicBezTo>
                <a:lnTo>
                  <a:pt x="81134" y="7940"/>
                </a:lnTo>
                <a:cubicBezTo>
                  <a:pt x="78304" y="3041"/>
                  <a:pt x="73034" y="0"/>
                  <a:pt x="67378" y="0"/>
                </a:cubicBezTo>
                <a:close/>
              </a:path>
            </a:pathLst>
          </a:custGeom>
          <a:gradFill>
            <a:gsLst>
              <a:gs pos="0">
                <a:srgbClr val="E20030"/>
              </a:gs>
              <a:gs pos="100000">
                <a:srgbClr val="00216E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2" name="Google Shape;522;p47"/>
          <p:cNvSpPr txBox="1"/>
          <p:nvPr>
            <p:ph type="title"/>
          </p:nvPr>
        </p:nvSpPr>
        <p:spPr>
          <a:xfrm>
            <a:off x="641350" y="826770"/>
            <a:ext cx="5707380" cy="538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Vers où vont les moteurs de recherche ?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1342;p74"/>
          <p:cNvSpPr txBox="1"/>
          <p:nvPr>
            <p:ph type="title"/>
          </p:nvPr>
        </p:nvSpPr>
        <p:spPr>
          <a:xfrm>
            <a:off x="3142075" y="1902845"/>
            <a:ext cx="5288700" cy="10158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7000"/>
              <a:t>Merci</a:t>
            </a:r>
            <a:r>
              <a:rPr lang="en-GB" sz="7000"/>
              <a:t>!</a:t>
            </a:r>
            <a:endParaRPr lang="en-GB" sz="7000"/>
          </a:p>
        </p:txBody>
      </p:sp>
      <p:sp>
        <p:nvSpPr>
          <p:cNvPr id="83" name="Google Shape;1343;p74"/>
          <p:cNvSpPr txBox="1"/>
          <p:nvPr>
            <p:ph type="subTitle" idx="1"/>
          </p:nvPr>
        </p:nvSpPr>
        <p:spPr>
          <a:xfrm>
            <a:off x="3142075" y="2751725"/>
            <a:ext cx="5288700" cy="115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 panose="020B0604020202020204"/>
              <a:buNone/>
            </a:pPr>
            <a:r>
              <a:rPr lang="en-GB" sz="2200"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rPr>
              <a:t>Avez-vous des questions?</a:t>
            </a:r>
            <a:endParaRPr sz="2200">
              <a:solidFill>
                <a:schemeClr val="accent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r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 panose="020B0604020202020204"/>
              <a:buNone/>
            </a:pP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oday Is Web Designer Day by Slidesgo">
  <a:themeElements>
    <a:clrScheme name="Simple Light">
      <a:dk1>
        <a:srgbClr val="00216E"/>
      </a:dk1>
      <a:lt1>
        <a:srgbClr val="E20030"/>
      </a:lt1>
      <a:dk2>
        <a:srgbClr val="EFEFEF"/>
      </a:dk2>
      <a:lt2>
        <a:srgbClr val="43434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2988</Words>
  <Application>WPS Presentation</Application>
  <PresentationFormat/>
  <Paragraphs>154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SimSun</vt:lpstr>
      <vt:lpstr>Wingdings</vt:lpstr>
      <vt:lpstr>Arial</vt:lpstr>
      <vt:lpstr>Space Mono</vt:lpstr>
      <vt:lpstr>Gubbi</vt:lpstr>
      <vt:lpstr>Poppins</vt:lpstr>
      <vt:lpstr>Roboto Condensed Light</vt:lpstr>
      <vt:lpstr>Reggae One</vt:lpstr>
      <vt:lpstr>Roboto Condensed</vt:lpstr>
      <vt:lpstr>Roboto Mono</vt:lpstr>
      <vt:lpstr>Microsoft YaHei</vt:lpstr>
      <vt:lpstr>Droid Sans Fallback</vt:lpstr>
      <vt:lpstr>Arial Unicode MS</vt:lpstr>
      <vt:lpstr>OpenSymbol</vt:lpstr>
      <vt:lpstr>Today Is Web Designer Day by Slidesgo</vt:lpstr>
      <vt:lpstr>Les moteurs de recherche</vt:lpstr>
      <vt:lpstr>01</vt:lpstr>
      <vt:lpstr>Qu'est-ce qu'un moteur de recherche ?</vt:lpstr>
      <vt:lpstr>02</vt:lpstr>
      <vt:lpstr>Quelles sont les étapes de transformation des requêtes en résultats ?</vt:lpstr>
      <vt:lpstr>PowerPoint 演示文稿</vt:lpstr>
      <vt:lpstr>PowerPoint 演示文稿</vt:lpstr>
      <vt:lpstr>PowerPoint 演示文稿</vt:lpstr>
      <vt:lpstr>PowerPoint 演示文稿</vt:lpstr>
      <vt:lpstr>03</vt:lpstr>
      <vt:lpstr>Comment fonctionne le web scraping ?</vt:lpstr>
      <vt:lpstr>05</vt:lpstr>
      <vt:lpstr>Défis et limitations</vt:lpstr>
      <vt:lpstr>PowerPoint 演示文稿</vt:lpstr>
      <vt:lpstr>04</vt:lpstr>
      <vt:lpstr>Les technologies derrière les moteurs de recherche</vt:lpstr>
      <vt:lpstr>Merci!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Web Scraping</dc:title>
  <dc:creator/>
  <cp:lastModifiedBy>shito</cp:lastModifiedBy>
  <cp:revision>105</cp:revision>
  <dcterms:created xsi:type="dcterms:W3CDTF">2025-05-10T18:25:08Z</dcterms:created>
  <dcterms:modified xsi:type="dcterms:W3CDTF">2025-05-10T18:25:08Z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