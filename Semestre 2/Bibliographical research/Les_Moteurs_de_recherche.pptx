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13.fntdata" ContentType="application/x-fontdata"/>
  <Override PartName="/ppt/fonts/font14.fntdata" ContentType="application/x-fontdata"/>
  <Override PartName="/ppt/fonts/font15.fntdata" ContentType="application/x-fontdata"/>
  <Override PartName="/ppt/fonts/font16.fntdata" ContentType="application/x-fontdata"/>
  <Override PartName="/ppt/fonts/font17.fntdata" ContentType="application/x-fontdata"/>
  <Override PartName="/ppt/fonts/font18.fntdata" ContentType="application/x-fontdata"/>
  <Override PartName="/ppt/fonts/font19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62" r:id="rId5"/>
    <p:sldId id="261" r:id="rId6"/>
    <p:sldId id="312" r:id="rId7"/>
    <p:sldId id="323" r:id="rId8"/>
    <p:sldId id="263" r:id="rId9"/>
    <p:sldId id="327" r:id="rId10"/>
    <p:sldId id="328" r:id="rId11"/>
    <p:sldId id="313" r:id="rId12"/>
    <p:sldId id="329" r:id="rId13"/>
    <p:sldId id="319" r:id="rId14"/>
  </p:sldIdLst>
  <p:sldSz cx="9144000" cy="5143500"/>
  <p:notesSz cx="6858000" cy="9144000"/>
  <p:embeddedFontLst>
    <p:embeddedFont>
      <p:font typeface="Space Mono" charset="0"/>
      <p:regular r:id="rId18"/>
      <p:bold r:id="rId19"/>
      <p:italic r:id="rId20"/>
      <p:boldItalic r:id="rId21"/>
    </p:embeddedFont>
    <p:embeddedFont>
      <p:font typeface="Proxima Nova" charset="0"/>
      <p:regular r:id="rId22"/>
      <p:bold r:id="rId23"/>
      <p:italic r:id="rId24"/>
      <p:boldItalic r:id="rId25"/>
    </p:embeddedFont>
    <p:embeddedFont>
      <p:font typeface="Roboto Medium" charset="0"/>
      <p:regular r:id="rId26"/>
      <p:bold r:id="rId27"/>
      <p:italic r:id="rId28"/>
      <p:boldItalic r:id="rId29"/>
    </p:embeddedFont>
    <p:embeddedFont>
      <p:font typeface="Amatic SC" charset="0"/>
      <p:regular r:id="rId30"/>
      <p:bold r:id="rId31"/>
    </p:embeddedFont>
    <p:embeddedFont>
      <p:font typeface="Poppins" charset="0"/>
      <p:regular r:id="rId32"/>
      <p:bold r:id="rId33"/>
      <p:italic r:id="rId34"/>
      <p:boldItalic r:id="rId35"/>
    </p:embeddedFont>
    <p:embeddedFont>
      <p:font typeface="Reggae One" charset="0"/>
      <p:regular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6" Type="http://schemas.openxmlformats.org/officeDocument/2006/relationships/font" Target="fonts/font19.fntdata"/><Relationship Id="rId35" Type="http://schemas.openxmlformats.org/officeDocument/2006/relationships/font" Target="fonts/font18.fntdata"/><Relationship Id="rId34" Type="http://schemas.openxmlformats.org/officeDocument/2006/relationships/font" Target="fonts/font17.fntdata"/><Relationship Id="rId33" Type="http://schemas.openxmlformats.org/officeDocument/2006/relationships/font" Target="fonts/font16.fntdata"/><Relationship Id="rId32" Type="http://schemas.openxmlformats.org/officeDocument/2006/relationships/font" Target="fonts/font15.fntdata"/><Relationship Id="rId31" Type="http://schemas.openxmlformats.org/officeDocument/2006/relationships/font" Target="fonts/font14.fntdata"/><Relationship Id="rId30" Type="http://schemas.openxmlformats.org/officeDocument/2006/relationships/font" Target="fonts/font13.fntdata"/><Relationship Id="rId3" Type="http://schemas.openxmlformats.org/officeDocument/2006/relationships/slide" Target="slides/slide1.xml"/><Relationship Id="rId29" Type="http://schemas.openxmlformats.org/officeDocument/2006/relationships/font" Target="fonts/font12.fntdata"/><Relationship Id="rId28" Type="http://schemas.openxmlformats.org/officeDocument/2006/relationships/font" Target="fonts/font11.fntdata"/><Relationship Id="rId27" Type="http://schemas.openxmlformats.org/officeDocument/2006/relationships/font" Target="fonts/font10.fntdata"/><Relationship Id="rId26" Type="http://schemas.openxmlformats.org/officeDocument/2006/relationships/font" Target="fonts/font9.fntdata"/><Relationship Id="rId25" Type="http://schemas.openxmlformats.org/officeDocument/2006/relationships/font" Target="fonts/font8.fntdata"/><Relationship Id="rId24" Type="http://schemas.openxmlformats.org/officeDocument/2006/relationships/font" Target="fonts/font7.fntdata"/><Relationship Id="rId23" Type="http://schemas.openxmlformats.org/officeDocument/2006/relationships/font" Target="fonts/font6.fntdata"/><Relationship Id="rId22" Type="http://schemas.openxmlformats.org/officeDocument/2006/relationships/font" Target="fonts/font5.fntdata"/><Relationship Id="rId21" Type="http://schemas.openxmlformats.org/officeDocument/2006/relationships/font" Target="fonts/font4.fntdata"/><Relationship Id="rId20" Type="http://schemas.openxmlformats.org/officeDocument/2006/relationships/font" Target="fonts/font3.fntdata"/><Relationship Id="rId2" Type="http://schemas.openxmlformats.org/officeDocument/2006/relationships/theme" Target="theme/theme1.xml"/><Relationship Id="rId19" Type="http://schemas.openxmlformats.org/officeDocument/2006/relationships/font" Target="fonts/font2.fntdata"/><Relationship Id="rId18" Type="http://schemas.openxmlformats.org/officeDocument/2006/relationships/font" Target="fonts/font1.fntdata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6" name="Google Shape;446;p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d200d38227_3_48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0" name="Google Shape;510;gd200d38227_3_48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d200d38227_3_3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1" name="Google Shape;501;gd200d38227_3_3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d200d38227_3_48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0" name="Google Shape;510;gd200d38227_3_48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30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g11a41cb8921_1_1338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2" name="Google Shape;832;g11a41cb8921_1_133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d200d38227_3_49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d200d38227_3_49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d200d38227_3_49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d200d38227_3_49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d200d38227_3_49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d200d38227_3_49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d200d38227_3_48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0" name="Google Shape;510;gd200d38227_3_48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39" name="Shape 1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" name="Google Shape;1040;g119c2edd720_0_22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1" name="Google Shape;1041;g119c2edd720_0_22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gd200d38227_3_497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5" name="Google Shape;525;gd200d38227_3_49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4" Type="http://schemas.openxmlformats.org/officeDocument/2006/relationships/hyperlink" Target="http://bit.ly/2TtBDfr" TargetMode="External"/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2700006" scaled="0"/>
        </a:gradFill>
        <a:effectLst/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138448" y="-142087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" name="Google Shape;11;p2"/>
          <p:cNvSpPr/>
          <p:nvPr/>
        </p:nvSpPr>
        <p:spPr>
          <a:xfrm>
            <a:off x="1626235" y="-142025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" name="Google Shape;12;p2"/>
          <p:cNvSpPr/>
          <p:nvPr/>
        </p:nvSpPr>
        <p:spPr>
          <a:xfrm>
            <a:off x="-2708462" y="-142050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" name="Google Shape;13;p2"/>
          <p:cNvSpPr/>
          <p:nvPr/>
        </p:nvSpPr>
        <p:spPr>
          <a:xfrm>
            <a:off x="223500" y="-548699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" name="Google Shape;14;p2"/>
          <p:cNvSpPr/>
          <p:nvPr/>
        </p:nvSpPr>
        <p:spPr>
          <a:xfrm>
            <a:off x="2870975" y="4401125"/>
            <a:ext cx="1539000" cy="1539000"/>
          </a:xfrm>
          <a:prstGeom prst="donut">
            <a:avLst>
              <a:gd name="adj" fmla="val 815"/>
            </a:avLst>
          </a:pr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" name="Google Shape;15;p2"/>
          <p:cNvSpPr/>
          <p:nvPr/>
        </p:nvSpPr>
        <p:spPr>
          <a:xfrm>
            <a:off x="7341275" y="-697977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" name="Google Shape;16;p2"/>
          <p:cNvSpPr/>
          <p:nvPr/>
        </p:nvSpPr>
        <p:spPr>
          <a:xfrm flipH="1">
            <a:off x="7673100" y="3625714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" name="Google Shape;17;p2"/>
          <p:cNvSpPr/>
          <p:nvPr/>
        </p:nvSpPr>
        <p:spPr>
          <a:xfrm flipH="1">
            <a:off x="8255925" y="337371"/>
            <a:ext cx="1024629" cy="9196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" name="Google Shape;18;p2"/>
          <p:cNvSpPr/>
          <p:nvPr/>
        </p:nvSpPr>
        <p:spPr>
          <a:xfrm flipH="1">
            <a:off x="8510411" y="1987905"/>
            <a:ext cx="1631789" cy="146443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" name="Google Shape;19;p2"/>
          <p:cNvSpPr txBox="1"/>
          <p:nvPr>
            <p:ph type="ctrTitle"/>
          </p:nvPr>
        </p:nvSpPr>
        <p:spPr>
          <a:xfrm>
            <a:off x="713225" y="1772700"/>
            <a:ext cx="5405100" cy="15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5500"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20" name="Google Shape;20;p2"/>
          <p:cNvSpPr txBox="1"/>
          <p:nvPr>
            <p:ph type="subTitle" idx="1"/>
          </p:nvPr>
        </p:nvSpPr>
        <p:spPr>
          <a:xfrm>
            <a:off x="713225" y="3668063"/>
            <a:ext cx="3016800" cy="68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1" name="Google Shape;21;p2"/>
          <p:cNvSpPr txBox="1"/>
          <p:nvPr>
            <p:ph type="ctrTitle" idx="2"/>
          </p:nvPr>
        </p:nvSpPr>
        <p:spPr>
          <a:xfrm>
            <a:off x="708400" y="851575"/>
            <a:ext cx="1281000" cy="36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16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3500032" scaled="0"/>
        </a:gradFill>
        <a:effectLst/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"/>
          <p:cNvSpPr txBox="1"/>
          <p:nvPr>
            <p:ph type="title"/>
          </p:nvPr>
        </p:nvSpPr>
        <p:spPr>
          <a:xfrm>
            <a:off x="713225" y="2449335"/>
            <a:ext cx="4130100" cy="94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53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4" name="Google Shape;24;p3"/>
          <p:cNvSpPr txBox="1"/>
          <p:nvPr>
            <p:ph type="title" idx="2" hasCustomPrompt="1"/>
          </p:nvPr>
        </p:nvSpPr>
        <p:spPr>
          <a:xfrm>
            <a:off x="713225" y="986040"/>
            <a:ext cx="2125500" cy="11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5" name="Google Shape;25;p3"/>
          <p:cNvSpPr txBox="1"/>
          <p:nvPr>
            <p:ph type="subTitle" idx="1"/>
          </p:nvPr>
        </p:nvSpPr>
        <p:spPr>
          <a:xfrm>
            <a:off x="713225" y="3459360"/>
            <a:ext cx="2891700" cy="69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grpSp>
        <p:nvGrpSpPr>
          <p:cNvPr id="26" name="Google Shape;26;p3"/>
          <p:cNvGrpSpPr/>
          <p:nvPr/>
        </p:nvGrpSpPr>
        <p:grpSpPr>
          <a:xfrm>
            <a:off x="4460295" y="-142030"/>
            <a:ext cx="6564681" cy="5427560"/>
            <a:chOff x="511350" y="-142050"/>
            <a:chExt cx="6564681" cy="5427560"/>
          </a:xfrm>
        </p:grpSpPr>
        <p:sp>
          <p:nvSpPr>
            <p:cNvPr id="27" name="Google Shape;27;p3"/>
            <p:cNvSpPr/>
            <p:nvPr/>
          </p:nvSpPr>
          <p:spPr>
            <a:xfrm flipH="1">
              <a:off x="511350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1029154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29" name="Google Shape;29;p3"/>
          <p:cNvSpPr/>
          <p:nvPr/>
        </p:nvSpPr>
        <p:spPr>
          <a:xfrm>
            <a:off x="5495900" y="-14203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" name="Google Shape;30;p3"/>
          <p:cNvSpPr/>
          <p:nvPr/>
        </p:nvSpPr>
        <p:spPr>
          <a:xfrm>
            <a:off x="3594032" y="-697977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" name="Google Shape;31;p3"/>
          <p:cNvSpPr/>
          <p:nvPr/>
        </p:nvSpPr>
        <p:spPr>
          <a:xfrm flipH="1">
            <a:off x="7417494" y="3625714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Google Shape;32;p3"/>
          <p:cNvSpPr/>
          <p:nvPr/>
        </p:nvSpPr>
        <p:spPr>
          <a:xfrm flipH="1">
            <a:off x="6971556" y="174321"/>
            <a:ext cx="1024629" cy="9196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" name="Google Shape;33;p3"/>
          <p:cNvSpPr/>
          <p:nvPr/>
        </p:nvSpPr>
        <p:spPr>
          <a:xfrm>
            <a:off x="8430785" y="1413851"/>
            <a:ext cx="1419951" cy="1275204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_AND_BODY">
    <p:bg>
      <p:bgPr>
        <a:gradFill>
          <a:gsLst>
            <a:gs pos="0">
              <a:schemeClr val="dk2"/>
            </a:gs>
            <a:gs pos="100000">
              <a:schemeClr val="accent2"/>
            </a:gs>
          </a:gsLst>
          <a:lin ang="10800025" scaled="0"/>
        </a:gradFill>
        <a:effectLst/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4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" name="Google Shape;36;p4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type="body" idx="1"/>
          </p:nvPr>
        </p:nvSpPr>
        <p:spPr>
          <a:xfrm>
            <a:off x="713225" y="1300475"/>
            <a:ext cx="7624500" cy="330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 sz="115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romanLcPeriod"/>
              <a:defRPr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rabicPeriod"/>
              <a:defRPr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romanLcPeriod"/>
              <a:defRPr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rabicPeriod"/>
              <a:defRPr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romanLcPeriod"/>
              <a:defRPr/>
            </a:lvl9pPr>
          </a:lstStyle>
          <a:p/>
        </p:txBody>
      </p:sp>
      <p:sp>
        <p:nvSpPr>
          <p:cNvPr id="38" name="Google Shape;38;p4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Title and two columns">
  <p:cSld name="TITLE_AND_TWO_COLUMNS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3500032" scaled="0"/>
        </a:gradFill>
        <a:effectLst/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5"/>
          <p:cNvSpPr/>
          <p:nvPr/>
        </p:nvSpPr>
        <p:spPr>
          <a:xfrm flipH="1">
            <a:off x="1548550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" name="Google Shape;41;p5"/>
          <p:cNvSpPr/>
          <p:nvPr/>
        </p:nvSpPr>
        <p:spPr>
          <a:xfrm flipH="1">
            <a:off x="2073004" y="-142025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2" name="Google Shape;42;p5"/>
          <p:cNvSpPr/>
          <p:nvPr/>
        </p:nvSpPr>
        <p:spPr>
          <a:xfrm flipH="1">
            <a:off x="2590800" y="-14198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" name="Google Shape;43;p5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4" name="Google Shape;44;p5"/>
          <p:cNvSpPr txBox="1"/>
          <p:nvPr>
            <p:ph type="title"/>
          </p:nvPr>
        </p:nvSpPr>
        <p:spPr>
          <a:xfrm>
            <a:off x="3683000" y="539500"/>
            <a:ext cx="47478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5" name="Google Shape;45;p5"/>
          <p:cNvSpPr txBox="1"/>
          <p:nvPr>
            <p:ph type="subTitle" idx="1"/>
          </p:nvPr>
        </p:nvSpPr>
        <p:spPr>
          <a:xfrm>
            <a:off x="3856700" y="1497988"/>
            <a:ext cx="3407400" cy="38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46" name="Google Shape;46;p5"/>
          <p:cNvSpPr txBox="1"/>
          <p:nvPr>
            <p:ph type="subTitle" idx="2"/>
          </p:nvPr>
        </p:nvSpPr>
        <p:spPr>
          <a:xfrm>
            <a:off x="3856700" y="2987238"/>
            <a:ext cx="3407400" cy="38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47" name="Google Shape;47;p5"/>
          <p:cNvSpPr txBox="1"/>
          <p:nvPr>
            <p:ph type="subTitle" idx="3"/>
          </p:nvPr>
        </p:nvSpPr>
        <p:spPr>
          <a:xfrm>
            <a:off x="3856700" y="1988976"/>
            <a:ext cx="3407400" cy="6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5"/>
          <p:cNvSpPr txBox="1"/>
          <p:nvPr>
            <p:ph type="subTitle" idx="4"/>
          </p:nvPr>
        </p:nvSpPr>
        <p:spPr>
          <a:xfrm>
            <a:off x="3856700" y="3478226"/>
            <a:ext cx="3407400" cy="6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5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50" name="Google Shape;50;p5"/>
          <p:cNvSpPr/>
          <p:nvPr/>
        </p:nvSpPr>
        <p:spPr>
          <a:xfrm rot="10800000" flipH="1">
            <a:off x="201084" y="227507"/>
            <a:ext cx="811732" cy="728369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1" name="Google Shape;51;p5"/>
          <p:cNvSpPr/>
          <p:nvPr/>
        </p:nvSpPr>
        <p:spPr>
          <a:xfrm>
            <a:off x="8335025" y="-676899"/>
            <a:ext cx="1323300" cy="1323300"/>
          </a:xfrm>
          <a:prstGeom prst="donut">
            <a:avLst>
              <a:gd name="adj" fmla="val 815"/>
            </a:avLst>
          </a:pr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2" name="Google Shape;52;p5"/>
          <p:cNvSpPr/>
          <p:nvPr/>
        </p:nvSpPr>
        <p:spPr>
          <a:xfrm flipH="1">
            <a:off x="-381906" y="3625714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3" name="Google Shape;53;p5"/>
          <p:cNvSpPr/>
          <p:nvPr/>
        </p:nvSpPr>
        <p:spPr>
          <a:xfrm>
            <a:off x="939953" y="484497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  <a:alpha val="40780"/>
                </a:srgbClr>
              </a:gs>
              <a:gs pos="100000">
                <a:srgbClr val="00216E">
                  <a:alpha val="39607"/>
                  <a:alpha val="40780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5400700" scaled="0"/>
        </a:gradFill>
        <a:effectLst/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6"/>
          <p:cNvGrpSpPr/>
          <p:nvPr/>
        </p:nvGrpSpPr>
        <p:grpSpPr>
          <a:xfrm flipH="1">
            <a:off x="2599393" y="-142050"/>
            <a:ext cx="6544456" cy="5427560"/>
            <a:chOff x="577950" y="-142050"/>
            <a:chExt cx="6544456" cy="5427560"/>
          </a:xfrm>
        </p:grpSpPr>
        <p:sp>
          <p:nvSpPr>
            <p:cNvPr id="56" name="Google Shape;56;p6"/>
            <p:cNvSpPr/>
            <p:nvPr/>
          </p:nvSpPr>
          <p:spPr>
            <a:xfrm flipH="1">
              <a:off x="577950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7" name="Google Shape;57;p6"/>
            <p:cNvSpPr/>
            <p:nvPr/>
          </p:nvSpPr>
          <p:spPr>
            <a:xfrm flipH="1">
              <a:off x="1075529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58" name="Google Shape;58;p6"/>
          <p:cNvSpPr/>
          <p:nvPr/>
        </p:nvSpPr>
        <p:spPr>
          <a:xfrm flipH="1">
            <a:off x="-1731700" y="-14198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9" name="Google Shape;59;p6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0" name="Google Shape;60;p6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1" name="Google Shape;61;p6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62" name="Google Shape;62;p6"/>
          <p:cNvSpPr/>
          <p:nvPr/>
        </p:nvSpPr>
        <p:spPr>
          <a:xfrm>
            <a:off x="8179678" y="423797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3" name="Google Shape;63;p6"/>
          <p:cNvSpPr/>
          <p:nvPr/>
        </p:nvSpPr>
        <p:spPr>
          <a:xfrm rot="10800000" flipH="1">
            <a:off x="7440809" y="166807"/>
            <a:ext cx="811732" cy="728369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4" name="Google Shape;64;p6"/>
          <p:cNvSpPr/>
          <p:nvPr/>
        </p:nvSpPr>
        <p:spPr>
          <a:xfrm>
            <a:off x="-439011" y="4429300"/>
            <a:ext cx="1323300" cy="1323300"/>
          </a:xfrm>
          <a:prstGeom prst="donut">
            <a:avLst>
              <a:gd name="adj" fmla="val 1419"/>
            </a:avLst>
          </a:pr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5" name="Google Shape;65;p6"/>
          <p:cNvSpPr/>
          <p:nvPr/>
        </p:nvSpPr>
        <p:spPr>
          <a:xfrm>
            <a:off x="8062187" y="1722838"/>
            <a:ext cx="671483" cy="60271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2700006" scaled="0"/>
        </a:gradFill>
        <a:effectLst/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7"/>
          <p:cNvSpPr/>
          <p:nvPr/>
        </p:nvSpPr>
        <p:spPr>
          <a:xfrm>
            <a:off x="2435722" y="-142025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8" name="Google Shape;68;p7"/>
          <p:cNvSpPr/>
          <p:nvPr/>
        </p:nvSpPr>
        <p:spPr>
          <a:xfrm>
            <a:off x="1917918" y="-142025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9" name="Google Shape;69;p7"/>
          <p:cNvSpPr/>
          <p:nvPr/>
        </p:nvSpPr>
        <p:spPr>
          <a:xfrm flipH="1">
            <a:off x="-2413175" y="-14198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0" name="Google Shape;70;p7"/>
          <p:cNvSpPr/>
          <p:nvPr/>
        </p:nvSpPr>
        <p:spPr>
          <a:xfrm flipH="1">
            <a:off x="-164285" y="4291676"/>
            <a:ext cx="1389485" cy="1247616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1" name="Google Shape;71;p7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2" name="Google Shape;72;p7"/>
          <p:cNvSpPr txBox="1"/>
          <p:nvPr>
            <p:ph type="body" idx="1"/>
          </p:nvPr>
        </p:nvSpPr>
        <p:spPr>
          <a:xfrm>
            <a:off x="713225" y="1472000"/>
            <a:ext cx="4837800" cy="24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3" name="Google Shape;73;p7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74" name="Google Shape;74;p7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5" name="Google Shape;75;p7"/>
          <p:cNvSpPr/>
          <p:nvPr/>
        </p:nvSpPr>
        <p:spPr>
          <a:xfrm>
            <a:off x="6925856" y="277075"/>
            <a:ext cx="2053042" cy="1842545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3500032" scaled="0"/>
        </a:gradFill>
        <a:effectLst/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oogle Shape;77;p8"/>
          <p:cNvGrpSpPr/>
          <p:nvPr/>
        </p:nvGrpSpPr>
        <p:grpSpPr>
          <a:xfrm flipH="1">
            <a:off x="564610" y="-142025"/>
            <a:ext cx="6563681" cy="5427560"/>
            <a:chOff x="1727035" y="-142050"/>
            <a:chExt cx="6563681" cy="5427560"/>
          </a:xfrm>
        </p:grpSpPr>
        <p:sp>
          <p:nvSpPr>
            <p:cNvPr id="78" name="Google Shape;78;p8"/>
            <p:cNvSpPr/>
            <p:nvPr/>
          </p:nvSpPr>
          <p:spPr>
            <a:xfrm>
              <a:off x="2243839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9" name="Google Shape;79;p8"/>
            <p:cNvSpPr/>
            <p:nvPr/>
          </p:nvSpPr>
          <p:spPr>
            <a:xfrm>
              <a:off x="1727035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80" name="Google Shape;80;p8"/>
          <p:cNvSpPr/>
          <p:nvPr/>
        </p:nvSpPr>
        <p:spPr>
          <a:xfrm>
            <a:off x="1600200" y="-142050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1" name="Google Shape;81;p8"/>
          <p:cNvSpPr txBox="1"/>
          <p:nvPr>
            <p:ph type="title"/>
          </p:nvPr>
        </p:nvSpPr>
        <p:spPr>
          <a:xfrm>
            <a:off x="2382325" y="1331550"/>
            <a:ext cx="6048600" cy="248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7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82" name="Google Shape;82;p8"/>
          <p:cNvSpPr/>
          <p:nvPr/>
        </p:nvSpPr>
        <p:spPr>
          <a:xfrm flipH="1">
            <a:off x="200919" y="337371"/>
            <a:ext cx="1024629" cy="9196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17254"/>
                </a:srgbClr>
              </a:gs>
              <a:gs pos="48000">
                <a:srgbClr val="E20030">
                  <a:alpha val="12156"/>
                </a:srgbClr>
              </a:gs>
              <a:gs pos="100000">
                <a:srgbClr val="E20030">
                  <a:alpha val="40784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3" name="Google Shape;83;p8"/>
          <p:cNvSpPr/>
          <p:nvPr/>
        </p:nvSpPr>
        <p:spPr>
          <a:xfrm flipH="1">
            <a:off x="-633353" y="3748900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4" name="Google Shape;84;p8"/>
          <p:cNvSpPr/>
          <p:nvPr/>
        </p:nvSpPr>
        <p:spPr>
          <a:xfrm flipH="1">
            <a:off x="713233" y="-849787"/>
            <a:ext cx="2053042" cy="1842545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17254"/>
                </a:srgbClr>
              </a:gs>
              <a:gs pos="100000">
                <a:srgbClr val="E20030">
                  <a:alpha val="40784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5" name="Google Shape;85;p8"/>
          <p:cNvSpPr/>
          <p:nvPr/>
        </p:nvSpPr>
        <p:spPr>
          <a:xfrm>
            <a:off x="7775507" y="-697977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6" name="Google Shape;86;p8"/>
          <p:cNvSpPr/>
          <p:nvPr/>
        </p:nvSpPr>
        <p:spPr>
          <a:xfrm>
            <a:off x="4872025" y="4256762"/>
            <a:ext cx="1452900" cy="1452900"/>
          </a:xfrm>
          <a:prstGeom prst="donut">
            <a:avLst>
              <a:gd name="adj" fmla="val 1199"/>
            </a:avLst>
          </a:pr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2698631" scaled="0"/>
        </a:gradFill>
        <a:effectLst/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oogle Shape;88;p9"/>
          <p:cNvGrpSpPr/>
          <p:nvPr/>
        </p:nvGrpSpPr>
        <p:grpSpPr>
          <a:xfrm>
            <a:off x="2014734" y="-142025"/>
            <a:ext cx="6564656" cy="5427560"/>
            <a:chOff x="1724085" y="-142050"/>
            <a:chExt cx="6564656" cy="5427560"/>
          </a:xfrm>
        </p:grpSpPr>
        <p:sp>
          <p:nvSpPr>
            <p:cNvPr id="89" name="Google Shape;89;p9"/>
            <p:cNvSpPr/>
            <p:nvPr/>
          </p:nvSpPr>
          <p:spPr>
            <a:xfrm>
              <a:off x="2241864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90" name="Google Shape;90;p9"/>
            <p:cNvSpPr/>
            <p:nvPr/>
          </p:nvSpPr>
          <p:spPr>
            <a:xfrm>
              <a:off x="1724085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91" name="Google Shape;91;p9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2" name="Google Shape;92;p9"/>
          <p:cNvSpPr/>
          <p:nvPr/>
        </p:nvSpPr>
        <p:spPr>
          <a:xfrm flipH="1">
            <a:off x="-2316375" y="-14198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3" name="Google Shape;93;p9"/>
          <p:cNvSpPr txBox="1"/>
          <p:nvPr>
            <p:ph type="title"/>
          </p:nvPr>
        </p:nvSpPr>
        <p:spPr>
          <a:xfrm>
            <a:off x="713225" y="1407000"/>
            <a:ext cx="4746600" cy="77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94" name="Google Shape;94;p9"/>
          <p:cNvSpPr txBox="1"/>
          <p:nvPr>
            <p:ph type="subTitle" idx="1"/>
          </p:nvPr>
        </p:nvSpPr>
        <p:spPr>
          <a:xfrm>
            <a:off x="713225" y="2272825"/>
            <a:ext cx="4746600" cy="13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95" name="Google Shape;95;p9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96" name="Google Shape;96;p9"/>
          <p:cNvSpPr/>
          <p:nvPr/>
        </p:nvSpPr>
        <p:spPr>
          <a:xfrm>
            <a:off x="-288600" y="3991025"/>
            <a:ext cx="1619400" cy="1619400"/>
          </a:xfrm>
          <a:prstGeom prst="donut">
            <a:avLst>
              <a:gd name="adj" fmla="val 815"/>
            </a:avLst>
          </a:pr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7" name="Google Shape;97;p9"/>
          <p:cNvSpPr/>
          <p:nvPr/>
        </p:nvSpPr>
        <p:spPr>
          <a:xfrm>
            <a:off x="7988360" y="-648249"/>
            <a:ext cx="1655500" cy="1485719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0"/>
          <p:cNvSpPr txBox="1"/>
          <p:nvPr>
            <p:ph type="body" idx="1"/>
          </p:nvPr>
        </p:nvSpPr>
        <p:spPr>
          <a:xfrm>
            <a:off x="2566344" y="1877375"/>
            <a:ext cx="4011300" cy="138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2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</a:lstStyle>
          <a:p/>
        </p:txBody>
      </p:sp>
      <p:sp>
        <p:nvSpPr>
          <p:cNvPr id="100" name="Google Shape;100;p10"/>
          <p:cNvSpPr/>
          <p:nvPr/>
        </p:nvSpPr>
        <p:spPr>
          <a:xfrm>
            <a:off x="-145175" y="4002525"/>
            <a:ext cx="1092600" cy="1092600"/>
          </a:xfrm>
          <a:prstGeom prst="donut">
            <a:avLst>
              <a:gd name="adj" fmla="val 815"/>
            </a:avLst>
          </a:pr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2698631" scaled="0"/>
        </a:gradFill>
        <a:effectLst/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1"/>
          <p:cNvSpPr/>
          <p:nvPr/>
        </p:nvSpPr>
        <p:spPr>
          <a:xfrm>
            <a:off x="-431172" y="-328528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  <a:alpha val="40780"/>
                </a:srgbClr>
              </a:gs>
              <a:gs pos="100000">
                <a:srgbClr val="00216E">
                  <a:alpha val="39607"/>
                  <a:alpha val="40780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3" name="Google Shape;103;p11"/>
          <p:cNvSpPr/>
          <p:nvPr/>
        </p:nvSpPr>
        <p:spPr>
          <a:xfrm flipH="1">
            <a:off x="0" y="-142087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4" name="Google Shape;104;p11"/>
          <p:cNvSpPr/>
          <p:nvPr/>
        </p:nvSpPr>
        <p:spPr>
          <a:xfrm flipH="1">
            <a:off x="532404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5" name="Google Shape;105;p11"/>
          <p:cNvSpPr/>
          <p:nvPr/>
        </p:nvSpPr>
        <p:spPr>
          <a:xfrm>
            <a:off x="1035600" y="-142050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6" name="Google Shape;106;p11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7" name="Google Shape;107;p11"/>
          <p:cNvSpPr txBox="1"/>
          <p:nvPr>
            <p:ph type="title" hasCustomPrompt="1"/>
          </p:nvPr>
        </p:nvSpPr>
        <p:spPr>
          <a:xfrm>
            <a:off x="2010900" y="1549200"/>
            <a:ext cx="6419700" cy="14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2000"/>
              <a:buNone/>
              <a:defRPr sz="10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08" name="Google Shape;108;p11"/>
          <p:cNvSpPr txBox="1"/>
          <p:nvPr>
            <p:ph type="sldNum" idx="12"/>
          </p:nvPr>
        </p:nvSpPr>
        <p:spPr>
          <a:xfrm>
            <a:off x="8472449" y="4615826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109" name="Google Shape;109;p11"/>
          <p:cNvSpPr txBox="1"/>
          <p:nvPr>
            <p:ph type="subTitle" idx="1"/>
          </p:nvPr>
        </p:nvSpPr>
        <p:spPr>
          <a:xfrm>
            <a:off x="2011091" y="3139800"/>
            <a:ext cx="6419700" cy="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10" name="Google Shape;110;p11"/>
          <p:cNvSpPr/>
          <p:nvPr/>
        </p:nvSpPr>
        <p:spPr>
          <a:xfrm>
            <a:off x="8150174" y="-71475"/>
            <a:ext cx="1036592" cy="930696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1" name="Google Shape;111;p11"/>
          <p:cNvSpPr/>
          <p:nvPr/>
        </p:nvSpPr>
        <p:spPr>
          <a:xfrm>
            <a:off x="4553483" y="-669473"/>
            <a:ext cx="1945080" cy="1745867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2" name="Google Shape;112;p11"/>
          <p:cNvSpPr/>
          <p:nvPr/>
        </p:nvSpPr>
        <p:spPr>
          <a:xfrm flipH="1">
            <a:off x="87744" y="3583389"/>
            <a:ext cx="1642131" cy="1473945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2698631" scaled="0"/>
        </a:gradFill>
        <a:effectLst/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3"/>
          <p:cNvSpPr/>
          <p:nvPr/>
        </p:nvSpPr>
        <p:spPr>
          <a:xfrm flipH="1">
            <a:off x="564600" y="-142025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6" name="Google Shape;116;p13"/>
          <p:cNvSpPr/>
          <p:nvPr/>
        </p:nvSpPr>
        <p:spPr>
          <a:xfrm flipH="1">
            <a:off x="1082404" y="-142087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7" name="Google Shape;117;p13"/>
          <p:cNvSpPr/>
          <p:nvPr/>
        </p:nvSpPr>
        <p:spPr>
          <a:xfrm>
            <a:off x="1600200" y="-142050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8" name="Google Shape;118;p13"/>
          <p:cNvSpPr/>
          <p:nvPr/>
        </p:nvSpPr>
        <p:spPr>
          <a:xfrm flipH="1">
            <a:off x="902146" y="-697977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9" name="Google Shape;119;p13"/>
          <p:cNvSpPr/>
          <p:nvPr/>
        </p:nvSpPr>
        <p:spPr>
          <a:xfrm>
            <a:off x="65235" y="3625714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0" name="Google Shape;120;p13"/>
          <p:cNvSpPr/>
          <p:nvPr/>
        </p:nvSpPr>
        <p:spPr>
          <a:xfrm>
            <a:off x="404446" y="337371"/>
            <a:ext cx="1024629" cy="9196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1" name="Google Shape;121;p13"/>
          <p:cNvSpPr/>
          <p:nvPr/>
        </p:nvSpPr>
        <p:spPr>
          <a:xfrm flipH="1">
            <a:off x="-517804" y="1331476"/>
            <a:ext cx="1419951" cy="1275204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2" name="Google Shape;122;p13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3" name="Google Shape;123;p13"/>
          <p:cNvSpPr txBox="1"/>
          <p:nvPr>
            <p:ph type="title"/>
          </p:nvPr>
        </p:nvSpPr>
        <p:spPr>
          <a:xfrm>
            <a:off x="2354575" y="539500"/>
            <a:ext cx="60762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24" name="Google Shape;124;p13"/>
          <p:cNvSpPr txBox="1"/>
          <p:nvPr>
            <p:ph type="title" idx="2" hasCustomPrompt="1"/>
          </p:nvPr>
        </p:nvSpPr>
        <p:spPr>
          <a:xfrm>
            <a:off x="4555525" y="1851013"/>
            <a:ext cx="659400" cy="3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None/>
              <a:defRPr sz="2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r>
              <a:t>xx%</a:t>
            </a:r>
          </a:p>
        </p:txBody>
      </p:sp>
      <p:sp>
        <p:nvSpPr>
          <p:cNvPr id="125" name="Google Shape;125;p13"/>
          <p:cNvSpPr txBox="1"/>
          <p:nvPr>
            <p:ph type="title" idx="3" hasCustomPrompt="1"/>
          </p:nvPr>
        </p:nvSpPr>
        <p:spPr>
          <a:xfrm>
            <a:off x="7584174" y="1851013"/>
            <a:ext cx="659400" cy="3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None/>
              <a:defRPr sz="2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r>
              <a:t>xx%</a:t>
            </a:r>
          </a:p>
        </p:txBody>
      </p:sp>
      <p:sp>
        <p:nvSpPr>
          <p:cNvPr id="126" name="Google Shape;126;p13"/>
          <p:cNvSpPr txBox="1"/>
          <p:nvPr>
            <p:ph type="title" idx="4" hasCustomPrompt="1"/>
          </p:nvPr>
        </p:nvSpPr>
        <p:spPr>
          <a:xfrm>
            <a:off x="4555525" y="3407925"/>
            <a:ext cx="659400" cy="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None/>
              <a:defRPr sz="2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r>
              <a:t>xx%</a:t>
            </a:r>
          </a:p>
        </p:txBody>
      </p:sp>
      <p:sp>
        <p:nvSpPr>
          <p:cNvPr id="127" name="Google Shape;127;p13"/>
          <p:cNvSpPr txBox="1"/>
          <p:nvPr>
            <p:ph type="title" idx="5" hasCustomPrompt="1"/>
          </p:nvPr>
        </p:nvSpPr>
        <p:spPr>
          <a:xfrm>
            <a:off x="7584174" y="3408800"/>
            <a:ext cx="659400" cy="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None/>
              <a:defRPr sz="2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r>
              <a:t>xx%</a:t>
            </a:r>
          </a:p>
        </p:txBody>
      </p:sp>
      <p:sp>
        <p:nvSpPr>
          <p:cNvPr id="128" name="Google Shape;128;p13"/>
          <p:cNvSpPr txBox="1"/>
          <p:nvPr>
            <p:ph type="subTitle" idx="1"/>
          </p:nvPr>
        </p:nvSpPr>
        <p:spPr>
          <a:xfrm>
            <a:off x="2485738" y="3012858"/>
            <a:ext cx="1862400" cy="38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129" name="Google Shape;129;p13"/>
          <p:cNvSpPr txBox="1"/>
          <p:nvPr>
            <p:ph type="subTitle" idx="6"/>
          </p:nvPr>
        </p:nvSpPr>
        <p:spPr>
          <a:xfrm>
            <a:off x="5515449" y="3012857"/>
            <a:ext cx="1862400" cy="38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130" name="Google Shape;130;p13"/>
          <p:cNvSpPr txBox="1"/>
          <p:nvPr>
            <p:ph type="subTitle" idx="7"/>
          </p:nvPr>
        </p:nvSpPr>
        <p:spPr>
          <a:xfrm>
            <a:off x="2485750" y="3504750"/>
            <a:ext cx="1862400" cy="68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13"/>
          <p:cNvSpPr txBox="1"/>
          <p:nvPr>
            <p:ph type="subTitle" idx="8"/>
          </p:nvPr>
        </p:nvSpPr>
        <p:spPr>
          <a:xfrm>
            <a:off x="5515451" y="3501688"/>
            <a:ext cx="1862400" cy="68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13"/>
          <p:cNvSpPr txBox="1"/>
          <p:nvPr>
            <p:ph type="subTitle" idx="9"/>
          </p:nvPr>
        </p:nvSpPr>
        <p:spPr>
          <a:xfrm>
            <a:off x="2485738" y="1454475"/>
            <a:ext cx="1862400" cy="38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133" name="Google Shape;133;p13"/>
          <p:cNvSpPr txBox="1"/>
          <p:nvPr>
            <p:ph type="subTitle" idx="13"/>
          </p:nvPr>
        </p:nvSpPr>
        <p:spPr>
          <a:xfrm>
            <a:off x="5515449" y="1454475"/>
            <a:ext cx="1862400" cy="38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134" name="Google Shape;134;p13"/>
          <p:cNvSpPr txBox="1"/>
          <p:nvPr>
            <p:ph type="subTitle" idx="14"/>
          </p:nvPr>
        </p:nvSpPr>
        <p:spPr>
          <a:xfrm>
            <a:off x="2485750" y="1945451"/>
            <a:ext cx="1862400" cy="68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3"/>
          <p:cNvSpPr txBox="1"/>
          <p:nvPr>
            <p:ph type="subTitle" idx="15"/>
          </p:nvPr>
        </p:nvSpPr>
        <p:spPr>
          <a:xfrm>
            <a:off x="5515450" y="1945450"/>
            <a:ext cx="1862400" cy="68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p13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8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3500032" scaled="0"/>
        </a:gradFill>
        <a:effectLst/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4"/>
          <p:cNvSpPr/>
          <p:nvPr/>
        </p:nvSpPr>
        <p:spPr>
          <a:xfrm flipH="1">
            <a:off x="7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9" name="Google Shape;139;p14"/>
          <p:cNvSpPr/>
          <p:nvPr/>
        </p:nvSpPr>
        <p:spPr>
          <a:xfrm flipH="1">
            <a:off x="517811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0" name="Google Shape;140;p14"/>
          <p:cNvSpPr/>
          <p:nvPr/>
        </p:nvSpPr>
        <p:spPr>
          <a:xfrm>
            <a:off x="1035607" y="-14203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1" name="Google Shape;141;p14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2" name="Google Shape;142;p14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 sz="1600" b="1"/>
            </a:lvl1pPr>
            <a:lvl2pPr lvl="1">
              <a:buNone/>
              <a:defRPr sz="1600" b="1"/>
            </a:lvl2pPr>
            <a:lvl3pPr lvl="2">
              <a:buNone/>
              <a:defRPr sz="1600" b="1"/>
            </a:lvl3pPr>
            <a:lvl4pPr lvl="3">
              <a:buNone/>
              <a:defRPr sz="1600" b="1"/>
            </a:lvl4pPr>
            <a:lvl5pPr lvl="4">
              <a:buNone/>
              <a:defRPr sz="1600" b="1"/>
            </a:lvl5pPr>
            <a:lvl6pPr lvl="5">
              <a:buNone/>
              <a:defRPr sz="1600" b="1"/>
            </a:lvl6pPr>
            <a:lvl7pPr lvl="6">
              <a:buNone/>
              <a:defRPr sz="1600" b="1"/>
            </a:lvl7pPr>
            <a:lvl8pPr lvl="7">
              <a:buNone/>
              <a:defRPr sz="1600" b="1"/>
            </a:lvl8pPr>
            <a:lvl9pPr lvl="8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143" name="Google Shape;143;p14"/>
          <p:cNvSpPr txBox="1"/>
          <p:nvPr>
            <p:ph type="title"/>
          </p:nvPr>
        </p:nvSpPr>
        <p:spPr>
          <a:xfrm>
            <a:off x="2259175" y="3011550"/>
            <a:ext cx="61716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44" name="Google Shape;144;p14"/>
          <p:cNvSpPr txBox="1"/>
          <p:nvPr>
            <p:ph type="subTitle" idx="1"/>
          </p:nvPr>
        </p:nvSpPr>
        <p:spPr>
          <a:xfrm>
            <a:off x="2259100" y="1593750"/>
            <a:ext cx="6171600" cy="134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14"/>
          <p:cNvSpPr/>
          <p:nvPr/>
        </p:nvSpPr>
        <p:spPr>
          <a:xfrm>
            <a:off x="287150" y="3581029"/>
            <a:ext cx="1412082" cy="1267457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6" name="Google Shape;146;p14"/>
          <p:cNvSpPr/>
          <p:nvPr/>
        </p:nvSpPr>
        <p:spPr>
          <a:xfrm>
            <a:off x="255812" y="1525534"/>
            <a:ext cx="811732" cy="728595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7" name="Google Shape;147;p14"/>
          <p:cNvSpPr/>
          <p:nvPr/>
        </p:nvSpPr>
        <p:spPr>
          <a:xfrm>
            <a:off x="204344" y="83055"/>
            <a:ext cx="1494819" cy="1341494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2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3500032" scaled="0"/>
        </a:gradFill>
        <a:effectLst/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5"/>
          <p:cNvSpPr/>
          <p:nvPr/>
        </p:nvSpPr>
        <p:spPr>
          <a:xfrm>
            <a:off x="3117197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0" name="Google Shape;150;p15"/>
          <p:cNvSpPr/>
          <p:nvPr/>
        </p:nvSpPr>
        <p:spPr>
          <a:xfrm>
            <a:off x="2599393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1" name="Google Shape;151;p15"/>
          <p:cNvSpPr/>
          <p:nvPr/>
        </p:nvSpPr>
        <p:spPr>
          <a:xfrm flipH="1">
            <a:off x="-1731700" y="-14198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2" name="Google Shape;152;p15"/>
          <p:cNvSpPr/>
          <p:nvPr/>
        </p:nvSpPr>
        <p:spPr>
          <a:xfrm>
            <a:off x="8430778" y="4279052"/>
            <a:ext cx="1479684" cy="1328362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3" name="Google Shape;153;p15"/>
          <p:cNvSpPr txBox="1"/>
          <p:nvPr>
            <p:ph type="title"/>
          </p:nvPr>
        </p:nvSpPr>
        <p:spPr>
          <a:xfrm>
            <a:off x="2506950" y="2449346"/>
            <a:ext cx="4130100" cy="94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4" name="Google Shape;154;p15"/>
          <p:cNvSpPr txBox="1"/>
          <p:nvPr>
            <p:ph type="title" idx="2" hasCustomPrompt="1"/>
          </p:nvPr>
        </p:nvSpPr>
        <p:spPr>
          <a:xfrm>
            <a:off x="3509250" y="1046551"/>
            <a:ext cx="2125500" cy="11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55" name="Google Shape;155;p15"/>
          <p:cNvSpPr txBox="1"/>
          <p:nvPr>
            <p:ph type="subTitle" idx="1"/>
          </p:nvPr>
        </p:nvSpPr>
        <p:spPr>
          <a:xfrm>
            <a:off x="3193150" y="3398849"/>
            <a:ext cx="2757900" cy="69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CUSTOM_2_1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5400700" scaled="0"/>
        </a:gradFill>
        <a:effectLst/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7" name="Google Shape;157;p16"/>
          <p:cNvGrpSpPr/>
          <p:nvPr/>
        </p:nvGrpSpPr>
        <p:grpSpPr>
          <a:xfrm>
            <a:off x="2102945" y="-142018"/>
            <a:ext cx="6564681" cy="5427560"/>
            <a:chOff x="502750" y="-142050"/>
            <a:chExt cx="6564681" cy="5427560"/>
          </a:xfrm>
        </p:grpSpPr>
        <p:sp>
          <p:nvSpPr>
            <p:cNvPr id="158" name="Google Shape;158;p16"/>
            <p:cNvSpPr/>
            <p:nvPr/>
          </p:nvSpPr>
          <p:spPr>
            <a:xfrm flipH="1">
              <a:off x="502750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59" name="Google Shape;159;p16"/>
            <p:cNvSpPr/>
            <p:nvPr/>
          </p:nvSpPr>
          <p:spPr>
            <a:xfrm flipH="1">
              <a:off x="1020554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160" name="Google Shape;160;p16"/>
          <p:cNvSpPr/>
          <p:nvPr/>
        </p:nvSpPr>
        <p:spPr>
          <a:xfrm>
            <a:off x="3138550" y="-14203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1" name="Google Shape;161;p16"/>
          <p:cNvSpPr txBox="1"/>
          <p:nvPr>
            <p:ph type="title"/>
          </p:nvPr>
        </p:nvSpPr>
        <p:spPr>
          <a:xfrm>
            <a:off x="4300675" y="2449346"/>
            <a:ext cx="4130100" cy="94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62" name="Google Shape;162;p16"/>
          <p:cNvSpPr txBox="1"/>
          <p:nvPr>
            <p:ph type="title" idx="2" hasCustomPrompt="1"/>
          </p:nvPr>
        </p:nvSpPr>
        <p:spPr>
          <a:xfrm>
            <a:off x="5302975" y="1046551"/>
            <a:ext cx="2125500" cy="11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63" name="Google Shape;163;p16"/>
          <p:cNvSpPr txBox="1"/>
          <p:nvPr>
            <p:ph type="subTitle" idx="1"/>
          </p:nvPr>
        </p:nvSpPr>
        <p:spPr>
          <a:xfrm>
            <a:off x="4986875" y="3398849"/>
            <a:ext cx="2757900" cy="69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64" name="Google Shape;164;p16"/>
          <p:cNvSpPr/>
          <p:nvPr/>
        </p:nvSpPr>
        <p:spPr>
          <a:xfrm flipH="1">
            <a:off x="902146" y="-697977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5" name="Google Shape;165;p16"/>
          <p:cNvSpPr/>
          <p:nvPr/>
        </p:nvSpPr>
        <p:spPr>
          <a:xfrm>
            <a:off x="65235" y="3625714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6" name="Google Shape;166;p16"/>
          <p:cNvSpPr/>
          <p:nvPr/>
        </p:nvSpPr>
        <p:spPr>
          <a:xfrm>
            <a:off x="404446" y="337371"/>
            <a:ext cx="1024629" cy="9196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7" name="Google Shape;167;p16"/>
          <p:cNvSpPr/>
          <p:nvPr/>
        </p:nvSpPr>
        <p:spPr>
          <a:xfrm flipH="1">
            <a:off x="-364795" y="2220751"/>
            <a:ext cx="1444369" cy="129643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8" name="Google Shape;168;p16"/>
          <p:cNvSpPr/>
          <p:nvPr/>
        </p:nvSpPr>
        <p:spPr>
          <a:xfrm>
            <a:off x="7924950" y="-632602"/>
            <a:ext cx="1679100" cy="1679100"/>
          </a:xfrm>
          <a:prstGeom prst="donut">
            <a:avLst>
              <a:gd name="adj" fmla="val 1199"/>
            </a:avLst>
          </a:pr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CUSTOM_2_1_1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0801400" scaled="0"/>
        </a:gradFill>
        <a:effectLst/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7"/>
          <p:cNvSpPr/>
          <p:nvPr/>
        </p:nvSpPr>
        <p:spPr>
          <a:xfrm>
            <a:off x="-2329526" y="-14203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1" name="Google Shape;171;p17"/>
          <p:cNvSpPr/>
          <p:nvPr/>
        </p:nvSpPr>
        <p:spPr>
          <a:xfrm>
            <a:off x="-2847330" y="-14203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2" name="Google Shape;172;p17"/>
          <p:cNvSpPr/>
          <p:nvPr/>
        </p:nvSpPr>
        <p:spPr>
          <a:xfrm>
            <a:off x="-7178425" y="-14203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3" name="Google Shape;173;p17"/>
          <p:cNvSpPr txBox="1"/>
          <p:nvPr>
            <p:ph type="title"/>
          </p:nvPr>
        </p:nvSpPr>
        <p:spPr>
          <a:xfrm>
            <a:off x="4300675" y="2449346"/>
            <a:ext cx="4130100" cy="94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5300">
                <a:solidFill>
                  <a:schemeClr val="dk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4" name="Google Shape;174;p17"/>
          <p:cNvSpPr txBox="1"/>
          <p:nvPr>
            <p:ph type="title" idx="2" hasCustomPrompt="1"/>
          </p:nvPr>
        </p:nvSpPr>
        <p:spPr>
          <a:xfrm>
            <a:off x="6305275" y="1046551"/>
            <a:ext cx="2125500" cy="11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75" name="Google Shape;175;p17"/>
          <p:cNvSpPr txBox="1"/>
          <p:nvPr>
            <p:ph type="subTitle" idx="1"/>
          </p:nvPr>
        </p:nvSpPr>
        <p:spPr>
          <a:xfrm>
            <a:off x="5672875" y="3398849"/>
            <a:ext cx="2757900" cy="69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2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76" name="Google Shape;176;p17"/>
          <p:cNvSpPr/>
          <p:nvPr/>
        </p:nvSpPr>
        <p:spPr>
          <a:xfrm flipH="1">
            <a:off x="2868861" y="-697977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7" name="Google Shape;177;p17"/>
          <p:cNvSpPr/>
          <p:nvPr/>
        </p:nvSpPr>
        <p:spPr>
          <a:xfrm>
            <a:off x="162003" y="245872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0"/>
                </a:srgbClr>
              </a:gs>
              <a:gs pos="100000">
                <a:srgbClr val="00216E">
                  <a:alpha val="40780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8" name="Google Shape;178;p17"/>
          <p:cNvSpPr/>
          <p:nvPr/>
        </p:nvSpPr>
        <p:spPr>
          <a:xfrm>
            <a:off x="-939350" y="3699577"/>
            <a:ext cx="1818000" cy="1818000"/>
          </a:xfrm>
          <a:prstGeom prst="donut">
            <a:avLst>
              <a:gd name="adj" fmla="val 815"/>
            </a:avLst>
          </a:pr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9" name="Google Shape;179;p17"/>
          <p:cNvSpPr/>
          <p:nvPr/>
        </p:nvSpPr>
        <p:spPr>
          <a:xfrm flipH="1">
            <a:off x="545716" y="2522723"/>
            <a:ext cx="1547034" cy="13885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9">
    <p:bg>
      <p:bgPr>
        <a:gradFill>
          <a:gsLst>
            <a:gs pos="0">
              <a:schemeClr val="dk2"/>
            </a:gs>
            <a:gs pos="100000">
              <a:schemeClr val="accent2"/>
            </a:gs>
          </a:gsLst>
          <a:lin ang="10801400" scaled="0"/>
        </a:gradFill>
        <a:effectLst/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8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2" name="Google Shape;182;p18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 sz="1600" b="1"/>
            </a:lvl1pPr>
            <a:lvl2pPr lvl="1">
              <a:buNone/>
              <a:defRPr sz="1600" b="1"/>
            </a:lvl2pPr>
            <a:lvl3pPr lvl="2">
              <a:buNone/>
              <a:defRPr sz="1600" b="1"/>
            </a:lvl3pPr>
            <a:lvl4pPr lvl="3">
              <a:buNone/>
              <a:defRPr sz="1600" b="1"/>
            </a:lvl4pPr>
            <a:lvl5pPr lvl="4">
              <a:buNone/>
              <a:defRPr sz="1600" b="1"/>
            </a:lvl5pPr>
            <a:lvl6pPr lvl="5">
              <a:buNone/>
              <a:defRPr sz="1600" b="1"/>
            </a:lvl6pPr>
            <a:lvl7pPr lvl="6">
              <a:buNone/>
              <a:defRPr sz="1600" b="1"/>
            </a:lvl7pPr>
            <a:lvl8pPr lvl="7">
              <a:buNone/>
              <a:defRPr sz="1600" b="1"/>
            </a:lvl8pPr>
            <a:lvl9pPr lvl="8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183" name="Google Shape;183;p18"/>
          <p:cNvSpPr txBox="1"/>
          <p:nvPr>
            <p:ph type="title" hasCustomPrompt="1"/>
          </p:nvPr>
        </p:nvSpPr>
        <p:spPr>
          <a:xfrm>
            <a:off x="911231" y="2976738"/>
            <a:ext cx="2258700" cy="43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r>
              <a:t>xx%</a:t>
            </a:r>
          </a:p>
        </p:txBody>
      </p:sp>
      <p:sp>
        <p:nvSpPr>
          <p:cNvPr id="184" name="Google Shape;184;p18"/>
          <p:cNvSpPr txBox="1"/>
          <p:nvPr>
            <p:ph type="title" idx="2" hasCustomPrompt="1"/>
          </p:nvPr>
        </p:nvSpPr>
        <p:spPr>
          <a:xfrm>
            <a:off x="3442637" y="2976738"/>
            <a:ext cx="2258700" cy="43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r>
              <a:t>xx%</a:t>
            </a:r>
          </a:p>
        </p:txBody>
      </p:sp>
      <p:sp>
        <p:nvSpPr>
          <p:cNvPr id="185" name="Google Shape;185;p18"/>
          <p:cNvSpPr txBox="1"/>
          <p:nvPr>
            <p:ph type="title" idx="3" hasCustomPrompt="1"/>
          </p:nvPr>
        </p:nvSpPr>
        <p:spPr>
          <a:xfrm>
            <a:off x="5974069" y="2976738"/>
            <a:ext cx="2258700" cy="43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r>
              <a:t>xx%</a:t>
            </a:r>
          </a:p>
        </p:txBody>
      </p:sp>
      <p:sp>
        <p:nvSpPr>
          <p:cNvPr id="186" name="Google Shape;186;p18"/>
          <p:cNvSpPr txBox="1"/>
          <p:nvPr>
            <p:ph type="subTitle" idx="1"/>
          </p:nvPr>
        </p:nvSpPr>
        <p:spPr>
          <a:xfrm>
            <a:off x="911231" y="4001288"/>
            <a:ext cx="22587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7" name="Google Shape;187;p18"/>
          <p:cNvSpPr txBox="1"/>
          <p:nvPr>
            <p:ph type="subTitle" idx="4"/>
          </p:nvPr>
        </p:nvSpPr>
        <p:spPr>
          <a:xfrm>
            <a:off x="3442637" y="4001288"/>
            <a:ext cx="22587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8" name="Google Shape;188;p18"/>
          <p:cNvSpPr txBox="1"/>
          <p:nvPr>
            <p:ph type="subTitle" idx="5"/>
          </p:nvPr>
        </p:nvSpPr>
        <p:spPr>
          <a:xfrm>
            <a:off x="5974069" y="4001288"/>
            <a:ext cx="22587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18"/>
          <p:cNvSpPr txBox="1"/>
          <p:nvPr>
            <p:ph type="title" idx="6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0" name="Google Shape;190;p18"/>
          <p:cNvSpPr/>
          <p:nvPr/>
        </p:nvSpPr>
        <p:spPr>
          <a:xfrm>
            <a:off x="-817575" y="-608499"/>
            <a:ext cx="1617915" cy="145221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0"/>
                </a:srgbClr>
              </a:gs>
              <a:gs pos="100000">
                <a:srgbClr val="00216E">
                  <a:alpha val="40780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1" name="Google Shape;191;p18"/>
          <p:cNvSpPr/>
          <p:nvPr/>
        </p:nvSpPr>
        <p:spPr>
          <a:xfrm flipH="1">
            <a:off x="-522941" y="4482202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2" name="Google Shape;192;p18"/>
          <p:cNvSpPr/>
          <p:nvPr/>
        </p:nvSpPr>
        <p:spPr>
          <a:xfrm>
            <a:off x="-288593" y="913313"/>
            <a:ext cx="1088952" cy="97742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0"/>
                </a:srgbClr>
              </a:gs>
              <a:gs pos="100000">
                <a:srgbClr val="00216E">
                  <a:alpha val="40780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3" name="Google Shape;193;p18"/>
          <p:cNvSpPr/>
          <p:nvPr/>
        </p:nvSpPr>
        <p:spPr>
          <a:xfrm flipH="1">
            <a:off x="8232751" y="219502"/>
            <a:ext cx="712641" cy="639996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4" name="Google Shape;194;p18"/>
          <p:cNvSpPr txBox="1"/>
          <p:nvPr>
            <p:ph type="subTitle" idx="7"/>
          </p:nvPr>
        </p:nvSpPr>
        <p:spPr>
          <a:xfrm>
            <a:off x="911231" y="3444188"/>
            <a:ext cx="22587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195" name="Google Shape;195;p18"/>
          <p:cNvSpPr txBox="1"/>
          <p:nvPr>
            <p:ph type="subTitle" idx="8"/>
          </p:nvPr>
        </p:nvSpPr>
        <p:spPr>
          <a:xfrm>
            <a:off x="3442637" y="3444188"/>
            <a:ext cx="22587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196" name="Google Shape;196;p18"/>
          <p:cNvSpPr txBox="1"/>
          <p:nvPr>
            <p:ph type="subTitle" idx="9"/>
          </p:nvPr>
        </p:nvSpPr>
        <p:spPr>
          <a:xfrm>
            <a:off x="5974069" y="3444188"/>
            <a:ext cx="22587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CUSTOM_10">
    <p:bg>
      <p:bgPr>
        <a:gradFill>
          <a:gsLst>
            <a:gs pos="0">
              <a:srgbClr val="00216E"/>
            </a:gs>
            <a:gs pos="100000">
              <a:srgbClr val="E20030"/>
            </a:gs>
          </a:gsLst>
          <a:lin ang="5400700" scaled="0"/>
        </a:gradFill>
        <a:effectLst/>
      </p:bgPr>
    </p:bg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9"/>
          <p:cNvSpPr/>
          <p:nvPr/>
        </p:nvSpPr>
        <p:spPr>
          <a:xfrm>
            <a:off x="-2329539" y="-14203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9" name="Google Shape;199;p19"/>
          <p:cNvSpPr/>
          <p:nvPr/>
        </p:nvSpPr>
        <p:spPr>
          <a:xfrm>
            <a:off x="-2847330" y="-14203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0" name="Google Shape;200;p19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1" name="Google Shape;201;p19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sz="1600"/>
          </a:p>
        </p:txBody>
      </p:sp>
      <p:sp>
        <p:nvSpPr>
          <p:cNvPr id="202" name="Google Shape;202;p19"/>
          <p:cNvSpPr txBox="1"/>
          <p:nvPr>
            <p:ph type="subTitle" idx="1"/>
          </p:nvPr>
        </p:nvSpPr>
        <p:spPr>
          <a:xfrm>
            <a:off x="3724025" y="1459561"/>
            <a:ext cx="4706700" cy="44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203" name="Google Shape;203;p19"/>
          <p:cNvSpPr txBox="1"/>
          <p:nvPr>
            <p:ph type="title" hasCustomPrompt="1"/>
          </p:nvPr>
        </p:nvSpPr>
        <p:spPr>
          <a:xfrm>
            <a:off x="3724025" y="1934994"/>
            <a:ext cx="4706700" cy="82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r>
              <a:t>xx%</a:t>
            </a:r>
          </a:p>
        </p:txBody>
      </p:sp>
      <p:sp>
        <p:nvSpPr>
          <p:cNvPr id="204" name="Google Shape;204;p19"/>
          <p:cNvSpPr txBox="1"/>
          <p:nvPr>
            <p:ph type="subTitle" idx="2"/>
          </p:nvPr>
        </p:nvSpPr>
        <p:spPr>
          <a:xfrm>
            <a:off x="3724064" y="2763306"/>
            <a:ext cx="4706700" cy="44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205" name="Google Shape;205;p19"/>
          <p:cNvSpPr txBox="1"/>
          <p:nvPr>
            <p:ph type="title" idx="3" hasCustomPrompt="1"/>
          </p:nvPr>
        </p:nvSpPr>
        <p:spPr>
          <a:xfrm>
            <a:off x="3724025" y="631249"/>
            <a:ext cx="4706700" cy="82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r>
              <a:t>xx%</a:t>
            </a:r>
          </a:p>
        </p:txBody>
      </p:sp>
      <p:sp>
        <p:nvSpPr>
          <p:cNvPr id="206" name="Google Shape;206;p19"/>
          <p:cNvSpPr txBox="1"/>
          <p:nvPr>
            <p:ph type="title" idx="4" hasCustomPrompt="1"/>
          </p:nvPr>
        </p:nvSpPr>
        <p:spPr>
          <a:xfrm>
            <a:off x="3724025" y="3238739"/>
            <a:ext cx="4706700" cy="82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r>
              <a:t>xx%</a:t>
            </a:r>
          </a:p>
        </p:txBody>
      </p:sp>
      <p:sp>
        <p:nvSpPr>
          <p:cNvPr id="207" name="Google Shape;207;p19"/>
          <p:cNvSpPr/>
          <p:nvPr/>
        </p:nvSpPr>
        <p:spPr>
          <a:xfrm>
            <a:off x="-7178425" y="-14203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8" name="Google Shape;208;p19"/>
          <p:cNvSpPr txBox="1"/>
          <p:nvPr>
            <p:ph type="subTitle" idx="5"/>
          </p:nvPr>
        </p:nvSpPr>
        <p:spPr>
          <a:xfrm>
            <a:off x="3724064" y="4067051"/>
            <a:ext cx="4706700" cy="44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209" name="Google Shape;209;p19"/>
          <p:cNvSpPr/>
          <p:nvPr/>
        </p:nvSpPr>
        <p:spPr>
          <a:xfrm flipH="1">
            <a:off x="-459903" y="1267501"/>
            <a:ext cx="1384154" cy="1243056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p19"/>
          <p:cNvSpPr/>
          <p:nvPr/>
        </p:nvSpPr>
        <p:spPr>
          <a:xfrm flipH="1">
            <a:off x="713215" y="2510550"/>
            <a:ext cx="980738" cy="880065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16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0801400" scaled="0"/>
        </a:gradFill>
        <a:effectLst/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0"/>
          <p:cNvSpPr/>
          <p:nvPr/>
        </p:nvSpPr>
        <p:spPr>
          <a:xfrm>
            <a:off x="-2329539" y="-14203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3" name="Google Shape;213;p20"/>
          <p:cNvSpPr txBox="1"/>
          <p:nvPr>
            <p:ph type="subTitle" idx="1"/>
          </p:nvPr>
        </p:nvSpPr>
        <p:spPr>
          <a:xfrm flipH="1">
            <a:off x="4238100" y="3075450"/>
            <a:ext cx="3695700" cy="7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00"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14" name="Google Shape;214;p20"/>
          <p:cNvSpPr txBox="1"/>
          <p:nvPr>
            <p:ph type="title"/>
          </p:nvPr>
        </p:nvSpPr>
        <p:spPr>
          <a:xfrm flipH="1">
            <a:off x="3741150" y="1574250"/>
            <a:ext cx="4689600" cy="150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 sz="10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15" name="Google Shape;215;p20"/>
          <p:cNvSpPr/>
          <p:nvPr/>
        </p:nvSpPr>
        <p:spPr>
          <a:xfrm>
            <a:off x="-2847330" y="-14203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6" name="Google Shape;216;p20"/>
          <p:cNvSpPr/>
          <p:nvPr/>
        </p:nvSpPr>
        <p:spPr>
          <a:xfrm>
            <a:off x="-7178425" y="-14203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7" name="Google Shape;217;p20"/>
          <p:cNvSpPr/>
          <p:nvPr/>
        </p:nvSpPr>
        <p:spPr>
          <a:xfrm>
            <a:off x="-208572" y="4172297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8" name="Google Shape;218;p20"/>
          <p:cNvSpPr/>
          <p:nvPr/>
        </p:nvSpPr>
        <p:spPr>
          <a:xfrm flipH="1">
            <a:off x="-61237" y="-87777"/>
            <a:ext cx="1265338" cy="1136352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9" name="Google Shape;219;p20"/>
          <p:cNvSpPr/>
          <p:nvPr/>
        </p:nvSpPr>
        <p:spPr>
          <a:xfrm>
            <a:off x="791962" y="3512559"/>
            <a:ext cx="811732" cy="728595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/>
              </a:gs>
              <a:gs pos="100000">
                <a:srgbClr val="E20030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0" name="Google Shape;220;p20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1" name="Google Shape;221;p20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 sz="1600" b="1"/>
            </a:lvl1pPr>
            <a:lvl2pPr lvl="1" rtl="0">
              <a:buNone/>
              <a:defRPr sz="1600" b="1"/>
            </a:lvl2pPr>
            <a:lvl3pPr lvl="2" rtl="0">
              <a:buNone/>
              <a:defRPr sz="1600" b="1"/>
            </a:lvl3pPr>
            <a:lvl4pPr lvl="3" rtl="0">
              <a:buNone/>
              <a:defRPr sz="1600" b="1"/>
            </a:lvl4pPr>
            <a:lvl5pPr lvl="4" rtl="0">
              <a:buNone/>
              <a:defRPr sz="1600" b="1"/>
            </a:lvl5pPr>
            <a:lvl6pPr lvl="5" rtl="0">
              <a:buNone/>
              <a:defRPr sz="1600" b="1"/>
            </a:lvl6pPr>
            <a:lvl7pPr lvl="6" rtl="0">
              <a:buNone/>
              <a:defRPr sz="1600" b="1"/>
            </a:lvl7pPr>
            <a:lvl8pPr lvl="7" rtl="0">
              <a:buNone/>
              <a:defRPr sz="1600" b="1"/>
            </a:lvl8pPr>
            <a:lvl9pPr lvl="8" rtl="0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18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2698631" scaled="0"/>
        </a:gradFill>
        <a:effectLst/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1"/>
          <p:cNvSpPr/>
          <p:nvPr/>
        </p:nvSpPr>
        <p:spPr>
          <a:xfrm flipH="1">
            <a:off x="688178" y="-142025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4" name="Google Shape;224;p21"/>
          <p:cNvSpPr/>
          <p:nvPr/>
        </p:nvSpPr>
        <p:spPr>
          <a:xfrm flipH="1">
            <a:off x="1205982" y="-142025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5" name="Google Shape;225;p21"/>
          <p:cNvSpPr/>
          <p:nvPr/>
        </p:nvSpPr>
        <p:spPr>
          <a:xfrm>
            <a:off x="1723778" y="-142025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6" name="Google Shape;226;p21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7" name="Google Shape;227;p21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sz="1600"/>
          </a:p>
        </p:txBody>
      </p:sp>
      <p:sp>
        <p:nvSpPr>
          <p:cNvPr id="228" name="Google Shape;228;p21"/>
          <p:cNvSpPr txBox="1"/>
          <p:nvPr>
            <p:ph type="subTitle" idx="1"/>
          </p:nvPr>
        </p:nvSpPr>
        <p:spPr>
          <a:xfrm flipH="1">
            <a:off x="3706075" y="3736775"/>
            <a:ext cx="4724700" cy="79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29" name="Google Shape;229;p21"/>
          <p:cNvSpPr txBox="1"/>
          <p:nvPr>
            <p:ph type="title"/>
          </p:nvPr>
        </p:nvSpPr>
        <p:spPr>
          <a:xfrm flipH="1">
            <a:off x="2749075" y="2647775"/>
            <a:ext cx="5681700" cy="108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30" name="Google Shape;230;p21"/>
          <p:cNvSpPr/>
          <p:nvPr/>
        </p:nvSpPr>
        <p:spPr>
          <a:xfrm flipH="1">
            <a:off x="200906" y="38446"/>
            <a:ext cx="1024629" cy="9196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1" name="Google Shape;231;p21"/>
          <p:cNvSpPr/>
          <p:nvPr/>
        </p:nvSpPr>
        <p:spPr>
          <a:xfrm flipH="1">
            <a:off x="-633353" y="3748900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2" name="Google Shape;232;p21"/>
          <p:cNvSpPr/>
          <p:nvPr/>
        </p:nvSpPr>
        <p:spPr>
          <a:xfrm flipH="1">
            <a:off x="298869" y="539500"/>
            <a:ext cx="1872181" cy="1680207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18_1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3500032" scaled="0"/>
        </a:gradFill>
        <a:effectLst/>
      </p:bgPr>
    </p:bg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2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5" name="Google Shape;235;p22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 sz="1600" b="1"/>
            </a:lvl1pPr>
            <a:lvl2pPr lvl="1" rtl="0">
              <a:buNone/>
              <a:defRPr sz="1600" b="1"/>
            </a:lvl2pPr>
            <a:lvl3pPr lvl="2" rtl="0">
              <a:buNone/>
              <a:defRPr sz="1600" b="1"/>
            </a:lvl3pPr>
            <a:lvl4pPr lvl="3" rtl="0">
              <a:buNone/>
              <a:defRPr sz="1600" b="1"/>
            </a:lvl4pPr>
            <a:lvl5pPr lvl="4" rtl="0">
              <a:buNone/>
              <a:defRPr sz="1600" b="1"/>
            </a:lvl5pPr>
            <a:lvl6pPr lvl="5" rtl="0">
              <a:buNone/>
              <a:defRPr sz="1600" b="1"/>
            </a:lvl6pPr>
            <a:lvl7pPr lvl="6" rtl="0">
              <a:buNone/>
              <a:defRPr sz="1600" b="1"/>
            </a:lvl7pPr>
            <a:lvl8pPr lvl="7" rtl="0">
              <a:buNone/>
              <a:defRPr sz="1600" b="1"/>
            </a:lvl8pPr>
            <a:lvl9pPr lvl="8" rtl="0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236" name="Google Shape;236;p22"/>
          <p:cNvSpPr/>
          <p:nvPr/>
        </p:nvSpPr>
        <p:spPr>
          <a:xfrm rot="10800000">
            <a:off x="3097133" y="-142063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34509"/>
                  <a:alpha val="40780"/>
                </a:srgbClr>
              </a:gs>
              <a:gs pos="48000">
                <a:srgbClr val="00216E">
                  <a:alpha val="34509"/>
                  <a:alpha val="40780"/>
                </a:srgbClr>
              </a:gs>
              <a:gs pos="100000">
                <a:srgbClr val="00216E">
                  <a:alpha val="34509"/>
                  <a:alpha val="40780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7" name="Google Shape;237;p22"/>
          <p:cNvSpPr/>
          <p:nvPr/>
        </p:nvSpPr>
        <p:spPr>
          <a:xfrm rot="10800000">
            <a:off x="2579329" y="-142063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34509"/>
                  <a:alpha val="17320"/>
                </a:srgbClr>
              </a:gs>
              <a:gs pos="48000">
                <a:srgbClr val="00216E">
                  <a:alpha val="34509"/>
                  <a:alpha val="17320"/>
                </a:srgbClr>
              </a:gs>
              <a:gs pos="100000">
                <a:srgbClr val="00216E">
                  <a:alpha val="34509"/>
                  <a:alpha val="17320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8" name="Google Shape;238;p22"/>
          <p:cNvSpPr/>
          <p:nvPr/>
        </p:nvSpPr>
        <p:spPr>
          <a:xfrm>
            <a:off x="-1751772" y="-142025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9" name="Google Shape;239;p22"/>
          <p:cNvSpPr txBox="1"/>
          <p:nvPr>
            <p:ph type="subTitle" idx="1"/>
          </p:nvPr>
        </p:nvSpPr>
        <p:spPr>
          <a:xfrm flipH="1">
            <a:off x="713186" y="3899750"/>
            <a:ext cx="6294600" cy="56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40" name="Google Shape;240;p22"/>
          <p:cNvSpPr txBox="1"/>
          <p:nvPr>
            <p:ph type="title"/>
          </p:nvPr>
        </p:nvSpPr>
        <p:spPr>
          <a:xfrm flipH="1">
            <a:off x="713225" y="3247475"/>
            <a:ext cx="62946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41" name="Google Shape;241;p22"/>
          <p:cNvSpPr/>
          <p:nvPr/>
        </p:nvSpPr>
        <p:spPr>
          <a:xfrm>
            <a:off x="8626203" y="383647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2" name="Google Shape;242;p22"/>
          <p:cNvSpPr/>
          <p:nvPr/>
        </p:nvSpPr>
        <p:spPr>
          <a:xfrm rot="10800000" flipH="1">
            <a:off x="7660709" y="60370"/>
            <a:ext cx="811732" cy="728369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3" name="Google Shape;243;p22"/>
          <p:cNvSpPr/>
          <p:nvPr/>
        </p:nvSpPr>
        <p:spPr>
          <a:xfrm>
            <a:off x="8726174" y="3631713"/>
            <a:ext cx="671483" cy="60271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4" name="Google Shape;244;p22"/>
          <p:cNvSpPr/>
          <p:nvPr/>
        </p:nvSpPr>
        <p:spPr>
          <a:xfrm flipH="1">
            <a:off x="-554810" y="-524849"/>
            <a:ext cx="1389485" cy="1247616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18_1_1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3500032" scaled="0"/>
        </a:gradFill>
        <a:effectLst/>
      </p:bgPr>
    </p:bg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23"/>
          <p:cNvSpPr/>
          <p:nvPr/>
        </p:nvSpPr>
        <p:spPr>
          <a:xfrm flipH="1">
            <a:off x="0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7" name="Google Shape;247;p23"/>
          <p:cNvSpPr/>
          <p:nvPr/>
        </p:nvSpPr>
        <p:spPr>
          <a:xfrm flipH="1">
            <a:off x="517804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8" name="Google Shape;248;p23"/>
          <p:cNvSpPr/>
          <p:nvPr/>
        </p:nvSpPr>
        <p:spPr>
          <a:xfrm>
            <a:off x="1035600" y="-142050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9" name="Google Shape;249;p23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0" name="Google Shape;250;p23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 sz="1600" b="1"/>
            </a:lvl1pPr>
            <a:lvl2pPr lvl="1" rtl="0">
              <a:buNone/>
              <a:defRPr sz="1600" b="1"/>
            </a:lvl2pPr>
            <a:lvl3pPr lvl="2" rtl="0">
              <a:buNone/>
              <a:defRPr sz="1600" b="1"/>
            </a:lvl3pPr>
            <a:lvl4pPr lvl="3" rtl="0">
              <a:buNone/>
              <a:defRPr sz="1600" b="1"/>
            </a:lvl4pPr>
            <a:lvl5pPr lvl="4" rtl="0">
              <a:buNone/>
              <a:defRPr sz="1600" b="1"/>
            </a:lvl5pPr>
            <a:lvl6pPr lvl="5" rtl="0">
              <a:buNone/>
              <a:defRPr sz="1600" b="1"/>
            </a:lvl6pPr>
            <a:lvl7pPr lvl="6" rtl="0">
              <a:buNone/>
              <a:defRPr sz="1600" b="1"/>
            </a:lvl7pPr>
            <a:lvl8pPr lvl="7" rtl="0">
              <a:buNone/>
              <a:defRPr sz="1600" b="1"/>
            </a:lvl8pPr>
            <a:lvl9pPr lvl="8" rtl="0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251" name="Google Shape;251;p23"/>
          <p:cNvSpPr txBox="1"/>
          <p:nvPr>
            <p:ph type="subTitle" idx="1"/>
          </p:nvPr>
        </p:nvSpPr>
        <p:spPr>
          <a:xfrm flipH="1">
            <a:off x="2177811" y="3899750"/>
            <a:ext cx="6294600" cy="56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52" name="Google Shape;252;p23"/>
          <p:cNvSpPr txBox="1"/>
          <p:nvPr>
            <p:ph type="title"/>
          </p:nvPr>
        </p:nvSpPr>
        <p:spPr>
          <a:xfrm flipH="1">
            <a:off x="2177850" y="3247475"/>
            <a:ext cx="62946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53" name="Google Shape;253;p23"/>
          <p:cNvSpPr/>
          <p:nvPr/>
        </p:nvSpPr>
        <p:spPr>
          <a:xfrm flipH="1">
            <a:off x="8036840" y="-253649"/>
            <a:ext cx="1389485" cy="1247616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4" name="Google Shape;254;p23"/>
          <p:cNvSpPr/>
          <p:nvPr/>
        </p:nvSpPr>
        <p:spPr>
          <a:xfrm>
            <a:off x="161078" y="3491722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5" name="Google Shape;255;p23"/>
          <p:cNvSpPr/>
          <p:nvPr/>
        </p:nvSpPr>
        <p:spPr>
          <a:xfrm rot="10800000" flipH="1">
            <a:off x="-488605" y="-508814"/>
            <a:ext cx="1551574" cy="1392437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5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5400700" scaled="0"/>
        </a:gradFill>
        <a:effectLst/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4"/>
          <p:cNvSpPr/>
          <p:nvPr/>
        </p:nvSpPr>
        <p:spPr>
          <a:xfrm>
            <a:off x="335243" y="674700"/>
            <a:ext cx="2053042" cy="1842545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8" name="Google Shape;258;p24"/>
          <p:cNvSpPr/>
          <p:nvPr/>
        </p:nvSpPr>
        <p:spPr>
          <a:xfrm flipH="1">
            <a:off x="1645745" y="-142018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9" name="Google Shape;259;p24"/>
          <p:cNvSpPr/>
          <p:nvPr/>
        </p:nvSpPr>
        <p:spPr>
          <a:xfrm flipH="1">
            <a:off x="2163549" y="-142018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0" name="Google Shape;260;p24"/>
          <p:cNvSpPr/>
          <p:nvPr/>
        </p:nvSpPr>
        <p:spPr>
          <a:xfrm>
            <a:off x="2681350" y="-14203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1" name="Google Shape;261;p24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2" name="Google Shape;262;p24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 sz="1600" b="1"/>
            </a:lvl1pPr>
            <a:lvl2pPr lvl="1">
              <a:buNone/>
              <a:defRPr sz="1600" b="1"/>
            </a:lvl2pPr>
            <a:lvl3pPr lvl="2">
              <a:buNone/>
              <a:defRPr sz="1600" b="1"/>
            </a:lvl3pPr>
            <a:lvl4pPr lvl="3">
              <a:buNone/>
              <a:defRPr sz="1600" b="1"/>
            </a:lvl4pPr>
            <a:lvl5pPr lvl="4">
              <a:buNone/>
              <a:defRPr sz="1600" b="1"/>
            </a:lvl5pPr>
            <a:lvl6pPr lvl="5">
              <a:buNone/>
              <a:defRPr sz="1600" b="1"/>
            </a:lvl6pPr>
            <a:lvl7pPr lvl="6">
              <a:buNone/>
              <a:defRPr sz="1600" b="1"/>
            </a:lvl7pPr>
            <a:lvl8pPr lvl="7">
              <a:buNone/>
              <a:defRPr sz="1600" b="1"/>
            </a:lvl8pPr>
            <a:lvl9pPr lvl="8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263" name="Google Shape;263;p24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64" name="Google Shape;264;p24"/>
          <p:cNvSpPr txBox="1"/>
          <p:nvPr>
            <p:ph type="subTitle" idx="1"/>
          </p:nvPr>
        </p:nvSpPr>
        <p:spPr>
          <a:xfrm>
            <a:off x="3437850" y="3481325"/>
            <a:ext cx="2439300" cy="72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5" name="Google Shape;265;p24"/>
          <p:cNvSpPr txBox="1"/>
          <p:nvPr>
            <p:ph type="subTitle" idx="2"/>
          </p:nvPr>
        </p:nvSpPr>
        <p:spPr>
          <a:xfrm>
            <a:off x="5991425" y="3481325"/>
            <a:ext cx="2439300" cy="72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6" name="Google Shape;266;p24"/>
          <p:cNvSpPr txBox="1"/>
          <p:nvPr>
            <p:ph type="subTitle" idx="3"/>
          </p:nvPr>
        </p:nvSpPr>
        <p:spPr>
          <a:xfrm>
            <a:off x="3437850" y="3089575"/>
            <a:ext cx="2439300" cy="391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267" name="Google Shape;267;p24"/>
          <p:cNvSpPr txBox="1"/>
          <p:nvPr>
            <p:ph type="subTitle" idx="4"/>
          </p:nvPr>
        </p:nvSpPr>
        <p:spPr>
          <a:xfrm>
            <a:off x="5991350" y="3089575"/>
            <a:ext cx="2439300" cy="391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grpSp>
        <p:nvGrpSpPr>
          <p:cNvPr id="268" name="Google Shape;268;p24"/>
          <p:cNvGrpSpPr/>
          <p:nvPr/>
        </p:nvGrpSpPr>
        <p:grpSpPr>
          <a:xfrm>
            <a:off x="292881" y="158021"/>
            <a:ext cx="1714779" cy="4808830"/>
            <a:chOff x="5882006" y="160346"/>
            <a:chExt cx="1714779" cy="4808830"/>
          </a:xfrm>
        </p:grpSpPr>
        <p:sp>
          <p:nvSpPr>
            <p:cNvPr id="269" name="Google Shape;269;p24"/>
            <p:cNvSpPr/>
            <p:nvPr/>
          </p:nvSpPr>
          <p:spPr>
            <a:xfrm>
              <a:off x="5882008" y="160346"/>
              <a:ext cx="1024629" cy="919688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gradFill>
              <a:gsLst>
                <a:gs pos="0">
                  <a:srgbClr val="E20030">
                    <a:alpha val="40784"/>
                  </a:srgbClr>
                </a:gs>
                <a:gs pos="100000">
                  <a:srgbClr val="00216E">
                    <a:alpha val="39607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70" name="Google Shape;270;p24"/>
            <p:cNvSpPr/>
            <p:nvPr/>
          </p:nvSpPr>
          <p:spPr>
            <a:xfrm>
              <a:off x="5882006" y="3430250"/>
              <a:ext cx="1714779" cy="1538926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gradFill>
              <a:gsLst>
                <a:gs pos="0">
                  <a:srgbClr val="E20030">
                    <a:alpha val="40784"/>
                  </a:srgbClr>
                </a:gs>
                <a:gs pos="100000">
                  <a:srgbClr val="00216E">
                    <a:alpha val="39607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3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2698631" scaled="0"/>
        </a:gradFill>
        <a:effectLst/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2" name="Google Shape;272;p25"/>
          <p:cNvGrpSpPr/>
          <p:nvPr/>
        </p:nvGrpSpPr>
        <p:grpSpPr>
          <a:xfrm flipH="1">
            <a:off x="1917968" y="-142050"/>
            <a:ext cx="6564681" cy="5427560"/>
            <a:chOff x="557725" y="-142050"/>
            <a:chExt cx="6564681" cy="5427560"/>
          </a:xfrm>
        </p:grpSpPr>
        <p:sp>
          <p:nvSpPr>
            <p:cNvPr id="273" name="Google Shape;273;p25"/>
            <p:cNvSpPr/>
            <p:nvPr/>
          </p:nvSpPr>
          <p:spPr>
            <a:xfrm flipH="1">
              <a:off x="557725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74" name="Google Shape;274;p25"/>
            <p:cNvSpPr/>
            <p:nvPr/>
          </p:nvSpPr>
          <p:spPr>
            <a:xfrm flipH="1">
              <a:off x="1075529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275" name="Google Shape;275;p25"/>
          <p:cNvSpPr/>
          <p:nvPr/>
        </p:nvSpPr>
        <p:spPr>
          <a:xfrm flipH="1">
            <a:off x="-2413125" y="-14198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6" name="Google Shape;276;p25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7" name="Google Shape;277;p25"/>
          <p:cNvSpPr txBox="1"/>
          <p:nvPr>
            <p:ph type="subTitle" idx="1"/>
          </p:nvPr>
        </p:nvSpPr>
        <p:spPr>
          <a:xfrm>
            <a:off x="1947100" y="1689573"/>
            <a:ext cx="38757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78" name="Google Shape;278;p25"/>
          <p:cNvSpPr txBox="1"/>
          <p:nvPr>
            <p:ph type="subTitle" idx="2"/>
          </p:nvPr>
        </p:nvSpPr>
        <p:spPr>
          <a:xfrm>
            <a:off x="1947100" y="2788995"/>
            <a:ext cx="38757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79" name="Google Shape;279;p25"/>
          <p:cNvSpPr txBox="1"/>
          <p:nvPr>
            <p:ph type="subTitle" idx="3"/>
          </p:nvPr>
        </p:nvSpPr>
        <p:spPr>
          <a:xfrm>
            <a:off x="1947100" y="1310141"/>
            <a:ext cx="3512700" cy="370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9pPr>
          </a:lstStyle>
          <a:p/>
        </p:txBody>
      </p:sp>
      <p:sp>
        <p:nvSpPr>
          <p:cNvPr id="280" name="Google Shape;280;p25"/>
          <p:cNvSpPr txBox="1"/>
          <p:nvPr>
            <p:ph type="subTitle" idx="4"/>
          </p:nvPr>
        </p:nvSpPr>
        <p:spPr>
          <a:xfrm>
            <a:off x="1947100" y="2409591"/>
            <a:ext cx="3512700" cy="370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9pPr>
          </a:lstStyle>
          <a:p/>
        </p:txBody>
      </p:sp>
      <p:sp>
        <p:nvSpPr>
          <p:cNvPr id="281" name="Google Shape;281;p25"/>
          <p:cNvSpPr txBox="1"/>
          <p:nvPr>
            <p:ph type="subTitle" idx="5"/>
          </p:nvPr>
        </p:nvSpPr>
        <p:spPr>
          <a:xfrm>
            <a:off x="1947100" y="3888432"/>
            <a:ext cx="38757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82" name="Google Shape;282;p25"/>
          <p:cNvSpPr txBox="1"/>
          <p:nvPr>
            <p:ph type="subTitle" idx="6"/>
          </p:nvPr>
        </p:nvSpPr>
        <p:spPr>
          <a:xfrm flipH="1">
            <a:off x="1947100" y="3509054"/>
            <a:ext cx="3512700" cy="370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9pPr>
          </a:lstStyle>
          <a:p/>
        </p:txBody>
      </p:sp>
      <p:sp>
        <p:nvSpPr>
          <p:cNvPr id="283" name="Google Shape;283;p25"/>
          <p:cNvSpPr/>
          <p:nvPr/>
        </p:nvSpPr>
        <p:spPr>
          <a:xfrm>
            <a:off x="7874855" y="-508827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4" name="Google Shape;284;p25"/>
          <p:cNvSpPr/>
          <p:nvPr/>
        </p:nvSpPr>
        <p:spPr>
          <a:xfrm flipH="1">
            <a:off x="7215855" y="3578014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5" name="Google Shape;285;p25"/>
          <p:cNvSpPr/>
          <p:nvPr/>
        </p:nvSpPr>
        <p:spPr>
          <a:xfrm>
            <a:off x="8085968" y="1792776"/>
            <a:ext cx="1444369" cy="129643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6" name="Google Shape;286;p25"/>
          <p:cNvSpPr/>
          <p:nvPr/>
        </p:nvSpPr>
        <p:spPr>
          <a:xfrm flipH="1">
            <a:off x="-311404" y="-388361"/>
            <a:ext cx="1024629" cy="9196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7" name="Google Shape;287;p25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8" name="Google Shape;288;p25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 sz="1600" b="1"/>
            </a:lvl1pPr>
            <a:lvl2pPr lvl="1">
              <a:buNone/>
              <a:defRPr sz="1600" b="1"/>
            </a:lvl2pPr>
            <a:lvl3pPr lvl="2">
              <a:buNone/>
              <a:defRPr sz="1600" b="1"/>
            </a:lvl3pPr>
            <a:lvl4pPr lvl="3">
              <a:buNone/>
              <a:defRPr sz="1600" b="1"/>
            </a:lvl4pPr>
            <a:lvl5pPr lvl="4">
              <a:buNone/>
              <a:defRPr sz="1600" b="1"/>
            </a:lvl5pPr>
            <a:lvl6pPr lvl="5">
              <a:buNone/>
              <a:defRPr sz="1600" b="1"/>
            </a:lvl6pPr>
            <a:lvl7pPr lvl="6">
              <a:buNone/>
              <a:defRPr sz="1600" b="1"/>
            </a:lvl7pPr>
            <a:lvl8pPr lvl="7">
              <a:buNone/>
              <a:defRPr sz="1600" b="1"/>
            </a:lvl8pPr>
            <a:lvl9pPr lvl="8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3_1_1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3500032" scaled="0"/>
        </a:gradFill>
        <a:effectLst/>
      </p:bgPr>
    </p:bg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0" name="Google Shape;290;p26"/>
          <p:cNvGrpSpPr/>
          <p:nvPr/>
        </p:nvGrpSpPr>
        <p:grpSpPr>
          <a:xfrm>
            <a:off x="661350" y="-142030"/>
            <a:ext cx="6564681" cy="5427560"/>
            <a:chOff x="557725" y="-142050"/>
            <a:chExt cx="6564681" cy="5427560"/>
          </a:xfrm>
        </p:grpSpPr>
        <p:sp>
          <p:nvSpPr>
            <p:cNvPr id="291" name="Google Shape;291;p26"/>
            <p:cNvSpPr/>
            <p:nvPr/>
          </p:nvSpPr>
          <p:spPr>
            <a:xfrm flipH="1">
              <a:off x="557725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92" name="Google Shape;292;p26"/>
            <p:cNvSpPr/>
            <p:nvPr/>
          </p:nvSpPr>
          <p:spPr>
            <a:xfrm flipH="1">
              <a:off x="1075529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293" name="Google Shape;293;p26"/>
          <p:cNvSpPr/>
          <p:nvPr/>
        </p:nvSpPr>
        <p:spPr>
          <a:xfrm>
            <a:off x="1696945" y="-141968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4" name="Google Shape;294;p26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5" name="Google Shape;295;p26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 sz="1600" b="1"/>
            </a:lvl1pPr>
            <a:lvl2pPr lvl="1" rtl="0">
              <a:buNone/>
              <a:defRPr sz="1600" b="1"/>
            </a:lvl2pPr>
            <a:lvl3pPr lvl="2" rtl="0">
              <a:buNone/>
              <a:defRPr sz="1600" b="1"/>
            </a:lvl3pPr>
            <a:lvl4pPr lvl="3" rtl="0">
              <a:buNone/>
              <a:defRPr sz="1600" b="1"/>
            </a:lvl4pPr>
            <a:lvl5pPr lvl="4" rtl="0">
              <a:buNone/>
              <a:defRPr sz="1600" b="1"/>
            </a:lvl5pPr>
            <a:lvl6pPr lvl="5" rtl="0">
              <a:buNone/>
              <a:defRPr sz="1600" b="1"/>
            </a:lvl6pPr>
            <a:lvl7pPr lvl="6" rtl="0">
              <a:buNone/>
              <a:defRPr sz="1600" b="1"/>
            </a:lvl7pPr>
            <a:lvl8pPr lvl="7" rtl="0">
              <a:buNone/>
              <a:defRPr sz="1600" b="1"/>
            </a:lvl8pPr>
            <a:lvl9pPr lvl="8" rtl="0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296" name="Google Shape;296;p26"/>
          <p:cNvSpPr txBox="1"/>
          <p:nvPr>
            <p:ph type="title"/>
          </p:nvPr>
        </p:nvSpPr>
        <p:spPr>
          <a:xfrm>
            <a:off x="3199125" y="539500"/>
            <a:ext cx="52314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7" name="Google Shape;297;p26"/>
          <p:cNvSpPr txBox="1"/>
          <p:nvPr>
            <p:ph type="body" idx="1"/>
          </p:nvPr>
        </p:nvSpPr>
        <p:spPr>
          <a:xfrm>
            <a:off x="3199113" y="3410375"/>
            <a:ext cx="5231400" cy="119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○"/>
              <a:defRPr sz="1200"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■"/>
              <a:defRPr sz="1200"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●"/>
              <a:defRPr sz="1200"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○"/>
              <a:defRPr sz="1200"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■"/>
              <a:defRPr sz="1200"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●"/>
              <a:defRPr sz="1200"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○"/>
              <a:defRPr sz="1200"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■"/>
              <a:defRPr sz="1200"/>
            </a:lvl9pPr>
          </a:lstStyle>
          <a:p/>
        </p:txBody>
      </p:sp>
      <p:sp>
        <p:nvSpPr>
          <p:cNvPr id="298" name="Google Shape;298;p26"/>
          <p:cNvSpPr txBox="1"/>
          <p:nvPr>
            <p:ph type="body" idx="2"/>
          </p:nvPr>
        </p:nvSpPr>
        <p:spPr>
          <a:xfrm>
            <a:off x="3199278" y="2609675"/>
            <a:ext cx="5231400" cy="3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●"/>
              <a:defRPr>
                <a:solidFill>
                  <a:schemeClr val="hlink"/>
                </a:solidFill>
              </a:defRPr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○"/>
              <a:defRPr sz="1200"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■"/>
              <a:defRPr sz="1200"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●"/>
              <a:defRPr sz="1200"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○"/>
              <a:defRPr sz="1200"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■"/>
              <a:defRPr sz="1200"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●"/>
              <a:defRPr sz="1200"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○"/>
              <a:defRPr sz="1200"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■"/>
              <a:defRPr sz="1200"/>
            </a:lvl9pPr>
          </a:lstStyle>
          <a:p/>
        </p:txBody>
      </p:sp>
      <p:sp>
        <p:nvSpPr>
          <p:cNvPr id="299" name="Google Shape;299;p26"/>
          <p:cNvSpPr txBox="1"/>
          <p:nvPr>
            <p:ph type="body" idx="3"/>
          </p:nvPr>
        </p:nvSpPr>
        <p:spPr>
          <a:xfrm>
            <a:off x="3199243" y="1835133"/>
            <a:ext cx="5231400" cy="3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2347"/>
              </a:buClr>
              <a:buSzPts val="1400"/>
              <a:buFont typeface="Roboto Mono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Roboto Mono"/>
              <a:buChar char="○"/>
              <a:defRPr sz="1200"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Roboto Mono"/>
              <a:buChar char="■"/>
              <a:defRPr sz="1200"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Roboto Mono"/>
              <a:buChar char="●"/>
              <a:defRPr sz="1200"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Roboto Mono"/>
              <a:buChar char="○"/>
              <a:defRPr sz="1200"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Roboto Mono"/>
              <a:buChar char="■"/>
              <a:defRPr sz="1200"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Roboto Mono"/>
              <a:buChar char="●"/>
              <a:defRPr sz="1200"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Roboto Mono"/>
              <a:buChar char="○"/>
              <a:defRPr sz="1200"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Roboto Mono"/>
              <a:buChar char="■"/>
              <a:defRPr sz="1200"/>
            </a:lvl9pPr>
          </a:lstStyle>
          <a:p/>
        </p:txBody>
      </p:sp>
      <p:sp>
        <p:nvSpPr>
          <p:cNvPr id="300" name="Google Shape;300;p26"/>
          <p:cNvSpPr/>
          <p:nvPr/>
        </p:nvSpPr>
        <p:spPr>
          <a:xfrm>
            <a:off x="-221032" y="-190050"/>
            <a:ext cx="2053042" cy="1842545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1" name="Google Shape;301;p26"/>
          <p:cNvSpPr/>
          <p:nvPr/>
        </p:nvSpPr>
        <p:spPr>
          <a:xfrm>
            <a:off x="-260674" y="4065149"/>
            <a:ext cx="1443865" cy="1295759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17254"/>
                </a:srgbClr>
              </a:gs>
              <a:gs pos="100000">
                <a:srgbClr val="E20030">
                  <a:alpha val="40784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2" name="Google Shape;302;p26"/>
          <p:cNvSpPr/>
          <p:nvPr/>
        </p:nvSpPr>
        <p:spPr>
          <a:xfrm>
            <a:off x="807374" y="1162576"/>
            <a:ext cx="1024629" cy="919461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3" name="Google Shape;303;p26"/>
          <p:cNvSpPr txBox="1"/>
          <p:nvPr>
            <p:ph type="subTitle" idx="4"/>
          </p:nvPr>
        </p:nvSpPr>
        <p:spPr>
          <a:xfrm>
            <a:off x="3199265" y="1464325"/>
            <a:ext cx="4610400" cy="370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9pPr>
          </a:lstStyle>
          <a:p/>
        </p:txBody>
      </p:sp>
      <p:sp>
        <p:nvSpPr>
          <p:cNvPr id="304" name="Google Shape;304;p26"/>
          <p:cNvSpPr txBox="1"/>
          <p:nvPr>
            <p:ph type="subTitle" idx="5"/>
          </p:nvPr>
        </p:nvSpPr>
        <p:spPr>
          <a:xfrm>
            <a:off x="3199265" y="2238873"/>
            <a:ext cx="4610400" cy="370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9pPr>
          </a:lstStyle>
          <a:p/>
        </p:txBody>
      </p:sp>
      <p:sp>
        <p:nvSpPr>
          <p:cNvPr id="305" name="Google Shape;305;p26"/>
          <p:cNvSpPr txBox="1"/>
          <p:nvPr>
            <p:ph type="subTitle" idx="6"/>
          </p:nvPr>
        </p:nvSpPr>
        <p:spPr>
          <a:xfrm>
            <a:off x="3199265" y="3039571"/>
            <a:ext cx="4610400" cy="370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9pPr>
          </a:lstStyle>
          <a:p/>
        </p:txBody>
      </p:sp>
      <p:sp>
        <p:nvSpPr>
          <p:cNvPr id="306" name="Google Shape;306;p26"/>
          <p:cNvSpPr/>
          <p:nvPr/>
        </p:nvSpPr>
        <p:spPr>
          <a:xfrm>
            <a:off x="1971049" y="2313751"/>
            <a:ext cx="1024629" cy="919461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4">
    <p:bg>
      <p:bgPr>
        <a:gradFill>
          <a:gsLst>
            <a:gs pos="0">
              <a:schemeClr val="dk1"/>
            </a:gs>
            <a:gs pos="100000">
              <a:srgbClr val="E20030"/>
            </a:gs>
          </a:gsLst>
          <a:lin ang="5400700" scaled="0"/>
        </a:gradFill>
        <a:effectLst/>
      </p:bgPr>
    </p:bg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8" name="Google Shape;308;p27"/>
          <p:cNvGrpSpPr/>
          <p:nvPr/>
        </p:nvGrpSpPr>
        <p:grpSpPr>
          <a:xfrm flipH="1">
            <a:off x="2579168" y="-142025"/>
            <a:ext cx="6564831" cy="5427560"/>
            <a:chOff x="641875" y="-142050"/>
            <a:chExt cx="6564831" cy="5427560"/>
          </a:xfrm>
        </p:grpSpPr>
        <p:sp>
          <p:nvSpPr>
            <p:cNvPr id="309" name="Google Shape;309;p27"/>
            <p:cNvSpPr/>
            <p:nvPr/>
          </p:nvSpPr>
          <p:spPr>
            <a:xfrm flipH="1">
              <a:off x="641875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10" name="Google Shape;310;p27"/>
            <p:cNvSpPr/>
            <p:nvPr/>
          </p:nvSpPr>
          <p:spPr>
            <a:xfrm flipH="1">
              <a:off x="1159829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311" name="Google Shape;311;p27"/>
          <p:cNvSpPr/>
          <p:nvPr/>
        </p:nvSpPr>
        <p:spPr>
          <a:xfrm flipH="1">
            <a:off x="-1751775" y="-14198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27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3" name="Google Shape;313;p27"/>
          <p:cNvSpPr/>
          <p:nvPr/>
        </p:nvSpPr>
        <p:spPr>
          <a:xfrm>
            <a:off x="7769128" y="895172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4" name="Google Shape;314;p27"/>
          <p:cNvSpPr/>
          <p:nvPr/>
        </p:nvSpPr>
        <p:spPr>
          <a:xfrm rot="10800000" flipH="1">
            <a:off x="8108409" y="3762470"/>
            <a:ext cx="811732" cy="728369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5" name="Google Shape;315;p27"/>
          <p:cNvSpPr/>
          <p:nvPr/>
        </p:nvSpPr>
        <p:spPr>
          <a:xfrm>
            <a:off x="8228562" y="2156088"/>
            <a:ext cx="671483" cy="60271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6" name="Google Shape;316;p27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-412372" y="4447997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00000">
                <a:srgbClr val="E20030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8" name="Google Shape;318;p27"/>
          <p:cNvSpPr/>
          <p:nvPr/>
        </p:nvSpPr>
        <p:spPr>
          <a:xfrm rot="10800000" flipH="1">
            <a:off x="-362966" y="3645032"/>
            <a:ext cx="811732" cy="728369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/>
              </a:gs>
              <a:gs pos="100000">
                <a:srgbClr val="E20030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9" name="Google Shape;319;p27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0" name="Google Shape;320;p27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 sz="1600" b="1"/>
            </a:lvl1pPr>
            <a:lvl2pPr lvl="1">
              <a:buNone/>
              <a:defRPr sz="1600" b="1"/>
            </a:lvl2pPr>
            <a:lvl3pPr lvl="2">
              <a:buNone/>
              <a:defRPr sz="1600" b="1"/>
            </a:lvl3pPr>
            <a:lvl4pPr lvl="3">
              <a:buNone/>
              <a:defRPr sz="1600" b="1"/>
            </a:lvl4pPr>
            <a:lvl5pPr lvl="4">
              <a:buNone/>
              <a:defRPr sz="1600" b="1"/>
            </a:lvl5pPr>
            <a:lvl6pPr lvl="5">
              <a:buNone/>
              <a:defRPr sz="1600" b="1"/>
            </a:lvl6pPr>
            <a:lvl7pPr lvl="6">
              <a:buNone/>
              <a:defRPr sz="1600" b="1"/>
            </a:lvl7pPr>
            <a:lvl8pPr lvl="7">
              <a:buNone/>
              <a:defRPr sz="1600" b="1"/>
            </a:lvl8pPr>
            <a:lvl9pPr lvl="8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321" name="Google Shape;321;p27"/>
          <p:cNvSpPr txBox="1"/>
          <p:nvPr>
            <p:ph type="subTitle" idx="1"/>
          </p:nvPr>
        </p:nvSpPr>
        <p:spPr>
          <a:xfrm flipH="1">
            <a:off x="4854099" y="1976038"/>
            <a:ext cx="20493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27"/>
          <p:cNvSpPr txBox="1"/>
          <p:nvPr>
            <p:ph type="subTitle" idx="2"/>
          </p:nvPr>
        </p:nvSpPr>
        <p:spPr>
          <a:xfrm flipH="1">
            <a:off x="1721900" y="1976039"/>
            <a:ext cx="20493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3" name="Google Shape;323;p27"/>
          <p:cNvSpPr txBox="1"/>
          <p:nvPr>
            <p:ph type="subTitle" idx="3"/>
          </p:nvPr>
        </p:nvSpPr>
        <p:spPr>
          <a:xfrm flipH="1">
            <a:off x="4854099" y="1590925"/>
            <a:ext cx="2049300" cy="3309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24" name="Google Shape;324;p27"/>
          <p:cNvSpPr txBox="1"/>
          <p:nvPr>
            <p:ph type="subTitle" idx="4"/>
          </p:nvPr>
        </p:nvSpPr>
        <p:spPr>
          <a:xfrm flipH="1">
            <a:off x="1721900" y="1590925"/>
            <a:ext cx="2049300" cy="3309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25" name="Google Shape;325;p27"/>
          <p:cNvSpPr txBox="1"/>
          <p:nvPr>
            <p:ph type="subTitle" idx="5"/>
          </p:nvPr>
        </p:nvSpPr>
        <p:spPr>
          <a:xfrm flipH="1">
            <a:off x="4854099" y="3424720"/>
            <a:ext cx="20493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6" name="Google Shape;326;p27"/>
          <p:cNvSpPr txBox="1"/>
          <p:nvPr>
            <p:ph type="subTitle" idx="6"/>
          </p:nvPr>
        </p:nvSpPr>
        <p:spPr>
          <a:xfrm>
            <a:off x="4854099" y="3039605"/>
            <a:ext cx="2049300" cy="3309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27" name="Google Shape;327;p27"/>
          <p:cNvSpPr txBox="1"/>
          <p:nvPr>
            <p:ph type="subTitle" idx="7"/>
          </p:nvPr>
        </p:nvSpPr>
        <p:spPr>
          <a:xfrm flipH="1">
            <a:off x="1721900" y="3424722"/>
            <a:ext cx="20493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8" name="Google Shape;328;p27"/>
          <p:cNvSpPr txBox="1"/>
          <p:nvPr>
            <p:ph type="subTitle" idx="8"/>
          </p:nvPr>
        </p:nvSpPr>
        <p:spPr>
          <a:xfrm flipH="1">
            <a:off x="1721900" y="3039607"/>
            <a:ext cx="2049300" cy="3309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ive columns">
  <p:cSld name="CUSTOM_7">
    <p:bg>
      <p:bgPr>
        <a:gradFill>
          <a:gsLst>
            <a:gs pos="0">
              <a:schemeClr val="dk2"/>
            </a:gs>
            <a:gs pos="100000">
              <a:schemeClr val="accent2"/>
            </a:gs>
          </a:gsLst>
          <a:lin ang="10801400" scaled="0"/>
        </a:gradFill>
        <a:effectLst/>
      </p:bgPr>
    </p:bg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28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1" name="Google Shape;331;p28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sz="1600"/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subTitle" idx="1"/>
          </p:nvPr>
        </p:nvSpPr>
        <p:spPr>
          <a:xfrm>
            <a:off x="5642148" y="2295529"/>
            <a:ext cx="23613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type="subTitle" idx="2"/>
          </p:nvPr>
        </p:nvSpPr>
        <p:spPr>
          <a:xfrm>
            <a:off x="5642138" y="1868029"/>
            <a:ext cx="18222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35" name="Google Shape;335;p28"/>
          <p:cNvSpPr txBox="1"/>
          <p:nvPr>
            <p:ph type="subTitle" idx="3"/>
          </p:nvPr>
        </p:nvSpPr>
        <p:spPr>
          <a:xfrm>
            <a:off x="5642148" y="3459044"/>
            <a:ext cx="23613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6" name="Google Shape;336;p28"/>
          <p:cNvSpPr txBox="1"/>
          <p:nvPr>
            <p:ph type="subTitle" idx="4"/>
          </p:nvPr>
        </p:nvSpPr>
        <p:spPr>
          <a:xfrm>
            <a:off x="5642138" y="3030042"/>
            <a:ext cx="18222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37" name="Google Shape;337;p28"/>
          <p:cNvSpPr txBox="1"/>
          <p:nvPr>
            <p:ph type="subTitle" idx="5"/>
          </p:nvPr>
        </p:nvSpPr>
        <p:spPr>
          <a:xfrm>
            <a:off x="1882723" y="1791083"/>
            <a:ext cx="23613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type="subTitle" idx="6"/>
          </p:nvPr>
        </p:nvSpPr>
        <p:spPr>
          <a:xfrm>
            <a:off x="1882713" y="1362076"/>
            <a:ext cx="18222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39" name="Google Shape;339;p28"/>
          <p:cNvSpPr txBox="1"/>
          <p:nvPr>
            <p:ph type="subTitle" idx="7"/>
          </p:nvPr>
        </p:nvSpPr>
        <p:spPr>
          <a:xfrm>
            <a:off x="1882723" y="2876933"/>
            <a:ext cx="23613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0" name="Google Shape;340;p28"/>
          <p:cNvSpPr txBox="1"/>
          <p:nvPr>
            <p:ph type="subTitle" idx="8"/>
          </p:nvPr>
        </p:nvSpPr>
        <p:spPr>
          <a:xfrm>
            <a:off x="1882713" y="2449433"/>
            <a:ext cx="18222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41" name="Google Shape;341;p28"/>
          <p:cNvSpPr txBox="1"/>
          <p:nvPr>
            <p:ph type="subTitle" idx="9"/>
          </p:nvPr>
        </p:nvSpPr>
        <p:spPr>
          <a:xfrm>
            <a:off x="1882723" y="3964270"/>
            <a:ext cx="23613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2" name="Google Shape;342;p28"/>
          <p:cNvSpPr txBox="1"/>
          <p:nvPr>
            <p:ph type="subTitle" idx="13"/>
          </p:nvPr>
        </p:nvSpPr>
        <p:spPr>
          <a:xfrm>
            <a:off x="1882713" y="3536770"/>
            <a:ext cx="18222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43" name="Google Shape;343;p28"/>
          <p:cNvSpPr/>
          <p:nvPr/>
        </p:nvSpPr>
        <p:spPr>
          <a:xfrm rot="10800000">
            <a:off x="7335644" y="-1025561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4" name="Google Shape;344;p28"/>
          <p:cNvSpPr/>
          <p:nvPr/>
        </p:nvSpPr>
        <p:spPr>
          <a:xfrm rot="10800000">
            <a:off x="8671106" y="989157"/>
            <a:ext cx="1024629" cy="9196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5" name="Google Shape;345;p28"/>
          <p:cNvSpPr/>
          <p:nvPr/>
        </p:nvSpPr>
        <p:spPr>
          <a:xfrm rot="10800000" flipH="1">
            <a:off x="-706715" y="4399486"/>
            <a:ext cx="1419951" cy="1275204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6">
    <p:bg>
      <p:bgPr>
        <a:gradFill>
          <a:gsLst>
            <a:gs pos="0">
              <a:schemeClr val="accent2"/>
            </a:gs>
            <a:gs pos="100000">
              <a:schemeClr val="dk2"/>
            </a:gs>
          </a:gsLst>
          <a:lin ang="10801400" scaled="0"/>
        </a:gradFill>
        <a:effectLst/>
      </p:bgPr>
    </p:bg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29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8" name="Google Shape;348;p29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 sz="1600" b="1"/>
            </a:lvl1pPr>
            <a:lvl2pPr lvl="1">
              <a:buNone/>
              <a:defRPr sz="1600" b="1"/>
            </a:lvl2pPr>
            <a:lvl3pPr lvl="2">
              <a:buNone/>
              <a:defRPr sz="1600" b="1"/>
            </a:lvl3pPr>
            <a:lvl4pPr lvl="3">
              <a:buNone/>
              <a:defRPr sz="1600" b="1"/>
            </a:lvl4pPr>
            <a:lvl5pPr lvl="4">
              <a:buNone/>
              <a:defRPr sz="1600" b="1"/>
            </a:lvl5pPr>
            <a:lvl6pPr lvl="5">
              <a:buNone/>
              <a:defRPr sz="1600" b="1"/>
            </a:lvl6pPr>
            <a:lvl7pPr lvl="6">
              <a:buNone/>
              <a:defRPr sz="1600" b="1"/>
            </a:lvl7pPr>
            <a:lvl8pPr lvl="7">
              <a:buNone/>
              <a:defRPr sz="1600" b="1"/>
            </a:lvl8pPr>
            <a:lvl9pPr lvl="8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349" name="Google Shape;349;p29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50" name="Google Shape;350;p29"/>
          <p:cNvSpPr txBox="1"/>
          <p:nvPr>
            <p:ph type="subTitle" idx="1"/>
          </p:nvPr>
        </p:nvSpPr>
        <p:spPr>
          <a:xfrm>
            <a:off x="935375" y="2312040"/>
            <a:ext cx="21621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1" name="Google Shape;351;p29"/>
          <p:cNvSpPr txBox="1"/>
          <p:nvPr>
            <p:ph type="subTitle" idx="2"/>
          </p:nvPr>
        </p:nvSpPr>
        <p:spPr>
          <a:xfrm>
            <a:off x="3488875" y="2312040"/>
            <a:ext cx="21621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2" name="Google Shape;352;p29"/>
          <p:cNvSpPr txBox="1"/>
          <p:nvPr>
            <p:ph type="subTitle" idx="3"/>
          </p:nvPr>
        </p:nvSpPr>
        <p:spPr>
          <a:xfrm>
            <a:off x="935375" y="1958399"/>
            <a:ext cx="2162100" cy="337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53" name="Google Shape;353;p29"/>
          <p:cNvSpPr txBox="1"/>
          <p:nvPr>
            <p:ph type="subTitle" idx="4"/>
          </p:nvPr>
        </p:nvSpPr>
        <p:spPr>
          <a:xfrm>
            <a:off x="3488875" y="1958399"/>
            <a:ext cx="2162100" cy="337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54" name="Google Shape;354;p29"/>
          <p:cNvSpPr txBox="1"/>
          <p:nvPr>
            <p:ph type="subTitle" idx="5"/>
          </p:nvPr>
        </p:nvSpPr>
        <p:spPr>
          <a:xfrm>
            <a:off x="935375" y="4068913"/>
            <a:ext cx="21621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5" name="Google Shape;355;p29"/>
          <p:cNvSpPr txBox="1"/>
          <p:nvPr>
            <p:ph type="subTitle" idx="6"/>
          </p:nvPr>
        </p:nvSpPr>
        <p:spPr>
          <a:xfrm>
            <a:off x="3488875" y="4068913"/>
            <a:ext cx="21621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6" name="Google Shape;356;p29"/>
          <p:cNvSpPr txBox="1"/>
          <p:nvPr>
            <p:ph type="subTitle" idx="7"/>
          </p:nvPr>
        </p:nvSpPr>
        <p:spPr>
          <a:xfrm>
            <a:off x="935375" y="3715274"/>
            <a:ext cx="2162100" cy="337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57" name="Google Shape;357;p29"/>
          <p:cNvSpPr txBox="1"/>
          <p:nvPr>
            <p:ph type="subTitle" idx="8"/>
          </p:nvPr>
        </p:nvSpPr>
        <p:spPr>
          <a:xfrm>
            <a:off x="3488875" y="3715274"/>
            <a:ext cx="2162100" cy="337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58" name="Google Shape;358;p29"/>
          <p:cNvSpPr txBox="1"/>
          <p:nvPr>
            <p:ph type="subTitle" idx="9"/>
          </p:nvPr>
        </p:nvSpPr>
        <p:spPr>
          <a:xfrm>
            <a:off x="6046525" y="2312040"/>
            <a:ext cx="21621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9" name="Google Shape;359;p29"/>
          <p:cNvSpPr txBox="1"/>
          <p:nvPr>
            <p:ph type="subTitle" idx="13"/>
          </p:nvPr>
        </p:nvSpPr>
        <p:spPr>
          <a:xfrm>
            <a:off x="6046525" y="1958399"/>
            <a:ext cx="2162100" cy="337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60" name="Google Shape;360;p29"/>
          <p:cNvSpPr txBox="1"/>
          <p:nvPr>
            <p:ph type="subTitle" idx="14"/>
          </p:nvPr>
        </p:nvSpPr>
        <p:spPr>
          <a:xfrm>
            <a:off x="6046525" y="4068913"/>
            <a:ext cx="21621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61" name="Google Shape;361;p29"/>
          <p:cNvSpPr txBox="1"/>
          <p:nvPr>
            <p:ph type="subTitle" idx="15"/>
          </p:nvPr>
        </p:nvSpPr>
        <p:spPr>
          <a:xfrm>
            <a:off x="6046525" y="3715274"/>
            <a:ext cx="2162100" cy="337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62" name="Google Shape;362;p29"/>
          <p:cNvSpPr/>
          <p:nvPr/>
        </p:nvSpPr>
        <p:spPr>
          <a:xfrm flipH="1">
            <a:off x="-255755" y="440350"/>
            <a:ext cx="710329" cy="637351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3" name="Google Shape;363;p29"/>
          <p:cNvSpPr/>
          <p:nvPr/>
        </p:nvSpPr>
        <p:spPr>
          <a:xfrm flipH="1">
            <a:off x="-255738" y="-704705"/>
            <a:ext cx="1191113" cy="106889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/>
              </a:gs>
              <a:gs pos="100000">
                <a:srgbClr val="E20030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">
    <p:bg>
      <p:bgPr>
        <a:gradFill>
          <a:gsLst>
            <a:gs pos="0">
              <a:schemeClr val="dk2"/>
            </a:gs>
            <a:gs pos="100000">
              <a:schemeClr val="accent2"/>
            </a:gs>
          </a:gsLst>
          <a:lin ang="0" scaled="0"/>
        </a:gradFill>
        <a:effectLst/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30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6" name="Google Shape;366;p30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67" name="Google Shape;367;p30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368" name="Google Shape;368;p30"/>
          <p:cNvSpPr/>
          <p:nvPr/>
        </p:nvSpPr>
        <p:spPr>
          <a:xfrm>
            <a:off x="-250313" y="-616254"/>
            <a:ext cx="908595" cy="81553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9" name="Google Shape;369;p30"/>
          <p:cNvSpPr/>
          <p:nvPr/>
        </p:nvSpPr>
        <p:spPr>
          <a:xfrm flipH="1">
            <a:off x="105460" y="243841"/>
            <a:ext cx="543089" cy="48746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0" name="Google Shape;370;p30"/>
          <p:cNvSpPr/>
          <p:nvPr/>
        </p:nvSpPr>
        <p:spPr>
          <a:xfrm flipH="1">
            <a:off x="-459659" y="4433376"/>
            <a:ext cx="1327285" cy="1191984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4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5400700" scaled="0"/>
        </a:gradFill>
        <a:effectLst/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31"/>
          <p:cNvSpPr/>
          <p:nvPr/>
        </p:nvSpPr>
        <p:spPr>
          <a:xfrm flipH="1">
            <a:off x="0" y="-14210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3" name="Google Shape;373;p31"/>
          <p:cNvSpPr/>
          <p:nvPr/>
        </p:nvSpPr>
        <p:spPr>
          <a:xfrm flipH="1">
            <a:off x="517804" y="-142025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4" name="Google Shape;374;p31"/>
          <p:cNvSpPr/>
          <p:nvPr/>
        </p:nvSpPr>
        <p:spPr>
          <a:xfrm>
            <a:off x="1035600" y="-142050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5" name="Google Shape;375;p31"/>
          <p:cNvSpPr/>
          <p:nvPr/>
        </p:nvSpPr>
        <p:spPr>
          <a:xfrm rot="10800000">
            <a:off x="286571" y="-307655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6" name="Google Shape;376;p31"/>
          <p:cNvSpPr/>
          <p:nvPr/>
        </p:nvSpPr>
        <p:spPr>
          <a:xfrm>
            <a:off x="-370272" y="4062726"/>
            <a:ext cx="1533413" cy="1376362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7" name="Google Shape;377;p31"/>
          <p:cNvSpPr/>
          <p:nvPr/>
        </p:nvSpPr>
        <p:spPr>
          <a:xfrm rot="10800000" flipH="1">
            <a:off x="-115879" y="-438015"/>
            <a:ext cx="1024629" cy="9196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8" name="Google Shape;378;p31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9" name="Google Shape;379;p31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 sz="1600" b="1"/>
            </a:lvl1pPr>
            <a:lvl2pPr lvl="1">
              <a:buNone/>
              <a:defRPr sz="1600" b="1"/>
            </a:lvl2pPr>
            <a:lvl3pPr lvl="2">
              <a:buNone/>
              <a:defRPr sz="1600" b="1"/>
            </a:lvl3pPr>
            <a:lvl4pPr lvl="3">
              <a:buNone/>
              <a:defRPr sz="1600" b="1"/>
            </a:lvl4pPr>
            <a:lvl5pPr lvl="4">
              <a:buNone/>
              <a:defRPr sz="1600" b="1"/>
            </a:lvl5pPr>
            <a:lvl6pPr lvl="5">
              <a:buNone/>
              <a:defRPr sz="1600" b="1"/>
            </a:lvl6pPr>
            <a:lvl7pPr lvl="6">
              <a:buNone/>
              <a:defRPr sz="1600" b="1"/>
            </a:lvl7pPr>
            <a:lvl8pPr lvl="7">
              <a:buNone/>
              <a:defRPr sz="1600" b="1"/>
            </a:lvl8pPr>
            <a:lvl9pPr lvl="8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380" name="Google Shape;380;p31"/>
          <p:cNvSpPr txBox="1"/>
          <p:nvPr>
            <p:ph type="title"/>
          </p:nvPr>
        </p:nvSpPr>
        <p:spPr>
          <a:xfrm>
            <a:off x="2921750" y="539500"/>
            <a:ext cx="55089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15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2698631" scaled="0"/>
        </a:gradFill>
        <a:effectLst/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32"/>
          <p:cNvSpPr/>
          <p:nvPr/>
        </p:nvSpPr>
        <p:spPr>
          <a:xfrm>
            <a:off x="3117197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3" name="Google Shape;383;p32"/>
          <p:cNvSpPr/>
          <p:nvPr/>
        </p:nvSpPr>
        <p:spPr>
          <a:xfrm>
            <a:off x="2579168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4" name="Google Shape;384;p32"/>
          <p:cNvSpPr/>
          <p:nvPr/>
        </p:nvSpPr>
        <p:spPr>
          <a:xfrm flipH="1">
            <a:off x="-1751925" y="-14198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5" name="Google Shape;385;p32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 sz="1600" b="1"/>
            </a:lvl1pPr>
            <a:lvl2pPr lvl="1" rtl="0">
              <a:buNone/>
              <a:defRPr sz="1600" b="1"/>
            </a:lvl2pPr>
            <a:lvl3pPr lvl="2" rtl="0">
              <a:buNone/>
              <a:defRPr sz="1600" b="1"/>
            </a:lvl3pPr>
            <a:lvl4pPr lvl="3" rtl="0">
              <a:buNone/>
              <a:defRPr sz="1600" b="1"/>
            </a:lvl4pPr>
            <a:lvl5pPr lvl="4" rtl="0">
              <a:buNone/>
              <a:defRPr sz="1600" b="1"/>
            </a:lvl5pPr>
            <a:lvl6pPr lvl="5" rtl="0">
              <a:buNone/>
              <a:defRPr sz="1600" b="1"/>
            </a:lvl6pPr>
            <a:lvl7pPr lvl="6" rtl="0">
              <a:buNone/>
              <a:defRPr sz="1600" b="1"/>
            </a:lvl7pPr>
            <a:lvl8pPr lvl="7" rtl="0">
              <a:buNone/>
              <a:defRPr sz="1600" b="1"/>
            </a:lvl8pPr>
            <a:lvl9pPr lvl="8" rtl="0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386" name="Google Shape;386;p32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7" name="Google Shape;387;p32"/>
          <p:cNvSpPr/>
          <p:nvPr/>
        </p:nvSpPr>
        <p:spPr>
          <a:xfrm>
            <a:off x="7719153" y="539497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8" name="Google Shape;388;p32"/>
          <p:cNvSpPr/>
          <p:nvPr/>
        </p:nvSpPr>
        <p:spPr>
          <a:xfrm rot="10800000" flipH="1">
            <a:off x="7063109" y="175320"/>
            <a:ext cx="811732" cy="728369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9" name="Google Shape;389;p32"/>
          <p:cNvSpPr/>
          <p:nvPr/>
        </p:nvSpPr>
        <p:spPr>
          <a:xfrm>
            <a:off x="7585412" y="3505813"/>
            <a:ext cx="671483" cy="60271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0" name="Google Shape;390;p32"/>
          <p:cNvSpPr txBox="1"/>
          <p:nvPr>
            <p:ph type="sldNum" idx="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 sz="1600" b="1"/>
            </a:lvl1pPr>
            <a:lvl2pPr lvl="1">
              <a:buNone/>
              <a:defRPr sz="1600" b="1"/>
            </a:lvl2pPr>
            <a:lvl3pPr lvl="2">
              <a:buNone/>
              <a:defRPr sz="1600" b="1"/>
            </a:lvl3pPr>
            <a:lvl4pPr lvl="3">
              <a:buNone/>
              <a:defRPr sz="1600" b="1"/>
            </a:lvl4pPr>
            <a:lvl5pPr lvl="4">
              <a:buNone/>
              <a:defRPr sz="1600" b="1"/>
            </a:lvl5pPr>
            <a:lvl6pPr lvl="5">
              <a:buNone/>
              <a:defRPr sz="1600" b="1"/>
            </a:lvl6pPr>
            <a:lvl7pPr lvl="6">
              <a:buNone/>
              <a:defRPr sz="1600" b="1"/>
            </a:lvl7pPr>
            <a:lvl8pPr lvl="7">
              <a:buNone/>
              <a:defRPr sz="1600" b="1"/>
            </a:lvl8pPr>
            <a:lvl9pPr lvl="8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391" name="Google Shape;391;p32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92" name="Google Shape;392;p32"/>
          <p:cNvSpPr/>
          <p:nvPr/>
        </p:nvSpPr>
        <p:spPr>
          <a:xfrm>
            <a:off x="-412372" y="4447997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3" name="Google Shape;393;p32"/>
          <p:cNvSpPr/>
          <p:nvPr/>
        </p:nvSpPr>
        <p:spPr>
          <a:xfrm rot="10800000" flipH="1">
            <a:off x="864009" y="4907370"/>
            <a:ext cx="811732" cy="728369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CUSTOM_17">
    <p:bg>
      <p:bgPr>
        <a:gradFill>
          <a:gsLst>
            <a:gs pos="0">
              <a:srgbClr val="00216E"/>
            </a:gs>
            <a:gs pos="100000">
              <a:srgbClr val="E20030"/>
            </a:gs>
          </a:gsLst>
          <a:lin ang="5400700" scaled="0"/>
        </a:gradFill>
        <a:effectLst/>
      </p:bgPr>
    </p:bg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33"/>
          <p:cNvSpPr/>
          <p:nvPr/>
        </p:nvSpPr>
        <p:spPr>
          <a:xfrm flipH="1">
            <a:off x="0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6" name="Google Shape;396;p33"/>
          <p:cNvSpPr/>
          <p:nvPr/>
        </p:nvSpPr>
        <p:spPr>
          <a:xfrm flipH="1">
            <a:off x="517804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7" name="Google Shape;397;p33"/>
          <p:cNvSpPr/>
          <p:nvPr/>
        </p:nvSpPr>
        <p:spPr>
          <a:xfrm>
            <a:off x="1035600" y="-142050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p33"/>
          <p:cNvSpPr/>
          <p:nvPr/>
        </p:nvSpPr>
        <p:spPr>
          <a:xfrm>
            <a:off x="161078" y="3491722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9" name="Google Shape;399;p33"/>
          <p:cNvSpPr/>
          <p:nvPr/>
        </p:nvSpPr>
        <p:spPr>
          <a:xfrm rot="10800000" flipH="1">
            <a:off x="-488605" y="-508814"/>
            <a:ext cx="1551574" cy="1392437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0" name="Google Shape;400;p33"/>
          <p:cNvSpPr/>
          <p:nvPr/>
        </p:nvSpPr>
        <p:spPr>
          <a:xfrm>
            <a:off x="1484387" y="2889013"/>
            <a:ext cx="671483" cy="60271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1" name="Google Shape;401;p33"/>
          <p:cNvSpPr txBox="1"/>
          <p:nvPr>
            <p:ph type="title"/>
          </p:nvPr>
        </p:nvSpPr>
        <p:spPr>
          <a:xfrm>
            <a:off x="2075350" y="539500"/>
            <a:ext cx="6355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2" name="Google Shape;402;p33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 sz="1600" b="1"/>
            </a:lvl1pPr>
            <a:lvl2pPr lvl="1" rtl="0">
              <a:buNone/>
              <a:defRPr sz="1600" b="1"/>
            </a:lvl2pPr>
            <a:lvl3pPr lvl="2" rtl="0">
              <a:buNone/>
              <a:defRPr sz="1600" b="1"/>
            </a:lvl3pPr>
            <a:lvl4pPr lvl="3" rtl="0">
              <a:buNone/>
              <a:defRPr sz="1600" b="1"/>
            </a:lvl4pPr>
            <a:lvl5pPr lvl="4" rtl="0">
              <a:buNone/>
              <a:defRPr sz="1600" b="1"/>
            </a:lvl5pPr>
            <a:lvl6pPr lvl="5" rtl="0">
              <a:buNone/>
              <a:defRPr sz="1600" b="1"/>
            </a:lvl6pPr>
            <a:lvl7pPr lvl="6" rtl="0">
              <a:buNone/>
              <a:defRPr sz="1600" b="1"/>
            </a:lvl7pPr>
            <a:lvl8pPr lvl="7" rtl="0">
              <a:buNone/>
              <a:defRPr sz="1600" b="1"/>
            </a:lvl8pPr>
            <a:lvl9pPr lvl="8" rtl="0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403" name="Google Shape;403;p33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4" name="Google Shape;404;p33"/>
          <p:cNvSpPr txBox="1"/>
          <p:nvPr>
            <p:ph type="sldNum" idx="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 sz="1600" b="1"/>
            </a:lvl1pPr>
            <a:lvl2pPr lvl="1" rtl="0">
              <a:buNone/>
              <a:defRPr sz="1600" b="1"/>
            </a:lvl2pPr>
            <a:lvl3pPr lvl="2" rtl="0">
              <a:buNone/>
              <a:defRPr sz="1600" b="1"/>
            </a:lvl3pPr>
            <a:lvl4pPr lvl="3" rtl="0">
              <a:buNone/>
              <a:defRPr sz="1600" b="1"/>
            </a:lvl4pPr>
            <a:lvl5pPr lvl="4" rtl="0">
              <a:buNone/>
              <a:defRPr sz="1600" b="1"/>
            </a:lvl5pPr>
            <a:lvl6pPr lvl="5" rtl="0">
              <a:buNone/>
              <a:defRPr sz="1600" b="1"/>
            </a:lvl6pPr>
            <a:lvl7pPr lvl="6" rtl="0">
              <a:buNone/>
              <a:defRPr sz="1600" b="1"/>
            </a:lvl7pPr>
            <a:lvl8pPr lvl="7" rtl="0">
              <a:buNone/>
              <a:defRPr sz="1600" b="1"/>
            </a:lvl8pPr>
            <a:lvl9pPr lvl="8" rtl="0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11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2698631" scaled="0"/>
        </a:gradFill>
        <a:effectLst/>
      </p:bgPr>
    </p:bg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34"/>
          <p:cNvSpPr/>
          <p:nvPr/>
        </p:nvSpPr>
        <p:spPr>
          <a:xfrm flipH="1">
            <a:off x="1645745" y="-142018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7" name="Google Shape;407;p34"/>
          <p:cNvSpPr/>
          <p:nvPr/>
        </p:nvSpPr>
        <p:spPr>
          <a:xfrm flipH="1">
            <a:off x="2163549" y="-142018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8" name="Google Shape;408;p34"/>
          <p:cNvSpPr/>
          <p:nvPr/>
        </p:nvSpPr>
        <p:spPr>
          <a:xfrm>
            <a:off x="2681350" y="-14203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9" name="Google Shape;409;p34"/>
          <p:cNvSpPr txBox="1"/>
          <p:nvPr>
            <p:ph type="title"/>
          </p:nvPr>
        </p:nvSpPr>
        <p:spPr>
          <a:xfrm>
            <a:off x="3142075" y="539500"/>
            <a:ext cx="5288700" cy="1015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70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10" name="Google Shape;410;p34"/>
          <p:cNvSpPr txBox="1"/>
          <p:nvPr/>
        </p:nvSpPr>
        <p:spPr>
          <a:xfrm>
            <a:off x="4388575" y="3600075"/>
            <a:ext cx="3889800" cy="6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b="1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rPr>
              <a:t>CREDITS:</a:t>
            </a:r>
            <a:r>
              <a:rPr lang="en-GB" sz="1150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rPr>
              <a:t> This presentation template was created by </a:t>
            </a:r>
            <a:r>
              <a:rPr lang="en-GB" sz="1150" b="1">
                <a:solidFill>
                  <a:schemeClr val="lt2"/>
                </a:solidFill>
                <a:uFill>
                  <a:noFill/>
                </a:uFill>
                <a:latin typeface="Poppins"/>
                <a:ea typeface="Poppins"/>
                <a:cs typeface="Poppins"/>
                <a:sym typeface="Poppins"/>
                <a:hlinkClick r:id="rId2"/>
              </a:rPr>
              <a:t>Slidesgo</a:t>
            </a:r>
            <a:r>
              <a:rPr lang="en-GB" sz="1150" b="1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rPr>
              <a:t>,</a:t>
            </a:r>
            <a:r>
              <a:rPr lang="en-GB" sz="1150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rPr>
              <a:t> including icons by </a:t>
            </a:r>
            <a:r>
              <a:rPr lang="en-GB" sz="1150" b="1">
                <a:solidFill>
                  <a:schemeClr val="lt2"/>
                </a:solidFill>
                <a:uFill>
                  <a:noFill/>
                </a:uFill>
                <a:latin typeface="Poppins"/>
                <a:ea typeface="Poppins"/>
                <a:cs typeface="Poppins"/>
                <a:sym typeface="Poppins"/>
                <a:hlinkClick r:id="rId3"/>
              </a:rPr>
              <a:t>Flaticon</a:t>
            </a:r>
            <a:r>
              <a:rPr lang="en-GB" sz="1150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rPr>
              <a:t>, and infographics &amp; images by </a:t>
            </a:r>
            <a:r>
              <a:rPr lang="en-GB" sz="1150" b="1">
                <a:solidFill>
                  <a:schemeClr val="lt2"/>
                </a:solidFill>
                <a:uFill>
                  <a:noFill/>
                </a:uFill>
                <a:latin typeface="Poppins"/>
                <a:ea typeface="Poppins"/>
                <a:cs typeface="Poppins"/>
                <a:sym typeface="Poppins"/>
                <a:hlinkClick r:id="rId4"/>
              </a:rPr>
              <a:t>Freepik</a:t>
            </a:r>
            <a:endParaRPr sz="1150" b="1">
              <a:solidFill>
                <a:schemeClr val="lt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1" name="Google Shape;411;p34"/>
          <p:cNvSpPr txBox="1"/>
          <p:nvPr>
            <p:ph type="subTitle" idx="1"/>
          </p:nvPr>
        </p:nvSpPr>
        <p:spPr>
          <a:xfrm>
            <a:off x="3142075" y="1675400"/>
            <a:ext cx="5288700" cy="115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12" name="Google Shape;412;p34"/>
          <p:cNvSpPr/>
          <p:nvPr/>
        </p:nvSpPr>
        <p:spPr>
          <a:xfrm>
            <a:off x="161078" y="3491722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3" name="Google Shape;413;p34"/>
          <p:cNvSpPr/>
          <p:nvPr/>
        </p:nvSpPr>
        <p:spPr>
          <a:xfrm rot="10800000" flipH="1">
            <a:off x="441645" y="352461"/>
            <a:ext cx="1551574" cy="1392437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4" name="Google Shape;414;p34"/>
          <p:cNvSpPr/>
          <p:nvPr/>
        </p:nvSpPr>
        <p:spPr>
          <a:xfrm>
            <a:off x="1321737" y="3195813"/>
            <a:ext cx="671483" cy="60271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5" name="Google Shape;415;p34"/>
          <p:cNvSpPr/>
          <p:nvPr/>
        </p:nvSpPr>
        <p:spPr>
          <a:xfrm>
            <a:off x="8180464" y="4315000"/>
            <a:ext cx="1323300" cy="1323300"/>
          </a:xfrm>
          <a:prstGeom prst="donut">
            <a:avLst>
              <a:gd name="adj" fmla="val 815"/>
            </a:avLst>
          </a:pr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12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5400700" scaled="0"/>
        </a:gradFill>
        <a:effectLst/>
      </p:bgPr>
    </p:bg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7" name="Google Shape;417;p35"/>
          <p:cNvGrpSpPr/>
          <p:nvPr/>
        </p:nvGrpSpPr>
        <p:grpSpPr>
          <a:xfrm flipH="1">
            <a:off x="2608118" y="-142050"/>
            <a:ext cx="6504081" cy="5427560"/>
            <a:chOff x="609600" y="-142050"/>
            <a:chExt cx="6504081" cy="5427560"/>
          </a:xfrm>
        </p:grpSpPr>
        <p:sp>
          <p:nvSpPr>
            <p:cNvPr id="418" name="Google Shape;418;p35"/>
            <p:cNvSpPr/>
            <p:nvPr/>
          </p:nvSpPr>
          <p:spPr>
            <a:xfrm flipH="1">
              <a:off x="609600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19" name="Google Shape;419;p35"/>
            <p:cNvSpPr/>
            <p:nvPr/>
          </p:nvSpPr>
          <p:spPr>
            <a:xfrm flipH="1">
              <a:off x="1066804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420" name="Google Shape;420;p35"/>
          <p:cNvSpPr/>
          <p:nvPr/>
        </p:nvSpPr>
        <p:spPr>
          <a:xfrm flipH="1">
            <a:off x="-1731700" y="-14198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21" name="Google Shape;421;p35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sz="1600"/>
          </a:p>
        </p:txBody>
      </p:sp>
      <p:sp>
        <p:nvSpPr>
          <p:cNvPr id="422" name="Google Shape;422;p35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23" name="Google Shape;423;p35"/>
          <p:cNvSpPr/>
          <p:nvPr/>
        </p:nvSpPr>
        <p:spPr>
          <a:xfrm>
            <a:off x="7646278" y="423797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34509"/>
                </a:srgbClr>
              </a:gs>
              <a:gs pos="48000">
                <a:srgbClr val="00216E">
                  <a:alpha val="34509"/>
                </a:srgbClr>
              </a:gs>
              <a:gs pos="100000">
                <a:srgbClr val="00216E">
                  <a:alpha val="34509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24" name="Google Shape;424;p35"/>
          <p:cNvSpPr/>
          <p:nvPr/>
        </p:nvSpPr>
        <p:spPr>
          <a:xfrm rot="10800000" flipH="1">
            <a:off x="6907409" y="166807"/>
            <a:ext cx="811732" cy="728369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25" name="Google Shape;425;p35"/>
          <p:cNvSpPr/>
          <p:nvPr/>
        </p:nvSpPr>
        <p:spPr>
          <a:xfrm>
            <a:off x="-439011" y="4429300"/>
            <a:ext cx="1323300" cy="1323300"/>
          </a:xfrm>
          <a:prstGeom prst="donut">
            <a:avLst>
              <a:gd name="adj" fmla="val 815"/>
            </a:avLst>
          </a:pr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26" name="Google Shape;426;p35"/>
          <p:cNvSpPr/>
          <p:nvPr/>
        </p:nvSpPr>
        <p:spPr>
          <a:xfrm>
            <a:off x="7528787" y="1722838"/>
            <a:ext cx="671483" cy="60271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34509"/>
                </a:srgbClr>
              </a:gs>
              <a:gs pos="48000">
                <a:srgbClr val="00216E">
                  <a:alpha val="34509"/>
                </a:srgbClr>
              </a:gs>
              <a:gs pos="100000">
                <a:srgbClr val="00216E">
                  <a:alpha val="34509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3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3500032" scaled="0"/>
        </a:gradFill>
        <a:effectLst/>
      </p:bgPr>
    </p:bg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36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sz="1600"/>
          </a:p>
        </p:txBody>
      </p:sp>
      <p:grpSp>
        <p:nvGrpSpPr>
          <p:cNvPr id="429" name="Google Shape;429;p36"/>
          <p:cNvGrpSpPr/>
          <p:nvPr/>
        </p:nvGrpSpPr>
        <p:grpSpPr>
          <a:xfrm>
            <a:off x="1600195" y="-142018"/>
            <a:ext cx="6580281" cy="5427560"/>
            <a:chOff x="457200" y="-142050"/>
            <a:chExt cx="6580281" cy="5427560"/>
          </a:xfrm>
        </p:grpSpPr>
        <p:sp>
          <p:nvSpPr>
            <p:cNvPr id="430" name="Google Shape;430;p36"/>
            <p:cNvSpPr/>
            <p:nvPr/>
          </p:nvSpPr>
          <p:spPr>
            <a:xfrm flipH="1">
              <a:off x="457200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31" name="Google Shape;431;p36"/>
            <p:cNvSpPr/>
            <p:nvPr/>
          </p:nvSpPr>
          <p:spPr>
            <a:xfrm flipH="1">
              <a:off x="990604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432" name="Google Shape;432;p36"/>
          <p:cNvSpPr/>
          <p:nvPr/>
        </p:nvSpPr>
        <p:spPr>
          <a:xfrm>
            <a:off x="2681350" y="-14203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3" name="Google Shape;433;p36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4" name="Google Shape;434;p36"/>
          <p:cNvSpPr/>
          <p:nvPr/>
        </p:nvSpPr>
        <p:spPr>
          <a:xfrm flipH="1">
            <a:off x="902146" y="-697977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5" name="Google Shape;435;p36"/>
          <p:cNvSpPr/>
          <p:nvPr/>
        </p:nvSpPr>
        <p:spPr>
          <a:xfrm>
            <a:off x="65235" y="3625714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6" name="Google Shape;436;p36"/>
          <p:cNvSpPr/>
          <p:nvPr/>
        </p:nvSpPr>
        <p:spPr>
          <a:xfrm>
            <a:off x="404446" y="337371"/>
            <a:ext cx="1024629" cy="9196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7" name="Google Shape;437;p36"/>
          <p:cNvSpPr/>
          <p:nvPr/>
        </p:nvSpPr>
        <p:spPr>
          <a:xfrm flipH="1">
            <a:off x="4016096" y="3579376"/>
            <a:ext cx="1419951" cy="1275204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6" Type="http://schemas.openxmlformats.org/officeDocument/2006/relationships/theme" Target="../theme/theme1.xml"/><Relationship Id="rId35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.xml"/><Relationship Id="rId29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Space Mono"/>
              <a:buNone/>
              <a:defRPr sz="3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body" idx="1"/>
          </p:nvPr>
        </p:nvSpPr>
        <p:spPr>
          <a:xfrm>
            <a:off x="713225" y="1142650"/>
            <a:ext cx="7717500" cy="346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●"/>
              <a:defRPr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○"/>
              <a:defRPr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■"/>
              <a:defRPr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●"/>
              <a:defRPr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○"/>
              <a:defRPr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■"/>
              <a:defRPr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●"/>
              <a:defRPr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○"/>
              <a:defRPr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■"/>
              <a:defRPr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20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buNone/>
              <a:defRPr sz="20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buNone/>
              <a:defRPr sz="20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buNone/>
              <a:defRPr sz="20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buNone/>
              <a:defRPr sz="20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buNone/>
              <a:defRPr sz="20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buNone/>
              <a:defRPr sz="20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buNone/>
              <a:defRPr sz="20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buNone/>
              <a:defRPr sz="20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sz="160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40"/>
          <p:cNvSpPr/>
          <p:nvPr/>
        </p:nvSpPr>
        <p:spPr>
          <a:xfrm flipH="1">
            <a:off x="4409987" y="3821522"/>
            <a:ext cx="1016536" cy="912912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49" name="Google Shape;449;p40"/>
          <p:cNvSpPr txBox="1"/>
          <p:nvPr>
            <p:ph type="ctrTitle"/>
          </p:nvPr>
        </p:nvSpPr>
        <p:spPr>
          <a:xfrm>
            <a:off x="683260" y="2138680"/>
            <a:ext cx="5235575" cy="88265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 sz="4800"/>
              <a:t>Les moteurs de recherche</a:t>
            </a:r>
            <a:endParaRPr lang="en-US" altLang="en-GB" sz="4800"/>
          </a:p>
        </p:txBody>
      </p:sp>
      <p:sp>
        <p:nvSpPr>
          <p:cNvPr id="450" name="Google Shape;450;p40"/>
          <p:cNvSpPr txBox="1"/>
          <p:nvPr>
            <p:ph type="subTitle" idx="1"/>
          </p:nvPr>
        </p:nvSpPr>
        <p:spPr>
          <a:xfrm>
            <a:off x="251460" y="4659630"/>
            <a:ext cx="3016885" cy="3543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 sz="1200"/>
              <a:t>SELOUGHA Mohamed Achraf</a:t>
            </a:r>
            <a:endParaRPr lang="en-US" altLang="en-GB" sz="1200"/>
          </a:p>
        </p:txBody>
      </p:sp>
      <p:sp>
        <p:nvSpPr>
          <p:cNvPr id="2" name="Google Shape;450;p40"/>
          <p:cNvSpPr txBox="1"/>
          <p:nvPr/>
        </p:nvSpPr>
        <p:spPr>
          <a:xfrm>
            <a:off x="683895" y="3361055"/>
            <a:ext cx="5234940" cy="35433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16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/>
              <a:t>Transformer les requêtes en résultats pertinents</a:t>
            </a:r>
            <a:endParaRPr lang="en-US" alt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46"/>
          <p:cNvSpPr txBox="1"/>
          <p:nvPr>
            <p:ph type="title"/>
          </p:nvPr>
        </p:nvSpPr>
        <p:spPr>
          <a:xfrm>
            <a:off x="713225" y="2090560"/>
            <a:ext cx="4130100" cy="94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Définition</a:t>
            </a:r>
            <a:endParaRPr lang="en-GB"/>
          </a:p>
        </p:txBody>
      </p:sp>
      <p:sp>
        <p:nvSpPr>
          <p:cNvPr id="513" name="Google Shape;513;p46"/>
          <p:cNvSpPr txBox="1"/>
          <p:nvPr>
            <p:ph type="title" idx="2"/>
          </p:nvPr>
        </p:nvSpPr>
        <p:spPr>
          <a:xfrm>
            <a:off x="713225" y="986040"/>
            <a:ext cx="2125500" cy="11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01</a:t>
            </a:r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45"/>
          <p:cNvSpPr txBox="1"/>
          <p:nvPr>
            <p:ph type="title"/>
          </p:nvPr>
        </p:nvSpPr>
        <p:spPr>
          <a:xfrm>
            <a:off x="683895" y="483870"/>
            <a:ext cx="5819140" cy="155956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Qu’est-ce qu’un moteur de recherche ?</a:t>
            </a:r>
            <a:endParaRPr lang="en-GB"/>
          </a:p>
        </p:txBody>
      </p:sp>
      <p:sp>
        <p:nvSpPr>
          <p:cNvPr id="504" name="Google Shape;504;p45"/>
          <p:cNvSpPr txBox="1"/>
          <p:nvPr>
            <p:ph type="subTitle" idx="1"/>
          </p:nvPr>
        </p:nvSpPr>
        <p:spPr>
          <a:xfrm>
            <a:off x="683895" y="1995805"/>
            <a:ext cx="4746625" cy="18675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altLang="en-GB" b="1"/>
              <a:t>Définition:</a:t>
            </a:r>
            <a:r>
              <a:rPr lang="en-US" altLang="en-GB"/>
              <a:t> Un outil en ligne permettant de trouver des informations sur Internet via des mots-clés.</a:t>
            </a:r>
            <a:endParaRPr lang="en-US" altLang="en-GB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altLang="en-GB" b="1"/>
              <a:t>Rôle:</a:t>
            </a:r>
            <a:r>
              <a:rPr lang="en-US" altLang="en-GB"/>
              <a:t> Fournir des résultats pertinents et rapides.</a:t>
            </a:r>
            <a:endParaRPr lang="en-US" altLang="en-GB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altLang="en-GB" b="1"/>
              <a:t>Exemples:</a:t>
            </a:r>
            <a:r>
              <a:rPr lang="en-US" altLang="en-GB"/>
              <a:t> Google, Bing, Yahoo, DuckDuckGo, Qwant.</a:t>
            </a:r>
            <a:endParaRPr lang="en-US" altLang="en-GB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Arial" panose="020B0604020202020204" pitchFamily="34" charset="0"/>
              <a:buChar char="•"/>
            </a:pPr>
            <a:endParaRPr lang="en-US" altLang="en-GB"/>
          </a:p>
        </p:txBody>
      </p:sp>
      <p:sp>
        <p:nvSpPr>
          <p:cNvPr id="505" name="Google Shape;505;p45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506" name="Google Shape;506;p45"/>
          <p:cNvSpPr/>
          <p:nvPr/>
        </p:nvSpPr>
        <p:spPr>
          <a:xfrm>
            <a:off x="5652183" y="1419867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46"/>
          <p:cNvSpPr txBox="1"/>
          <p:nvPr>
            <p:ph type="title"/>
          </p:nvPr>
        </p:nvSpPr>
        <p:spPr>
          <a:xfrm>
            <a:off x="713105" y="2090420"/>
            <a:ext cx="4941570" cy="949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400"/>
              <a:t>Les trois étapes principales</a:t>
            </a:r>
            <a:endParaRPr lang="en-GB" sz="4400"/>
          </a:p>
        </p:txBody>
      </p:sp>
      <p:sp>
        <p:nvSpPr>
          <p:cNvPr id="513" name="Google Shape;513;p46"/>
          <p:cNvSpPr txBox="1"/>
          <p:nvPr>
            <p:ph type="title" idx="2"/>
          </p:nvPr>
        </p:nvSpPr>
        <p:spPr>
          <a:xfrm>
            <a:off x="713225" y="986040"/>
            <a:ext cx="2125500" cy="11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400"/>
              <a:t>0</a:t>
            </a:r>
            <a:r>
              <a:rPr lang="en-US" altLang="en-GB" sz="4400"/>
              <a:t>2</a:t>
            </a:r>
            <a:endParaRPr lang="en-US" altLang="en-GB" sz="44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33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p59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835" name="Google Shape;835;p59"/>
          <p:cNvSpPr txBox="1"/>
          <p:nvPr>
            <p:ph type="title"/>
          </p:nvPr>
        </p:nvSpPr>
        <p:spPr>
          <a:xfrm>
            <a:off x="713225" y="754765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ym typeface="+mn-ea"/>
              </a:rPr>
              <a:t>Quelles sont les étapes de transformation des requêtes en résultats ?</a:t>
            </a:r>
            <a:endParaRPr lang="en-GB"/>
          </a:p>
        </p:txBody>
      </p:sp>
      <p:sp>
        <p:nvSpPr>
          <p:cNvPr id="836" name="Google Shape;836;p59"/>
          <p:cNvSpPr txBox="1"/>
          <p:nvPr>
            <p:ph type="subTitle" idx="9"/>
          </p:nvPr>
        </p:nvSpPr>
        <p:spPr>
          <a:xfrm>
            <a:off x="6046525" y="3316610"/>
            <a:ext cx="21621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Tri des résultats selon la pertinence</a:t>
            </a:r>
            <a:endParaRPr lang="en-GB"/>
          </a:p>
        </p:txBody>
      </p:sp>
      <p:sp>
        <p:nvSpPr>
          <p:cNvPr id="837" name="Google Shape;837;p59"/>
          <p:cNvSpPr txBox="1"/>
          <p:nvPr>
            <p:ph type="subTitle" idx="1"/>
          </p:nvPr>
        </p:nvSpPr>
        <p:spPr>
          <a:xfrm>
            <a:off x="935375" y="3316610"/>
            <a:ext cx="21621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Découverte des pages web par des robots</a:t>
            </a:r>
            <a:endParaRPr lang="en-GB"/>
          </a:p>
        </p:txBody>
      </p:sp>
      <p:sp>
        <p:nvSpPr>
          <p:cNvPr id="838" name="Google Shape;838;p59"/>
          <p:cNvSpPr txBox="1"/>
          <p:nvPr>
            <p:ph type="subTitle" idx="2"/>
          </p:nvPr>
        </p:nvSpPr>
        <p:spPr>
          <a:xfrm>
            <a:off x="3488875" y="3316610"/>
            <a:ext cx="21621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Analyse et stockage des contenus</a:t>
            </a:r>
            <a:endParaRPr lang="en-GB"/>
          </a:p>
        </p:txBody>
      </p:sp>
      <p:sp>
        <p:nvSpPr>
          <p:cNvPr id="839" name="Google Shape;839;p59"/>
          <p:cNvSpPr txBox="1"/>
          <p:nvPr>
            <p:ph type="subTitle" idx="3"/>
          </p:nvPr>
        </p:nvSpPr>
        <p:spPr>
          <a:xfrm>
            <a:off x="935375" y="2962969"/>
            <a:ext cx="2162100" cy="337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/>
              <a:t>Exploration</a:t>
            </a:r>
            <a:endParaRPr lang="en-US" altLang="en-GB"/>
          </a:p>
        </p:txBody>
      </p:sp>
      <p:sp>
        <p:nvSpPr>
          <p:cNvPr id="840" name="Google Shape;840;p59"/>
          <p:cNvSpPr txBox="1"/>
          <p:nvPr>
            <p:ph type="subTitle" idx="4"/>
          </p:nvPr>
        </p:nvSpPr>
        <p:spPr>
          <a:xfrm>
            <a:off x="3488875" y="2962969"/>
            <a:ext cx="2162100" cy="337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/>
              <a:t>Indexation</a:t>
            </a:r>
            <a:endParaRPr lang="en-US" altLang="en-GB"/>
          </a:p>
        </p:txBody>
      </p:sp>
      <p:sp>
        <p:nvSpPr>
          <p:cNvPr id="843" name="Google Shape;843;p59"/>
          <p:cNvSpPr txBox="1"/>
          <p:nvPr>
            <p:ph type="subTitle" idx="13"/>
          </p:nvPr>
        </p:nvSpPr>
        <p:spPr>
          <a:xfrm>
            <a:off x="6046525" y="2962969"/>
            <a:ext cx="2162100" cy="337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/>
              <a:t>Classement</a:t>
            </a:r>
            <a:endParaRPr lang="en-US" altLang="en-GB"/>
          </a:p>
        </p:txBody>
      </p:sp>
      <p:sp>
        <p:nvSpPr>
          <p:cNvPr id="848" name="Google Shape;848;p59"/>
          <p:cNvSpPr/>
          <p:nvPr/>
        </p:nvSpPr>
        <p:spPr>
          <a:xfrm>
            <a:off x="1626213" y="2210589"/>
            <a:ext cx="780427" cy="700872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49" name="Google Shape;849;p59"/>
          <p:cNvSpPr/>
          <p:nvPr/>
        </p:nvSpPr>
        <p:spPr>
          <a:xfrm>
            <a:off x="4179700" y="2210589"/>
            <a:ext cx="780427" cy="700872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50" name="Google Shape;850;p59"/>
          <p:cNvSpPr/>
          <p:nvPr/>
        </p:nvSpPr>
        <p:spPr>
          <a:xfrm>
            <a:off x="6737362" y="2210589"/>
            <a:ext cx="780427" cy="700872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854" name="Google Shape;854;p59"/>
          <p:cNvGrpSpPr/>
          <p:nvPr/>
        </p:nvGrpSpPr>
        <p:grpSpPr>
          <a:xfrm>
            <a:off x="1816879" y="2418416"/>
            <a:ext cx="399094" cy="285218"/>
            <a:chOff x="3190525" y="2323150"/>
            <a:chExt cx="264950" cy="189350"/>
          </a:xfrm>
        </p:grpSpPr>
        <p:sp>
          <p:nvSpPr>
            <p:cNvPr id="855" name="Google Shape;855;p59"/>
            <p:cNvSpPr/>
            <p:nvPr/>
          </p:nvSpPr>
          <p:spPr>
            <a:xfrm>
              <a:off x="3285775" y="2331500"/>
              <a:ext cx="169700" cy="39900"/>
            </a:xfrm>
            <a:custGeom>
              <a:avLst/>
              <a:gdLst/>
              <a:ahLst/>
              <a:cxnLst/>
              <a:rect l="l" t="t" r="r" b="b"/>
              <a:pathLst>
                <a:path w="6788" h="1596" extrusionOk="0">
                  <a:moveTo>
                    <a:pt x="5478" y="333"/>
                  </a:moveTo>
                  <a:lnTo>
                    <a:pt x="5478" y="691"/>
                  </a:lnTo>
                  <a:lnTo>
                    <a:pt x="1810" y="691"/>
                  </a:lnTo>
                  <a:lnTo>
                    <a:pt x="1810" y="333"/>
                  </a:lnTo>
                  <a:close/>
                  <a:moveTo>
                    <a:pt x="1524" y="405"/>
                  </a:moveTo>
                  <a:lnTo>
                    <a:pt x="1524" y="1238"/>
                  </a:lnTo>
                  <a:lnTo>
                    <a:pt x="691" y="834"/>
                  </a:lnTo>
                  <a:lnTo>
                    <a:pt x="1524" y="405"/>
                  </a:lnTo>
                  <a:close/>
                  <a:moveTo>
                    <a:pt x="5478" y="976"/>
                  </a:moveTo>
                  <a:lnTo>
                    <a:pt x="5478" y="1334"/>
                  </a:lnTo>
                  <a:lnTo>
                    <a:pt x="1810" y="1334"/>
                  </a:lnTo>
                  <a:lnTo>
                    <a:pt x="1810" y="976"/>
                  </a:lnTo>
                  <a:close/>
                  <a:moveTo>
                    <a:pt x="6478" y="333"/>
                  </a:moveTo>
                  <a:lnTo>
                    <a:pt x="6478" y="1310"/>
                  </a:lnTo>
                  <a:lnTo>
                    <a:pt x="6454" y="1310"/>
                  </a:lnTo>
                  <a:lnTo>
                    <a:pt x="5811" y="1334"/>
                  </a:lnTo>
                  <a:lnTo>
                    <a:pt x="5811" y="333"/>
                  </a:lnTo>
                  <a:close/>
                  <a:moveTo>
                    <a:pt x="1644" y="0"/>
                  </a:moveTo>
                  <a:lnTo>
                    <a:pt x="0" y="810"/>
                  </a:lnTo>
                  <a:lnTo>
                    <a:pt x="1644" y="1596"/>
                  </a:lnTo>
                  <a:lnTo>
                    <a:pt x="6454" y="1596"/>
                  </a:lnTo>
                  <a:cubicBezTo>
                    <a:pt x="6645" y="1596"/>
                    <a:pt x="6764" y="1453"/>
                    <a:pt x="6764" y="1286"/>
                  </a:cubicBezTo>
                  <a:lnTo>
                    <a:pt x="6764" y="286"/>
                  </a:lnTo>
                  <a:cubicBezTo>
                    <a:pt x="6787" y="143"/>
                    <a:pt x="6645" y="0"/>
                    <a:pt x="645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56" name="Google Shape;856;p59"/>
            <p:cNvSpPr/>
            <p:nvPr/>
          </p:nvSpPr>
          <p:spPr>
            <a:xfrm>
              <a:off x="3291125" y="2472000"/>
              <a:ext cx="7775" cy="7750"/>
            </a:xfrm>
            <a:custGeom>
              <a:avLst/>
              <a:gdLst/>
              <a:ahLst/>
              <a:cxnLst/>
              <a:rect l="l" t="t" r="r" b="b"/>
              <a:pathLst>
                <a:path w="311" h="310" extrusionOk="0">
                  <a:moveTo>
                    <a:pt x="1" y="0"/>
                  </a:moveTo>
                  <a:lnTo>
                    <a:pt x="1" y="310"/>
                  </a:lnTo>
                  <a:lnTo>
                    <a:pt x="310" y="310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57" name="Google Shape;857;p59"/>
            <p:cNvSpPr/>
            <p:nvPr/>
          </p:nvSpPr>
          <p:spPr>
            <a:xfrm>
              <a:off x="3307200" y="2472000"/>
              <a:ext cx="8375" cy="7750"/>
            </a:xfrm>
            <a:custGeom>
              <a:avLst/>
              <a:gdLst/>
              <a:ahLst/>
              <a:cxnLst/>
              <a:rect l="l" t="t" r="r" b="b"/>
              <a:pathLst>
                <a:path w="335" h="310" extrusionOk="0">
                  <a:moveTo>
                    <a:pt x="1" y="0"/>
                  </a:moveTo>
                  <a:lnTo>
                    <a:pt x="1" y="310"/>
                  </a:lnTo>
                  <a:lnTo>
                    <a:pt x="334" y="310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58" name="Google Shape;858;p59"/>
            <p:cNvSpPr/>
            <p:nvPr/>
          </p:nvSpPr>
          <p:spPr>
            <a:xfrm>
              <a:off x="3323875" y="2472000"/>
              <a:ext cx="7775" cy="7750"/>
            </a:xfrm>
            <a:custGeom>
              <a:avLst/>
              <a:gdLst/>
              <a:ahLst/>
              <a:cxnLst/>
              <a:rect l="l" t="t" r="r" b="b"/>
              <a:pathLst>
                <a:path w="311" h="310" extrusionOk="0">
                  <a:moveTo>
                    <a:pt x="0" y="0"/>
                  </a:moveTo>
                  <a:lnTo>
                    <a:pt x="0" y="310"/>
                  </a:lnTo>
                  <a:lnTo>
                    <a:pt x="310" y="310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59" name="Google Shape;859;p59"/>
            <p:cNvSpPr/>
            <p:nvPr/>
          </p:nvSpPr>
          <p:spPr>
            <a:xfrm>
              <a:off x="3257200" y="2381500"/>
              <a:ext cx="148275" cy="23250"/>
            </a:xfrm>
            <a:custGeom>
              <a:avLst/>
              <a:gdLst/>
              <a:ahLst/>
              <a:cxnLst/>
              <a:rect l="l" t="t" r="r" b="b"/>
              <a:pathLst>
                <a:path w="5931" h="930" extrusionOk="0">
                  <a:moveTo>
                    <a:pt x="0" y="0"/>
                  </a:moveTo>
                  <a:lnTo>
                    <a:pt x="0" y="286"/>
                  </a:lnTo>
                  <a:lnTo>
                    <a:pt x="5644" y="286"/>
                  </a:lnTo>
                  <a:lnTo>
                    <a:pt x="5644" y="929"/>
                  </a:lnTo>
                  <a:lnTo>
                    <a:pt x="5930" y="929"/>
                  </a:lnTo>
                  <a:lnTo>
                    <a:pt x="5930" y="286"/>
                  </a:lnTo>
                  <a:cubicBezTo>
                    <a:pt x="5930" y="119"/>
                    <a:pt x="5811" y="0"/>
                    <a:pt x="56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60" name="Google Shape;860;p59"/>
            <p:cNvSpPr/>
            <p:nvPr/>
          </p:nvSpPr>
          <p:spPr>
            <a:xfrm>
              <a:off x="3208375" y="2435075"/>
              <a:ext cx="24425" cy="23850"/>
            </a:xfrm>
            <a:custGeom>
              <a:avLst/>
              <a:gdLst/>
              <a:ahLst/>
              <a:cxnLst/>
              <a:rect l="l" t="t" r="r" b="b"/>
              <a:pathLst>
                <a:path w="977" h="954" extrusionOk="0">
                  <a:moveTo>
                    <a:pt x="477" y="286"/>
                  </a:moveTo>
                  <a:cubicBezTo>
                    <a:pt x="572" y="286"/>
                    <a:pt x="643" y="382"/>
                    <a:pt x="643" y="477"/>
                  </a:cubicBezTo>
                  <a:cubicBezTo>
                    <a:pt x="643" y="548"/>
                    <a:pt x="596" y="644"/>
                    <a:pt x="477" y="644"/>
                  </a:cubicBezTo>
                  <a:cubicBezTo>
                    <a:pt x="381" y="644"/>
                    <a:pt x="286" y="548"/>
                    <a:pt x="286" y="477"/>
                  </a:cubicBezTo>
                  <a:cubicBezTo>
                    <a:pt x="286" y="382"/>
                    <a:pt x="381" y="286"/>
                    <a:pt x="477" y="286"/>
                  </a:cubicBezTo>
                  <a:close/>
                  <a:moveTo>
                    <a:pt x="477" y="1"/>
                  </a:moveTo>
                  <a:cubicBezTo>
                    <a:pt x="215" y="1"/>
                    <a:pt x="0" y="191"/>
                    <a:pt x="0" y="477"/>
                  </a:cubicBezTo>
                  <a:cubicBezTo>
                    <a:pt x="0" y="739"/>
                    <a:pt x="191" y="953"/>
                    <a:pt x="477" y="953"/>
                  </a:cubicBezTo>
                  <a:cubicBezTo>
                    <a:pt x="739" y="953"/>
                    <a:pt x="953" y="739"/>
                    <a:pt x="953" y="477"/>
                  </a:cubicBezTo>
                  <a:cubicBezTo>
                    <a:pt x="977" y="191"/>
                    <a:pt x="739" y="1"/>
                    <a:pt x="47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61" name="Google Shape;861;p59"/>
            <p:cNvSpPr/>
            <p:nvPr/>
          </p:nvSpPr>
          <p:spPr>
            <a:xfrm>
              <a:off x="3190525" y="2323150"/>
              <a:ext cx="263175" cy="189350"/>
            </a:xfrm>
            <a:custGeom>
              <a:avLst/>
              <a:gdLst/>
              <a:ahLst/>
              <a:cxnLst/>
              <a:rect l="l" t="t" r="r" b="b"/>
              <a:pathLst>
                <a:path w="10527" h="7574" extrusionOk="0">
                  <a:moveTo>
                    <a:pt x="2024" y="334"/>
                  </a:moveTo>
                  <a:lnTo>
                    <a:pt x="2024" y="1334"/>
                  </a:lnTo>
                  <a:lnTo>
                    <a:pt x="357" y="1334"/>
                  </a:lnTo>
                  <a:lnTo>
                    <a:pt x="357" y="334"/>
                  </a:lnTo>
                  <a:close/>
                  <a:moveTo>
                    <a:pt x="2024" y="1644"/>
                  </a:moveTo>
                  <a:lnTo>
                    <a:pt x="2024" y="2644"/>
                  </a:lnTo>
                  <a:lnTo>
                    <a:pt x="357" y="2644"/>
                  </a:lnTo>
                  <a:lnTo>
                    <a:pt x="357" y="1644"/>
                  </a:lnTo>
                  <a:close/>
                  <a:moveTo>
                    <a:pt x="10240" y="3954"/>
                  </a:moveTo>
                  <a:lnTo>
                    <a:pt x="10240" y="4978"/>
                  </a:lnTo>
                  <a:lnTo>
                    <a:pt x="3263" y="4978"/>
                  </a:lnTo>
                  <a:lnTo>
                    <a:pt x="3263" y="3954"/>
                  </a:lnTo>
                  <a:lnTo>
                    <a:pt x="3691" y="3954"/>
                  </a:lnTo>
                  <a:lnTo>
                    <a:pt x="3691" y="4287"/>
                  </a:lnTo>
                  <a:lnTo>
                    <a:pt x="3977" y="4287"/>
                  </a:lnTo>
                  <a:lnTo>
                    <a:pt x="3977" y="3954"/>
                  </a:lnTo>
                  <a:lnTo>
                    <a:pt x="4334" y="3954"/>
                  </a:lnTo>
                  <a:lnTo>
                    <a:pt x="4334" y="4621"/>
                  </a:lnTo>
                  <a:lnTo>
                    <a:pt x="4644" y="4621"/>
                  </a:lnTo>
                  <a:lnTo>
                    <a:pt x="4644" y="3954"/>
                  </a:lnTo>
                  <a:lnTo>
                    <a:pt x="5001" y="3954"/>
                  </a:lnTo>
                  <a:lnTo>
                    <a:pt x="5001" y="4287"/>
                  </a:lnTo>
                  <a:lnTo>
                    <a:pt x="5287" y="4287"/>
                  </a:lnTo>
                  <a:lnTo>
                    <a:pt x="5287" y="3954"/>
                  </a:lnTo>
                  <a:lnTo>
                    <a:pt x="5644" y="3954"/>
                  </a:lnTo>
                  <a:lnTo>
                    <a:pt x="5644" y="4621"/>
                  </a:lnTo>
                  <a:lnTo>
                    <a:pt x="5954" y="4621"/>
                  </a:lnTo>
                  <a:lnTo>
                    <a:pt x="5954" y="3954"/>
                  </a:lnTo>
                  <a:lnTo>
                    <a:pt x="6311" y="3954"/>
                  </a:lnTo>
                  <a:lnTo>
                    <a:pt x="6311" y="4287"/>
                  </a:lnTo>
                  <a:lnTo>
                    <a:pt x="6597" y="4287"/>
                  </a:lnTo>
                  <a:lnTo>
                    <a:pt x="6597" y="3954"/>
                  </a:lnTo>
                  <a:lnTo>
                    <a:pt x="6954" y="3954"/>
                  </a:lnTo>
                  <a:lnTo>
                    <a:pt x="6954" y="4621"/>
                  </a:lnTo>
                  <a:lnTo>
                    <a:pt x="7263" y="4621"/>
                  </a:lnTo>
                  <a:lnTo>
                    <a:pt x="7263" y="3954"/>
                  </a:lnTo>
                  <a:lnTo>
                    <a:pt x="7621" y="3954"/>
                  </a:lnTo>
                  <a:lnTo>
                    <a:pt x="7621" y="4287"/>
                  </a:lnTo>
                  <a:lnTo>
                    <a:pt x="7906" y="4287"/>
                  </a:lnTo>
                  <a:lnTo>
                    <a:pt x="7906" y="3954"/>
                  </a:lnTo>
                  <a:lnTo>
                    <a:pt x="8264" y="3954"/>
                  </a:lnTo>
                  <a:lnTo>
                    <a:pt x="8264" y="4621"/>
                  </a:lnTo>
                  <a:lnTo>
                    <a:pt x="8573" y="4621"/>
                  </a:lnTo>
                  <a:lnTo>
                    <a:pt x="8573" y="3954"/>
                  </a:lnTo>
                  <a:lnTo>
                    <a:pt x="8930" y="3954"/>
                  </a:lnTo>
                  <a:lnTo>
                    <a:pt x="8930" y="4287"/>
                  </a:lnTo>
                  <a:lnTo>
                    <a:pt x="9216" y="4287"/>
                  </a:lnTo>
                  <a:lnTo>
                    <a:pt x="9216" y="3954"/>
                  </a:lnTo>
                  <a:lnTo>
                    <a:pt x="9573" y="3954"/>
                  </a:lnTo>
                  <a:lnTo>
                    <a:pt x="9573" y="4621"/>
                  </a:lnTo>
                  <a:lnTo>
                    <a:pt x="9883" y="4621"/>
                  </a:lnTo>
                  <a:lnTo>
                    <a:pt x="9883" y="3954"/>
                  </a:lnTo>
                  <a:close/>
                  <a:moveTo>
                    <a:pt x="2024" y="2977"/>
                  </a:moveTo>
                  <a:lnTo>
                    <a:pt x="2024" y="5621"/>
                  </a:lnTo>
                  <a:lnTo>
                    <a:pt x="2024" y="5645"/>
                  </a:lnTo>
                  <a:lnTo>
                    <a:pt x="357" y="5597"/>
                  </a:lnTo>
                  <a:lnTo>
                    <a:pt x="357" y="4287"/>
                  </a:lnTo>
                  <a:lnTo>
                    <a:pt x="1691" y="4287"/>
                  </a:lnTo>
                  <a:lnTo>
                    <a:pt x="1691" y="4001"/>
                  </a:lnTo>
                  <a:lnTo>
                    <a:pt x="357" y="4001"/>
                  </a:lnTo>
                  <a:lnTo>
                    <a:pt x="357" y="2977"/>
                  </a:lnTo>
                  <a:close/>
                  <a:moveTo>
                    <a:pt x="8669" y="6931"/>
                  </a:moveTo>
                  <a:lnTo>
                    <a:pt x="8669" y="7264"/>
                  </a:lnTo>
                  <a:lnTo>
                    <a:pt x="8621" y="7264"/>
                  </a:lnTo>
                  <a:lnTo>
                    <a:pt x="1048" y="7288"/>
                  </a:lnTo>
                  <a:lnTo>
                    <a:pt x="1000" y="7264"/>
                  </a:lnTo>
                  <a:lnTo>
                    <a:pt x="1000" y="6931"/>
                  </a:lnTo>
                  <a:lnTo>
                    <a:pt x="3929" y="6931"/>
                  </a:lnTo>
                  <a:lnTo>
                    <a:pt x="4096" y="7121"/>
                  </a:lnTo>
                  <a:lnTo>
                    <a:pt x="5573" y="7121"/>
                  </a:lnTo>
                  <a:lnTo>
                    <a:pt x="5739" y="6931"/>
                  </a:lnTo>
                  <a:close/>
                  <a:moveTo>
                    <a:pt x="0" y="1"/>
                  </a:moveTo>
                  <a:lnTo>
                    <a:pt x="0" y="5597"/>
                  </a:lnTo>
                  <a:cubicBezTo>
                    <a:pt x="0" y="5788"/>
                    <a:pt x="143" y="5930"/>
                    <a:pt x="333" y="5930"/>
                  </a:cubicBezTo>
                  <a:lnTo>
                    <a:pt x="976" y="5930"/>
                  </a:lnTo>
                  <a:lnTo>
                    <a:pt x="976" y="6621"/>
                  </a:lnTo>
                  <a:lnTo>
                    <a:pt x="643" y="6621"/>
                  </a:lnTo>
                  <a:lnTo>
                    <a:pt x="643" y="7240"/>
                  </a:lnTo>
                  <a:cubicBezTo>
                    <a:pt x="643" y="7407"/>
                    <a:pt x="810" y="7574"/>
                    <a:pt x="976" y="7574"/>
                  </a:cubicBezTo>
                  <a:lnTo>
                    <a:pt x="8573" y="7574"/>
                  </a:lnTo>
                  <a:cubicBezTo>
                    <a:pt x="8740" y="7574"/>
                    <a:pt x="8859" y="7407"/>
                    <a:pt x="8859" y="7240"/>
                  </a:cubicBezTo>
                  <a:lnTo>
                    <a:pt x="8859" y="6621"/>
                  </a:lnTo>
                  <a:lnTo>
                    <a:pt x="8549" y="6621"/>
                  </a:lnTo>
                  <a:lnTo>
                    <a:pt x="8549" y="5264"/>
                  </a:lnTo>
                  <a:lnTo>
                    <a:pt x="10526" y="5264"/>
                  </a:lnTo>
                  <a:lnTo>
                    <a:pt x="10526" y="3644"/>
                  </a:lnTo>
                  <a:lnTo>
                    <a:pt x="2977" y="3644"/>
                  </a:lnTo>
                  <a:lnTo>
                    <a:pt x="2977" y="5264"/>
                  </a:lnTo>
                  <a:lnTo>
                    <a:pt x="8311" y="5264"/>
                  </a:lnTo>
                  <a:lnTo>
                    <a:pt x="8311" y="6621"/>
                  </a:lnTo>
                  <a:lnTo>
                    <a:pt x="5596" y="6621"/>
                  </a:lnTo>
                  <a:lnTo>
                    <a:pt x="5406" y="6788"/>
                  </a:lnTo>
                  <a:lnTo>
                    <a:pt x="4215" y="6788"/>
                  </a:lnTo>
                  <a:lnTo>
                    <a:pt x="4048" y="6621"/>
                  </a:lnTo>
                  <a:lnTo>
                    <a:pt x="1310" y="6621"/>
                  </a:lnTo>
                  <a:lnTo>
                    <a:pt x="1310" y="5930"/>
                  </a:lnTo>
                  <a:lnTo>
                    <a:pt x="2000" y="5930"/>
                  </a:lnTo>
                  <a:cubicBezTo>
                    <a:pt x="2167" y="5930"/>
                    <a:pt x="2286" y="5788"/>
                    <a:pt x="2286" y="5597"/>
                  </a:cubicBezTo>
                  <a:lnTo>
                    <a:pt x="228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</p:grpSp>
      <p:grpSp>
        <p:nvGrpSpPr>
          <p:cNvPr id="862" name="Google Shape;862;p59"/>
          <p:cNvGrpSpPr/>
          <p:nvPr/>
        </p:nvGrpSpPr>
        <p:grpSpPr>
          <a:xfrm>
            <a:off x="4411816" y="2340820"/>
            <a:ext cx="316196" cy="440410"/>
            <a:chOff x="2136725" y="3905625"/>
            <a:chExt cx="189350" cy="263750"/>
          </a:xfrm>
        </p:grpSpPr>
        <p:sp>
          <p:nvSpPr>
            <p:cNvPr id="863" name="Google Shape;863;p59"/>
            <p:cNvSpPr/>
            <p:nvPr/>
          </p:nvSpPr>
          <p:spPr>
            <a:xfrm>
              <a:off x="2252825" y="3905625"/>
              <a:ext cx="73250" cy="73250"/>
            </a:xfrm>
            <a:custGeom>
              <a:avLst/>
              <a:gdLst/>
              <a:ahLst/>
              <a:cxnLst/>
              <a:rect l="l" t="t" r="r" b="b"/>
              <a:pathLst>
                <a:path w="2930" h="2930" extrusionOk="0">
                  <a:moveTo>
                    <a:pt x="2620" y="310"/>
                  </a:moveTo>
                  <a:lnTo>
                    <a:pt x="2620" y="1262"/>
                  </a:lnTo>
                  <a:lnTo>
                    <a:pt x="1953" y="596"/>
                  </a:lnTo>
                  <a:lnTo>
                    <a:pt x="1405" y="1143"/>
                  </a:lnTo>
                  <a:lnTo>
                    <a:pt x="977" y="738"/>
                  </a:lnTo>
                  <a:lnTo>
                    <a:pt x="286" y="1429"/>
                  </a:lnTo>
                  <a:lnTo>
                    <a:pt x="286" y="310"/>
                  </a:lnTo>
                  <a:close/>
                  <a:moveTo>
                    <a:pt x="977" y="1191"/>
                  </a:moveTo>
                  <a:lnTo>
                    <a:pt x="1191" y="1381"/>
                  </a:lnTo>
                  <a:lnTo>
                    <a:pt x="596" y="1977"/>
                  </a:lnTo>
                  <a:lnTo>
                    <a:pt x="286" y="1977"/>
                  </a:lnTo>
                  <a:lnTo>
                    <a:pt x="286" y="1858"/>
                  </a:lnTo>
                  <a:lnTo>
                    <a:pt x="977" y="1191"/>
                  </a:lnTo>
                  <a:close/>
                  <a:moveTo>
                    <a:pt x="1953" y="1024"/>
                  </a:moveTo>
                  <a:lnTo>
                    <a:pt x="2620" y="1691"/>
                  </a:lnTo>
                  <a:lnTo>
                    <a:pt x="2620" y="1977"/>
                  </a:lnTo>
                  <a:lnTo>
                    <a:pt x="1000" y="1977"/>
                  </a:lnTo>
                  <a:lnTo>
                    <a:pt x="1953" y="1024"/>
                  </a:lnTo>
                  <a:close/>
                  <a:moveTo>
                    <a:pt x="2620" y="2286"/>
                  </a:moveTo>
                  <a:lnTo>
                    <a:pt x="2620" y="2644"/>
                  </a:lnTo>
                  <a:lnTo>
                    <a:pt x="286" y="2644"/>
                  </a:lnTo>
                  <a:lnTo>
                    <a:pt x="286" y="2286"/>
                  </a:lnTo>
                  <a:close/>
                  <a:moveTo>
                    <a:pt x="0" y="0"/>
                  </a:moveTo>
                  <a:lnTo>
                    <a:pt x="0" y="2929"/>
                  </a:lnTo>
                  <a:lnTo>
                    <a:pt x="2929" y="2929"/>
                  </a:lnTo>
                  <a:lnTo>
                    <a:pt x="292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64" name="Google Shape;864;p59"/>
            <p:cNvSpPr/>
            <p:nvPr/>
          </p:nvSpPr>
          <p:spPr>
            <a:xfrm>
              <a:off x="2136725" y="3905625"/>
              <a:ext cx="73850" cy="73250"/>
            </a:xfrm>
            <a:custGeom>
              <a:avLst/>
              <a:gdLst/>
              <a:ahLst/>
              <a:cxnLst/>
              <a:rect l="l" t="t" r="r" b="b"/>
              <a:pathLst>
                <a:path w="2954" h="2930" extrusionOk="0">
                  <a:moveTo>
                    <a:pt x="2644" y="310"/>
                  </a:moveTo>
                  <a:lnTo>
                    <a:pt x="2644" y="2644"/>
                  </a:lnTo>
                  <a:lnTo>
                    <a:pt x="334" y="2644"/>
                  </a:lnTo>
                  <a:lnTo>
                    <a:pt x="334" y="310"/>
                  </a:lnTo>
                  <a:close/>
                  <a:moveTo>
                    <a:pt x="0" y="0"/>
                  </a:moveTo>
                  <a:lnTo>
                    <a:pt x="0" y="2929"/>
                  </a:lnTo>
                  <a:lnTo>
                    <a:pt x="2953" y="2929"/>
                  </a:lnTo>
                  <a:lnTo>
                    <a:pt x="295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65" name="Google Shape;865;p59"/>
            <p:cNvSpPr/>
            <p:nvPr/>
          </p:nvSpPr>
          <p:spPr>
            <a:xfrm>
              <a:off x="2152800" y="3921700"/>
              <a:ext cx="8350" cy="7750"/>
            </a:xfrm>
            <a:custGeom>
              <a:avLst/>
              <a:gdLst/>
              <a:ahLst/>
              <a:cxnLst/>
              <a:rect l="l" t="t" r="r" b="b"/>
              <a:pathLst>
                <a:path w="334" h="310" extrusionOk="0">
                  <a:moveTo>
                    <a:pt x="0" y="0"/>
                  </a:moveTo>
                  <a:lnTo>
                    <a:pt x="0" y="310"/>
                  </a:lnTo>
                  <a:lnTo>
                    <a:pt x="334" y="310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66" name="Google Shape;866;p59"/>
            <p:cNvSpPr/>
            <p:nvPr/>
          </p:nvSpPr>
          <p:spPr>
            <a:xfrm>
              <a:off x="2170075" y="3921700"/>
              <a:ext cx="24425" cy="7750"/>
            </a:xfrm>
            <a:custGeom>
              <a:avLst/>
              <a:gdLst/>
              <a:ahLst/>
              <a:cxnLst/>
              <a:rect l="l" t="t" r="r" b="b"/>
              <a:pathLst>
                <a:path w="977" h="310" extrusionOk="0">
                  <a:moveTo>
                    <a:pt x="0" y="0"/>
                  </a:moveTo>
                  <a:lnTo>
                    <a:pt x="0" y="310"/>
                  </a:lnTo>
                  <a:lnTo>
                    <a:pt x="976" y="310"/>
                  </a:lnTo>
                  <a:lnTo>
                    <a:pt x="97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67" name="Google Shape;867;p59"/>
            <p:cNvSpPr/>
            <p:nvPr/>
          </p:nvSpPr>
          <p:spPr>
            <a:xfrm>
              <a:off x="2152800" y="3938950"/>
              <a:ext cx="20850" cy="7175"/>
            </a:xfrm>
            <a:custGeom>
              <a:avLst/>
              <a:gdLst/>
              <a:ahLst/>
              <a:cxnLst/>
              <a:rect l="l" t="t" r="r" b="b"/>
              <a:pathLst>
                <a:path w="834" h="287" extrusionOk="0">
                  <a:moveTo>
                    <a:pt x="0" y="1"/>
                  </a:moveTo>
                  <a:lnTo>
                    <a:pt x="0" y="287"/>
                  </a:lnTo>
                  <a:lnTo>
                    <a:pt x="834" y="287"/>
                  </a:lnTo>
                  <a:lnTo>
                    <a:pt x="8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68" name="Google Shape;868;p59"/>
            <p:cNvSpPr/>
            <p:nvPr/>
          </p:nvSpPr>
          <p:spPr>
            <a:xfrm>
              <a:off x="2181975" y="3938950"/>
              <a:ext cx="12525" cy="7175"/>
            </a:xfrm>
            <a:custGeom>
              <a:avLst/>
              <a:gdLst/>
              <a:ahLst/>
              <a:cxnLst/>
              <a:rect l="l" t="t" r="r" b="b"/>
              <a:pathLst>
                <a:path w="501" h="287" extrusionOk="0">
                  <a:moveTo>
                    <a:pt x="0" y="1"/>
                  </a:moveTo>
                  <a:lnTo>
                    <a:pt x="0" y="287"/>
                  </a:lnTo>
                  <a:lnTo>
                    <a:pt x="500" y="287"/>
                  </a:lnTo>
                  <a:lnTo>
                    <a:pt x="50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69" name="Google Shape;869;p59"/>
            <p:cNvSpPr/>
            <p:nvPr/>
          </p:nvSpPr>
          <p:spPr>
            <a:xfrm>
              <a:off x="2152800" y="3955025"/>
              <a:ext cx="13125" cy="7775"/>
            </a:xfrm>
            <a:custGeom>
              <a:avLst/>
              <a:gdLst/>
              <a:ahLst/>
              <a:cxnLst/>
              <a:rect l="l" t="t" r="r" b="b"/>
              <a:pathLst>
                <a:path w="525" h="311" extrusionOk="0">
                  <a:moveTo>
                    <a:pt x="0" y="1"/>
                  </a:moveTo>
                  <a:lnTo>
                    <a:pt x="0" y="310"/>
                  </a:lnTo>
                  <a:lnTo>
                    <a:pt x="524" y="310"/>
                  </a:lnTo>
                  <a:lnTo>
                    <a:pt x="52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0" name="Google Shape;870;p59"/>
            <p:cNvSpPr/>
            <p:nvPr/>
          </p:nvSpPr>
          <p:spPr>
            <a:xfrm>
              <a:off x="2173625" y="3955025"/>
              <a:ext cx="20875" cy="7775"/>
            </a:xfrm>
            <a:custGeom>
              <a:avLst/>
              <a:gdLst/>
              <a:ahLst/>
              <a:cxnLst/>
              <a:rect l="l" t="t" r="r" b="b"/>
              <a:pathLst>
                <a:path w="835" h="311" extrusionOk="0">
                  <a:moveTo>
                    <a:pt x="1" y="1"/>
                  </a:moveTo>
                  <a:lnTo>
                    <a:pt x="1" y="310"/>
                  </a:lnTo>
                  <a:lnTo>
                    <a:pt x="834" y="310"/>
                  </a:lnTo>
                  <a:lnTo>
                    <a:pt x="8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1" name="Google Shape;871;p59"/>
            <p:cNvSpPr/>
            <p:nvPr/>
          </p:nvSpPr>
          <p:spPr>
            <a:xfrm>
              <a:off x="2219475" y="3930025"/>
              <a:ext cx="24425" cy="24425"/>
            </a:xfrm>
            <a:custGeom>
              <a:avLst/>
              <a:gdLst/>
              <a:ahLst/>
              <a:cxnLst/>
              <a:rect l="l" t="t" r="r" b="b"/>
              <a:pathLst>
                <a:path w="977" h="977" extrusionOk="0">
                  <a:moveTo>
                    <a:pt x="310" y="1"/>
                  </a:moveTo>
                  <a:lnTo>
                    <a:pt x="310" y="358"/>
                  </a:lnTo>
                  <a:lnTo>
                    <a:pt x="1" y="358"/>
                  </a:lnTo>
                  <a:lnTo>
                    <a:pt x="1" y="644"/>
                  </a:lnTo>
                  <a:lnTo>
                    <a:pt x="310" y="644"/>
                  </a:lnTo>
                  <a:lnTo>
                    <a:pt x="310" y="977"/>
                  </a:lnTo>
                  <a:lnTo>
                    <a:pt x="620" y="977"/>
                  </a:lnTo>
                  <a:lnTo>
                    <a:pt x="620" y="644"/>
                  </a:lnTo>
                  <a:lnTo>
                    <a:pt x="977" y="644"/>
                  </a:lnTo>
                  <a:lnTo>
                    <a:pt x="977" y="358"/>
                  </a:lnTo>
                  <a:lnTo>
                    <a:pt x="620" y="358"/>
                  </a:lnTo>
                  <a:lnTo>
                    <a:pt x="6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2" name="Google Shape;872;p59"/>
            <p:cNvSpPr/>
            <p:nvPr/>
          </p:nvSpPr>
          <p:spPr>
            <a:xfrm>
              <a:off x="2176600" y="3987775"/>
              <a:ext cx="110175" cy="70275"/>
            </a:xfrm>
            <a:custGeom>
              <a:avLst/>
              <a:gdLst/>
              <a:ahLst/>
              <a:cxnLst/>
              <a:rect l="l" t="t" r="r" b="b"/>
              <a:pathLst>
                <a:path w="4407" h="2811" extrusionOk="0">
                  <a:moveTo>
                    <a:pt x="3549" y="1001"/>
                  </a:moveTo>
                  <a:lnTo>
                    <a:pt x="2454" y="2096"/>
                  </a:lnTo>
                  <a:lnTo>
                    <a:pt x="2454" y="2501"/>
                  </a:lnTo>
                  <a:lnTo>
                    <a:pt x="1954" y="2501"/>
                  </a:lnTo>
                  <a:lnTo>
                    <a:pt x="1954" y="2072"/>
                  </a:lnTo>
                  <a:lnTo>
                    <a:pt x="834" y="1001"/>
                  </a:lnTo>
                  <a:close/>
                  <a:moveTo>
                    <a:pt x="1" y="1"/>
                  </a:moveTo>
                  <a:lnTo>
                    <a:pt x="1" y="1001"/>
                  </a:lnTo>
                  <a:lnTo>
                    <a:pt x="430" y="1001"/>
                  </a:lnTo>
                  <a:lnTo>
                    <a:pt x="1644" y="2215"/>
                  </a:lnTo>
                  <a:lnTo>
                    <a:pt x="1644" y="2811"/>
                  </a:lnTo>
                  <a:lnTo>
                    <a:pt x="2740" y="2811"/>
                  </a:lnTo>
                  <a:lnTo>
                    <a:pt x="2740" y="2215"/>
                  </a:lnTo>
                  <a:lnTo>
                    <a:pt x="4002" y="1001"/>
                  </a:lnTo>
                  <a:lnTo>
                    <a:pt x="4407" y="1001"/>
                  </a:lnTo>
                  <a:lnTo>
                    <a:pt x="4407" y="1"/>
                  </a:lnTo>
                  <a:lnTo>
                    <a:pt x="1049" y="1"/>
                  </a:lnTo>
                  <a:lnTo>
                    <a:pt x="1049" y="310"/>
                  </a:lnTo>
                  <a:lnTo>
                    <a:pt x="4121" y="310"/>
                  </a:lnTo>
                  <a:lnTo>
                    <a:pt x="4121" y="667"/>
                  </a:lnTo>
                  <a:lnTo>
                    <a:pt x="311" y="667"/>
                  </a:lnTo>
                  <a:lnTo>
                    <a:pt x="311" y="310"/>
                  </a:lnTo>
                  <a:lnTo>
                    <a:pt x="763" y="310"/>
                  </a:lnTo>
                  <a:lnTo>
                    <a:pt x="76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3" name="Google Shape;873;p59"/>
            <p:cNvSpPr/>
            <p:nvPr/>
          </p:nvSpPr>
          <p:spPr>
            <a:xfrm>
              <a:off x="2136725" y="4066375"/>
              <a:ext cx="188750" cy="48825"/>
            </a:xfrm>
            <a:custGeom>
              <a:avLst/>
              <a:gdLst/>
              <a:ahLst/>
              <a:cxnLst/>
              <a:rect l="l" t="t" r="r" b="b"/>
              <a:pathLst>
                <a:path w="7550" h="1953" extrusionOk="0">
                  <a:moveTo>
                    <a:pt x="7288" y="310"/>
                  </a:moveTo>
                  <a:lnTo>
                    <a:pt x="7288" y="1667"/>
                  </a:lnTo>
                  <a:lnTo>
                    <a:pt x="334" y="1667"/>
                  </a:lnTo>
                  <a:lnTo>
                    <a:pt x="334" y="310"/>
                  </a:lnTo>
                  <a:close/>
                  <a:moveTo>
                    <a:pt x="0" y="0"/>
                  </a:moveTo>
                  <a:lnTo>
                    <a:pt x="0" y="1953"/>
                  </a:lnTo>
                  <a:lnTo>
                    <a:pt x="7550" y="1953"/>
                  </a:lnTo>
                  <a:lnTo>
                    <a:pt x="755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4" name="Google Shape;874;p59"/>
            <p:cNvSpPr/>
            <p:nvPr/>
          </p:nvSpPr>
          <p:spPr>
            <a:xfrm>
              <a:off x="2136725" y="4124700"/>
              <a:ext cx="48850" cy="44675"/>
            </a:xfrm>
            <a:custGeom>
              <a:avLst/>
              <a:gdLst/>
              <a:ahLst/>
              <a:cxnLst/>
              <a:rect l="l" t="t" r="r" b="b"/>
              <a:pathLst>
                <a:path w="1954" h="1787" extrusionOk="0">
                  <a:moveTo>
                    <a:pt x="1667" y="310"/>
                  </a:moveTo>
                  <a:lnTo>
                    <a:pt x="1667" y="1501"/>
                  </a:lnTo>
                  <a:lnTo>
                    <a:pt x="334" y="1501"/>
                  </a:lnTo>
                  <a:lnTo>
                    <a:pt x="334" y="310"/>
                  </a:lnTo>
                  <a:close/>
                  <a:moveTo>
                    <a:pt x="0" y="1"/>
                  </a:moveTo>
                  <a:lnTo>
                    <a:pt x="0" y="1787"/>
                  </a:lnTo>
                  <a:lnTo>
                    <a:pt x="1953" y="1787"/>
                  </a:lnTo>
                  <a:lnTo>
                    <a:pt x="195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5" name="Google Shape;875;p59"/>
            <p:cNvSpPr/>
            <p:nvPr/>
          </p:nvSpPr>
          <p:spPr>
            <a:xfrm>
              <a:off x="2194475" y="4124700"/>
              <a:ext cx="131600" cy="44675"/>
            </a:xfrm>
            <a:custGeom>
              <a:avLst/>
              <a:gdLst/>
              <a:ahLst/>
              <a:cxnLst/>
              <a:rect l="l" t="t" r="r" b="b"/>
              <a:pathLst>
                <a:path w="5264" h="1787" extrusionOk="0">
                  <a:moveTo>
                    <a:pt x="4954" y="310"/>
                  </a:moveTo>
                  <a:lnTo>
                    <a:pt x="4954" y="1501"/>
                  </a:lnTo>
                  <a:lnTo>
                    <a:pt x="310" y="1501"/>
                  </a:lnTo>
                  <a:lnTo>
                    <a:pt x="310" y="310"/>
                  </a:lnTo>
                  <a:close/>
                  <a:moveTo>
                    <a:pt x="0" y="1"/>
                  </a:moveTo>
                  <a:lnTo>
                    <a:pt x="0" y="1787"/>
                  </a:lnTo>
                  <a:lnTo>
                    <a:pt x="5263" y="1787"/>
                  </a:lnTo>
                  <a:lnTo>
                    <a:pt x="526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6" name="Google Shape;876;p59"/>
            <p:cNvSpPr/>
            <p:nvPr/>
          </p:nvSpPr>
          <p:spPr>
            <a:xfrm>
              <a:off x="2211150" y="4087200"/>
              <a:ext cx="8350" cy="7175"/>
            </a:xfrm>
            <a:custGeom>
              <a:avLst/>
              <a:gdLst/>
              <a:ahLst/>
              <a:cxnLst/>
              <a:rect l="l" t="t" r="r" b="b"/>
              <a:pathLst>
                <a:path w="334" h="287" extrusionOk="0">
                  <a:moveTo>
                    <a:pt x="0" y="1"/>
                  </a:moveTo>
                  <a:lnTo>
                    <a:pt x="0" y="286"/>
                  </a:lnTo>
                  <a:lnTo>
                    <a:pt x="334" y="286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7" name="Google Shape;877;p59"/>
            <p:cNvSpPr/>
            <p:nvPr/>
          </p:nvSpPr>
          <p:spPr>
            <a:xfrm>
              <a:off x="2227225" y="4087200"/>
              <a:ext cx="8350" cy="7175"/>
            </a:xfrm>
            <a:custGeom>
              <a:avLst/>
              <a:gdLst/>
              <a:ahLst/>
              <a:cxnLst/>
              <a:rect l="l" t="t" r="r" b="b"/>
              <a:pathLst>
                <a:path w="334" h="287" extrusionOk="0">
                  <a:moveTo>
                    <a:pt x="0" y="1"/>
                  </a:moveTo>
                  <a:lnTo>
                    <a:pt x="0" y="286"/>
                  </a:lnTo>
                  <a:lnTo>
                    <a:pt x="334" y="286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8" name="Google Shape;878;p59"/>
            <p:cNvSpPr/>
            <p:nvPr/>
          </p:nvSpPr>
          <p:spPr>
            <a:xfrm>
              <a:off x="2243900" y="4087200"/>
              <a:ext cx="8350" cy="7175"/>
            </a:xfrm>
            <a:custGeom>
              <a:avLst/>
              <a:gdLst/>
              <a:ahLst/>
              <a:cxnLst/>
              <a:rect l="l" t="t" r="r" b="b"/>
              <a:pathLst>
                <a:path w="334" h="287" extrusionOk="0">
                  <a:moveTo>
                    <a:pt x="0" y="1"/>
                  </a:moveTo>
                  <a:lnTo>
                    <a:pt x="0" y="286"/>
                  </a:lnTo>
                  <a:lnTo>
                    <a:pt x="333" y="286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</p:grpSp>
      <p:grpSp>
        <p:nvGrpSpPr>
          <p:cNvPr id="879" name="Google Shape;879;p59"/>
          <p:cNvGrpSpPr/>
          <p:nvPr/>
        </p:nvGrpSpPr>
        <p:grpSpPr>
          <a:xfrm>
            <a:off x="6928031" y="2423944"/>
            <a:ext cx="399089" cy="274162"/>
            <a:chOff x="4245500" y="2323750"/>
            <a:chExt cx="264350" cy="181600"/>
          </a:xfrm>
        </p:grpSpPr>
        <p:sp>
          <p:nvSpPr>
            <p:cNvPr id="880" name="Google Shape;880;p59"/>
            <p:cNvSpPr/>
            <p:nvPr/>
          </p:nvSpPr>
          <p:spPr>
            <a:xfrm>
              <a:off x="4386600" y="2447575"/>
              <a:ext cx="7750" cy="7175"/>
            </a:xfrm>
            <a:custGeom>
              <a:avLst/>
              <a:gdLst/>
              <a:ahLst/>
              <a:cxnLst/>
              <a:rect l="l" t="t" r="r" b="b"/>
              <a:pathLst>
                <a:path w="310" h="287" extrusionOk="0">
                  <a:moveTo>
                    <a:pt x="0" y="1"/>
                  </a:moveTo>
                  <a:lnTo>
                    <a:pt x="0" y="287"/>
                  </a:lnTo>
                  <a:lnTo>
                    <a:pt x="310" y="287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81" name="Google Shape;881;p59"/>
            <p:cNvSpPr/>
            <p:nvPr/>
          </p:nvSpPr>
          <p:spPr>
            <a:xfrm>
              <a:off x="4403275" y="2447575"/>
              <a:ext cx="8350" cy="7175"/>
            </a:xfrm>
            <a:custGeom>
              <a:avLst/>
              <a:gdLst/>
              <a:ahLst/>
              <a:cxnLst/>
              <a:rect l="l" t="t" r="r" b="b"/>
              <a:pathLst>
                <a:path w="334" h="287" extrusionOk="0">
                  <a:moveTo>
                    <a:pt x="0" y="1"/>
                  </a:moveTo>
                  <a:lnTo>
                    <a:pt x="0" y="287"/>
                  </a:lnTo>
                  <a:lnTo>
                    <a:pt x="334" y="287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82" name="Google Shape;882;p59"/>
            <p:cNvSpPr/>
            <p:nvPr/>
          </p:nvSpPr>
          <p:spPr>
            <a:xfrm>
              <a:off x="4419925" y="2447575"/>
              <a:ext cx="8375" cy="7175"/>
            </a:xfrm>
            <a:custGeom>
              <a:avLst/>
              <a:gdLst/>
              <a:ahLst/>
              <a:cxnLst/>
              <a:rect l="l" t="t" r="r" b="b"/>
              <a:pathLst>
                <a:path w="335" h="287" extrusionOk="0">
                  <a:moveTo>
                    <a:pt x="1" y="1"/>
                  </a:moveTo>
                  <a:lnTo>
                    <a:pt x="1" y="287"/>
                  </a:lnTo>
                  <a:lnTo>
                    <a:pt x="334" y="287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83" name="Google Shape;883;p59"/>
            <p:cNvSpPr/>
            <p:nvPr/>
          </p:nvSpPr>
          <p:spPr>
            <a:xfrm>
              <a:off x="4245500" y="2323750"/>
              <a:ext cx="264350" cy="181600"/>
            </a:xfrm>
            <a:custGeom>
              <a:avLst/>
              <a:gdLst/>
              <a:ahLst/>
              <a:cxnLst/>
              <a:rect l="l" t="t" r="r" b="b"/>
              <a:pathLst>
                <a:path w="10574" h="7264" extrusionOk="0">
                  <a:moveTo>
                    <a:pt x="4668" y="3263"/>
                  </a:moveTo>
                  <a:lnTo>
                    <a:pt x="4668" y="4097"/>
                  </a:lnTo>
                  <a:cubicBezTo>
                    <a:pt x="4668" y="4168"/>
                    <a:pt x="4620" y="4263"/>
                    <a:pt x="4501" y="4263"/>
                  </a:cubicBezTo>
                  <a:lnTo>
                    <a:pt x="3025" y="4263"/>
                  </a:lnTo>
                  <a:lnTo>
                    <a:pt x="3025" y="6383"/>
                  </a:lnTo>
                  <a:cubicBezTo>
                    <a:pt x="3025" y="6645"/>
                    <a:pt x="2787" y="6883"/>
                    <a:pt x="2501" y="6883"/>
                  </a:cubicBezTo>
                  <a:cubicBezTo>
                    <a:pt x="2239" y="6883"/>
                    <a:pt x="2001" y="6645"/>
                    <a:pt x="2001" y="6383"/>
                  </a:cubicBezTo>
                  <a:lnTo>
                    <a:pt x="2001" y="4263"/>
                  </a:lnTo>
                  <a:lnTo>
                    <a:pt x="548" y="4263"/>
                  </a:lnTo>
                  <a:cubicBezTo>
                    <a:pt x="453" y="4263"/>
                    <a:pt x="358" y="4168"/>
                    <a:pt x="358" y="4097"/>
                  </a:cubicBezTo>
                  <a:lnTo>
                    <a:pt x="358" y="3263"/>
                  </a:lnTo>
                  <a:close/>
                  <a:moveTo>
                    <a:pt x="334" y="0"/>
                  </a:moveTo>
                  <a:lnTo>
                    <a:pt x="334" y="2977"/>
                  </a:lnTo>
                  <a:lnTo>
                    <a:pt x="0" y="2977"/>
                  </a:lnTo>
                  <a:lnTo>
                    <a:pt x="0" y="4120"/>
                  </a:lnTo>
                  <a:cubicBezTo>
                    <a:pt x="0" y="4382"/>
                    <a:pt x="238" y="4620"/>
                    <a:pt x="524" y="4620"/>
                  </a:cubicBezTo>
                  <a:lnTo>
                    <a:pt x="1667" y="4620"/>
                  </a:lnTo>
                  <a:lnTo>
                    <a:pt x="1667" y="6430"/>
                  </a:lnTo>
                  <a:cubicBezTo>
                    <a:pt x="1667" y="6883"/>
                    <a:pt x="2025" y="7264"/>
                    <a:pt x="2501" y="7264"/>
                  </a:cubicBezTo>
                  <a:cubicBezTo>
                    <a:pt x="2906" y="7264"/>
                    <a:pt x="3263" y="6978"/>
                    <a:pt x="3311" y="6621"/>
                  </a:cubicBezTo>
                  <a:lnTo>
                    <a:pt x="10288" y="6621"/>
                  </a:lnTo>
                  <a:cubicBezTo>
                    <a:pt x="10455" y="6621"/>
                    <a:pt x="10574" y="6478"/>
                    <a:pt x="10574" y="6287"/>
                  </a:cubicBezTo>
                  <a:lnTo>
                    <a:pt x="10574" y="5668"/>
                  </a:lnTo>
                  <a:lnTo>
                    <a:pt x="10241" y="5668"/>
                  </a:lnTo>
                  <a:lnTo>
                    <a:pt x="10241" y="5597"/>
                  </a:lnTo>
                  <a:lnTo>
                    <a:pt x="10241" y="1620"/>
                  </a:lnTo>
                  <a:cubicBezTo>
                    <a:pt x="10241" y="1429"/>
                    <a:pt x="10121" y="1310"/>
                    <a:pt x="9955" y="1310"/>
                  </a:cubicBezTo>
                  <a:lnTo>
                    <a:pt x="5001" y="1310"/>
                  </a:lnTo>
                  <a:lnTo>
                    <a:pt x="5001" y="1620"/>
                  </a:lnTo>
                  <a:lnTo>
                    <a:pt x="9955" y="1620"/>
                  </a:lnTo>
                  <a:lnTo>
                    <a:pt x="9955" y="5597"/>
                  </a:lnTo>
                  <a:lnTo>
                    <a:pt x="7240" y="5597"/>
                  </a:lnTo>
                  <a:lnTo>
                    <a:pt x="7049" y="5787"/>
                  </a:lnTo>
                  <a:lnTo>
                    <a:pt x="5859" y="5787"/>
                  </a:lnTo>
                  <a:lnTo>
                    <a:pt x="5692" y="5597"/>
                  </a:lnTo>
                  <a:lnTo>
                    <a:pt x="3644" y="5597"/>
                  </a:lnTo>
                  <a:lnTo>
                    <a:pt x="3644" y="5906"/>
                  </a:lnTo>
                  <a:lnTo>
                    <a:pt x="5549" y="5906"/>
                  </a:lnTo>
                  <a:lnTo>
                    <a:pt x="5716" y="6073"/>
                  </a:lnTo>
                  <a:lnTo>
                    <a:pt x="7168" y="6073"/>
                  </a:lnTo>
                  <a:lnTo>
                    <a:pt x="7359" y="5906"/>
                  </a:lnTo>
                  <a:lnTo>
                    <a:pt x="10264" y="5906"/>
                  </a:lnTo>
                  <a:lnTo>
                    <a:pt x="10264" y="6240"/>
                  </a:lnTo>
                  <a:lnTo>
                    <a:pt x="10264" y="6264"/>
                  </a:lnTo>
                  <a:lnTo>
                    <a:pt x="3311" y="6264"/>
                  </a:lnTo>
                  <a:lnTo>
                    <a:pt x="3311" y="4597"/>
                  </a:lnTo>
                  <a:lnTo>
                    <a:pt x="4501" y="4597"/>
                  </a:lnTo>
                  <a:cubicBezTo>
                    <a:pt x="4763" y="4597"/>
                    <a:pt x="4978" y="4358"/>
                    <a:pt x="4978" y="4097"/>
                  </a:cubicBezTo>
                  <a:lnTo>
                    <a:pt x="4978" y="2953"/>
                  </a:lnTo>
                  <a:lnTo>
                    <a:pt x="691" y="2953"/>
                  </a:lnTo>
                  <a:lnTo>
                    <a:pt x="691" y="310"/>
                  </a:lnTo>
                  <a:lnTo>
                    <a:pt x="1048" y="310"/>
                  </a:lnTo>
                  <a:lnTo>
                    <a:pt x="1048" y="953"/>
                  </a:lnTo>
                  <a:lnTo>
                    <a:pt x="1358" y="953"/>
                  </a:lnTo>
                  <a:lnTo>
                    <a:pt x="1358" y="310"/>
                  </a:lnTo>
                  <a:lnTo>
                    <a:pt x="1715" y="310"/>
                  </a:lnTo>
                  <a:lnTo>
                    <a:pt x="1715" y="1620"/>
                  </a:lnTo>
                  <a:lnTo>
                    <a:pt x="2001" y="1620"/>
                  </a:lnTo>
                  <a:lnTo>
                    <a:pt x="2001" y="310"/>
                  </a:lnTo>
                  <a:lnTo>
                    <a:pt x="2358" y="310"/>
                  </a:lnTo>
                  <a:lnTo>
                    <a:pt x="2358" y="1286"/>
                  </a:lnTo>
                  <a:lnTo>
                    <a:pt x="2668" y="1286"/>
                  </a:lnTo>
                  <a:lnTo>
                    <a:pt x="2668" y="310"/>
                  </a:lnTo>
                  <a:lnTo>
                    <a:pt x="3025" y="310"/>
                  </a:lnTo>
                  <a:lnTo>
                    <a:pt x="3025" y="953"/>
                  </a:lnTo>
                  <a:lnTo>
                    <a:pt x="3311" y="953"/>
                  </a:lnTo>
                  <a:lnTo>
                    <a:pt x="3311" y="310"/>
                  </a:lnTo>
                  <a:lnTo>
                    <a:pt x="3668" y="310"/>
                  </a:lnTo>
                  <a:lnTo>
                    <a:pt x="3668" y="1620"/>
                  </a:lnTo>
                  <a:lnTo>
                    <a:pt x="3977" y="1620"/>
                  </a:lnTo>
                  <a:lnTo>
                    <a:pt x="3977" y="310"/>
                  </a:lnTo>
                  <a:lnTo>
                    <a:pt x="4335" y="310"/>
                  </a:lnTo>
                  <a:lnTo>
                    <a:pt x="4335" y="2620"/>
                  </a:lnTo>
                  <a:lnTo>
                    <a:pt x="4620" y="2620"/>
                  </a:lnTo>
                  <a:lnTo>
                    <a:pt x="462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84" name="Google Shape;884;p59"/>
            <p:cNvSpPr/>
            <p:nvPr/>
          </p:nvSpPr>
          <p:spPr>
            <a:xfrm>
              <a:off x="4287175" y="2414250"/>
              <a:ext cx="8350" cy="7150"/>
            </a:xfrm>
            <a:custGeom>
              <a:avLst/>
              <a:gdLst/>
              <a:ahLst/>
              <a:cxnLst/>
              <a:rect l="l" t="t" r="r" b="b"/>
              <a:pathLst>
                <a:path w="334" h="286" extrusionOk="0">
                  <a:moveTo>
                    <a:pt x="0" y="0"/>
                  </a:moveTo>
                  <a:lnTo>
                    <a:pt x="0" y="286"/>
                  </a:lnTo>
                  <a:lnTo>
                    <a:pt x="334" y="286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85" name="Google Shape;885;p59"/>
            <p:cNvSpPr/>
            <p:nvPr/>
          </p:nvSpPr>
          <p:spPr>
            <a:xfrm>
              <a:off x="4303850" y="2414250"/>
              <a:ext cx="8350" cy="7150"/>
            </a:xfrm>
            <a:custGeom>
              <a:avLst/>
              <a:gdLst/>
              <a:ahLst/>
              <a:cxnLst/>
              <a:rect l="l" t="t" r="r" b="b"/>
              <a:pathLst>
                <a:path w="334" h="286" extrusionOk="0">
                  <a:moveTo>
                    <a:pt x="0" y="0"/>
                  </a:moveTo>
                  <a:lnTo>
                    <a:pt x="0" y="286"/>
                  </a:lnTo>
                  <a:lnTo>
                    <a:pt x="334" y="286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86" name="Google Shape;886;p59"/>
            <p:cNvSpPr/>
            <p:nvPr/>
          </p:nvSpPr>
          <p:spPr>
            <a:xfrm>
              <a:off x="4321100" y="2414250"/>
              <a:ext cx="7775" cy="7150"/>
            </a:xfrm>
            <a:custGeom>
              <a:avLst/>
              <a:gdLst/>
              <a:ahLst/>
              <a:cxnLst/>
              <a:rect l="l" t="t" r="r" b="b"/>
              <a:pathLst>
                <a:path w="311" h="286" extrusionOk="0">
                  <a:moveTo>
                    <a:pt x="1" y="0"/>
                  </a:moveTo>
                  <a:lnTo>
                    <a:pt x="1" y="286"/>
                  </a:lnTo>
                  <a:lnTo>
                    <a:pt x="310" y="286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915" name="Google Shape;915;p59"/>
          <p:cNvSpPr/>
          <p:nvPr/>
        </p:nvSpPr>
        <p:spPr>
          <a:xfrm rot="10800000" flipH="1">
            <a:off x="8166885" y="-408789"/>
            <a:ext cx="1419951" cy="1275204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47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521" name="Google Shape;521;p47"/>
          <p:cNvSpPr/>
          <p:nvPr/>
        </p:nvSpPr>
        <p:spPr>
          <a:xfrm>
            <a:off x="4805876" y="3464225"/>
            <a:ext cx="1572006" cy="141077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07" name="Google Shape;707;p56"/>
          <p:cNvSpPr txBox="1"/>
          <p:nvPr>
            <p:ph type="subTitle" idx="5"/>
          </p:nvPr>
        </p:nvSpPr>
        <p:spPr>
          <a:xfrm>
            <a:off x="1546860" y="1777365"/>
            <a:ext cx="4676775" cy="159004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/>
              <a:t>Robots (ex. Googlebot) parcourent le web via des liens hypertextes.</a:t>
            </a:r>
            <a:endParaRPr lang="en-GB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/>
              <a:t>Découvrent de nouvelles pages et mettent à jour les anciennes.</a:t>
            </a:r>
            <a:endParaRPr lang="en-GB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/>
              <a:t>Respectent les directives (ex. robots.txt) pour éviter de surcharger les serveurs.</a:t>
            </a:r>
            <a:endParaRPr lang="en-GB"/>
          </a:p>
        </p:txBody>
      </p:sp>
      <p:sp>
        <p:nvSpPr>
          <p:cNvPr id="708" name="Google Shape;708;p56"/>
          <p:cNvSpPr txBox="1"/>
          <p:nvPr/>
        </p:nvSpPr>
        <p:spPr>
          <a:xfrm>
            <a:off x="1546860" y="1348105"/>
            <a:ext cx="3854450" cy="42735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0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Exploration</a:t>
            </a:r>
            <a:r>
              <a:rPr lang="en-US" altLang="en-GB"/>
              <a:t> (Crawling)</a:t>
            </a:r>
            <a:endParaRPr lang="en-US" altLang="en-GB"/>
          </a:p>
        </p:txBody>
      </p:sp>
      <p:sp>
        <p:nvSpPr>
          <p:cNvPr id="713" name="Google Shape;713;p56"/>
          <p:cNvSpPr/>
          <p:nvPr/>
        </p:nvSpPr>
        <p:spPr>
          <a:xfrm>
            <a:off x="504531" y="1123982"/>
            <a:ext cx="813685" cy="730740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718" name="Google Shape;718;p56"/>
          <p:cNvGrpSpPr/>
          <p:nvPr/>
        </p:nvGrpSpPr>
        <p:grpSpPr>
          <a:xfrm>
            <a:off x="717752" y="1279736"/>
            <a:ext cx="387069" cy="427494"/>
            <a:chOff x="1609225" y="2323150"/>
            <a:chExt cx="239375" cy="264375"/>
          </a:xfrm>
        </p:grpSpPr>
        <p:sp>
          <p:nvSpPr>
            <p:cNvPr id="719" name="Google Shape;719;p56"/>
            <p:cNvSpPr/>
            <p:nvPr/>
          </p:nvSpPr>
          <p:spPr>
            <a:xfrm>
              <a:off x="1708650" y="2504725"/>
              <a:ext cx="8375" cy="7775"/>
            </a:xfrm>
            <a:custGeom>
              <a:avLst/>
              <a:gdLst/>
              <a:ahLst/>
              <a:cxnLst/>
              <a:rect l="l" t="t" r="r" b="b"/>
              <a:pathLst>
                <a:path w="335" h="311" extrusionOk="0">
                  <a:moveTo>
                    <a:pt x="1" y="1"/>
                  </a:moveTo>
                  <a:lnTo>
                    <a:pt x="1" y="311"/>
                  </a:lnTo>
                  <a:lnTo>
                    <a:pt x="334" y="311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20" name="Google Shape;720;p56"/>
            <p:cNvSpPr/>
            <p:nvPr/>
          </p:nvSpPr>
          <p:spPr>
            <a:xfrm>
              <a:off x="1725325" y="2504725"/>
              <a:ext cx="7775" cy="7775"/>
            </a:xfrm>
            <a:custGeom>
              <a:avLst/>
              <a:gdLst/>
              <a:ahLst/>
              <a:cxnLst/>
              <a:rect l="l" t="t" r="r" b="b"/>
              <a:pathLst>
                <a:path w="311" h="311" extrusionOk="0">
                  <a:moveTo>
                    <a:pt x="1" y="1"/>
                  </a:moveTo>
                  <a:lnTo>
                    <a:pt x="1" y="311"/>
                  </a:lnTo>
                  <a:lnTo>
                    <a:pt x="310" y="311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21" name="Google Shape;721;p56"/>
            <p:cNvSpPr/>
            <p:nvPr/>
          </p:nvSpPr>
          <p:spPr>
            <a:xfrm>
              <a:off x="1741400" y="2504725"/>
              <a:ext cx="8350" cy="7775"/>
            </a:xfrm>
            <a:custGeom>
              <a:avLst/>
              <a:gdLst/>
              <a:ahLst/>
              <a:cxnLst/>
              <a:rect l="l" t="t" r="r" b="b"/>
              <a:pathLst>
                <a:path w="334" h="311" extrusionOk="0">
                  <a:moveTo>
                    <a:pt x="1" y="1"/>
                  </a:moveTo>
                  <a:lnTo>
                    <a:pt x="1" y="311"/>
                  </a:lnTo>
                  <a:lnTo>
                    <a:pt x="334" y="311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22" name="Google Shape;722;p56"/>
            <p:cNvSpPr/>
            <p:nvPr/>
          </p:nvSpPr>
          <p:spPr>
            <a:xfrm>
              <a:off x="1609225" y="2323150"/>
              <a:ext cx="239375" cy="264375"/>
            </a:xfrm>
            <a:custGeom>
              <a:avLst/>
              <a:gdLst/>
              <a:ahLst/>
              <a:cxnLst/>
              <a:rect l="l" t="t" r="r" b="b"/>
              <a:pathLst>
                <a:path w="9575" h="10575" extrusionOk="0">
                  <a:moveTo>
                    <a:pt x="6955" y="334"/>
                  </a:moveTo>
                  <a:lnTo>
                    <a:pt x="6955" y="3430"/>
                  </a:lnTo>
                  <a:lnTo>
                    <a:pt x="5288" y="1763"/>
                  </a:lnTo>
                  <a:lnTo>
                    <a:pt x="4311" y="2739"/>
                  </a:lnTo>
                  <a:lnTo>
                    <a:pt x="3644" y="2096"/>
                  </a:lnTo>
                  <a:lnTo>
                    <a:pt x="2644" y="3096"/>
                  </a:lnTo>
                  <a:lnTo>
                    <a:pt x="2644" y="334"/>
                  </a:lnTo>
                  <a:close/>
                  <a:moveTo>
                    <a:pt x="3644" y="2501"/>
                  </a:moveTo>
                  <a:lnTo>
                    <a:pt x="4097" y="2954"/>
                  </a:lnTo>
                  <a:lnTo>
                    <a:pt x="3454" y="3644"/>
                  </a:lnTo>
                  <a:lnTo>
                    <a:pt x="2668" y="3644"/>
                  </a:lnTo>
                  <a:lnTo>
                    <a:pt x="2668" y="3525"/>
                  </a:lnTo>
                  <a:lnTo>
                    <a:pt x="2644" y="3525"/>
                  </a:lnTo>
                  <a:lnTo>
                    <a:pt x="3644" y="2501"/>
                  </a:lnTo>
                  <a:close/>
                  <a:moveTo>
                    <a:pt x="5288" y="2215"/>
                  </a:moveTo>
                  <a:lnTo>
                    <a:pt x="6716" y="3644"/>
                  </a:lnTo>
                  <a:lnTo>
                    <a:pt x="3835" y="3644"/>
                  </a:lnTo>
                  <a:lnTo>
                    <a:pt x="5288" y="2215"/>
                  </a:lnTo>
                  <a:close/>
                  <a:moveTo>
                    <a:pt x="6955" y="3954"/>
                  </a:moveTo>
                  <a:lnTo>
                    <a:pt x="6955" y="4644"/>
                  </a:lnTo>
                  <a:lnTo>
                    <a:pt x="2644" y="4644"/>
                  </a:lnTo>
                  <a:lnTo>
                    <a:pt x="2644" y="3954"/>
                  </a:lnTo>
                  <a:close/>
                  <a:moveTo>
                    <a:pt x="5478" y="9241"/>
                  </a:moveTo>
                  <a:lnTo>
                    <a:pt x="5478" y="10241"/>
                  </a:lnTo>
                  <a:lnTo>
                    <a:pt x="4121" y="10241"/>
                  </a:lnTo>
                  <a:lnTo>
                    <a:pt x="4121" y="9241"/>
                  </a:lnTo>
                  <a:close/>
                  <a:moveTo>
                    <a:pt x="2311" y="1"/>
                  </a:moveTo>
                  <a:lnTo>
                    <a:pt x="2311" y="4954"/>
                  </a:lnTo>
                  <a:lnTo>
                    <a:pt x="7264" y="4954"/>
                  </a:lnTo>
                  <a:lnTo>
                    <a:pt x="7264" y="2620"/>
                  </a:lnTo>
                  <a:lnTo>
                    <a:pt x="9241" y="2620"/>
                  </a:lnTo>
                  <a:lnTo>
                    <a:pt x="9241" y="8907"/>
                  </a:lnTo>
                  <a:lnTo>
                    <a:pt x="9241" y="8931"/>
                  </a:lnTo>
                  <a:lnTo>
                    <a:pt x="310" y="8931"/>
                  </a:lnTo>
                  <a:lnTo>
                    <a:pt x="287" y="8907"/>
                  </a:lnTo>
                  <a:lnTo>
                    <a:pt x="287" y="8240"/>
                  </a:lnTo>
                  <a:lnTo>
                    <a:pt x="8884" y="8240"/>
                  </a:lnTo>
                  <a:lnTo>
                    <a:pt x="8884" y="7955"/>
                  </a:lnTo>
                  <a:lnTo>
                    <a:pt x="287" y="7955"/>
                  </a:lnTo>
                  <a:lnTo>
                    <a:pt x="287" y="2644"/>
                  </a:lnTo>
                  <a:lnTo>
                    <a:pt x="1954" y="2644"/>
                  </a:lnTo>
                  <a:lnTo>
                    <a:pt x="1954" y="2358"/>
                  </a:lnTo>
                  <a:lnTo>
                    <a:pt x="310" y="2358"/>
                  </a:lnTo>
                  <a:cubicBezTo>
                    <a:pt x="144" y="2358"/>
                    <a:pt x="1" y="2477"/>
                    <a:pt x="1" y="2644"/>
                  </a:cubicBezTo>
                  <a:lnTo>
                    <a:pt x="1" y="8931"/>
                  </a:lnTo>
                  <a:cubicBezTo>
                    <a:pt x="1" y="9098"/>
                    <a:pt x="144" y="9264"/>
                    <a:pt x="310" y="9264"/>
                  </a:cubicBezTo>
                  <a:lnTo>
                    <a:pt x="3811" y="9264"/>
                  </a:lnTo>
                  <a:lnTo>
                    <a:pt x="3811" y="10265"/>
                  </a:lnTo>
                  <a:lnTo>
                    <a:pt x="3144" y="10265"/>
                  </a:lnTo>
                  <a:lnTo>
                    <a:pt x="3144" y="10574"/>
                  </a:lnTo>
                  <a:lnTo>
                    <a:pt x="6454" y="10574"/>
                  </a:lnTo>
                  <a:lnTo>
                    <a:pt x="6454" y="10265"/>
                  </a:lnTo>
                  <a:lnTo>
                    <a:pt x="5764" y="10265"/>
                  </a:lnTo>
                  <a:lnTo>
                    <a:pt x="5764" y="9264"/>
                  </a:lnTo>
                  <a:lnTo>
                    <a:pt x="9241" y="9264"/>
                  </a:lnTo>
                  <a:cubicBezTo>
                    <a:pt x="9431" y="9264"/>
                    <a:pt x="9550" y="9098"/>
                    <a:pt x="9550" y="8931"/>
                  </a:cubicBezTo>
                  <a:lnTo>
                    <a:pt x="9550" y="2644"/>
                  </a:lnTo>
                  <a:cubicBezTo>
                    <a:pt x="9574" y="2453"/>
                    <a:pt x="9431" y="2334"/>
                    <a:pt x="9241" y="2334"/>
                  </a:cubicBezTo>
                  <a:lnTo>
                    <a:pt x="7264" y="2334"/>
                  </a:lnTo>
                  <a:lnTo>
                    <a:pt x="726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23" name="Google Shape;723;p56"/>
            <p:cNvSpPr/>
            <p:nvPr/>
          </p:nvSpPr>
          <p:spPr>
            <a:xfrm>
              <a:off x="1749725" y="2340425"/>
              <a:ext cx="24450" cy="23825"/>
            </a:xfrm>
            <a:custGeom>
              <a:avLst/>
              <a:gdLst/>
              <a:ahLst/>
              <a:cxnLst/>
              <a:rect l="l" t="t" r="r" b="b"/>
              <a:pathLst>
                <a:path w="978" h="953" extrusionOk="0">
                  <a:moveTo>
                    <a:pt x="501" y="262"/>
                  </a:moveTo>
                  <a:cubicBezTo>
                    <a:pt x="596" y="262"/>
                    <a:pt x="692" y="357"/>
                    <a:pt x="692" y="453"/>
                  </a:cubicBezTo>
                  <a:cubicBezTo>
                    <a:pt x="692" y="524"/>
                    <a:pt x="596" y="619"/>
                    <a:pt x="501" y="619"/>
                  </a:cubicBezTo>
                  <a:cubicBezTo>
                    <a:pt x="406" y="619"/>
                    <a:pt x="334" y="524"/>
                    <a:pt x="334" y="453"/>
                  </a:cubicBezTo>
                  <a:cubicBezTo>
                    <a:pt x="334" y="357"/>
                    <a:pt x="406" y="262"/>
                    <a:pt x="501" y="262"/>
                  </a:cubicBezTo>
                  <a:close/>
                  <a:moveTo>
                    <a:pt x="501" y="0"/>
                  </a:moveTo>
                  <a:cubicBezTo>
                    <a:pt x="239" y="0"/>
                    <a:pt x="25" y="215"/>
                    <a:pt x="25" y="477"/>
                  </a:cubicBezTo>
                  <a:cubicBezTo>
                    <a:pt x="1" y="715"/>
                    <a:pt x="239" y="953"/>
                    <a:pt x="501" y="953"/>
                  </a:cubicBezTo>
                  <a:cubicBezTo>
                    <a:pt x="763" y="953"/>
                    <a:pt x="977" y="738"/>
                    <a:pt x="977" y="477"/>
                  </a:cubicBezTo>
                  <a:cubicBezTo>
                    <a:pt x="977" y="215"/>
                    <a:pt x="763" y="0"/>
                    <a:pt x="50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24" name="Google Shape;724;p56"/>
            <p:cNvSpPr/>
            <p:nvPr/>
          </p:nvSpPr>
          <p:spPr>
            <a:xfrm>
              <a:off x="1634225" y="2455925"/>
              <a:ext cx="189350" cy="40500"/>
            </a:xfrm>
            <a:custGeom>
              <a:avLst/>
              <a:gdLst/>
              <a:ahLst/>
              <a:cxnLst/>
              <a:rect l="l" t="t" r="r" b="b"/>
              <a:pathLst>
                <a:path w="7574" h="1620" extrusionOk="0">
                  <a:moveTo>
                    <a:pt x="7193" y="286"/>
                  </a:moveTo>
                  <a:lnTo>
                    <a:pt x="7193" y="1310"/>
                  </a:lnTo>
                  <a:lnTo>
                    <a:pt x="311" y="1310"/>
                  </a:lnTo>
                  <a:lnTo>
                    <a:pt x="311" y="286"/>
                  </a:lnTo>
                  <a:lnTo>
                    <a:pt x="668" y="286"/>
                  </a:lnTo>
                  <a:lnTo>
                    <a:pt x="668" y="619"/>
                  </a:lnTo>
                  <a:lnTo>
                    <a:pt x="954" y="619"/>
                  </a:lnTo>
                  <a:lnTo>
                    <a:pt x="954" y="286"/>
                  </a:lnTo>
                  <a:lnTo>
                    <a:pt x="1311" y="286"/>
                  </a:lnTo>
                  <a:lnTo>
                    <a:pt x="1311" y="929"/>
                  </a:lnTo>
                  <a:lnTo>
                    <a:pt x="1597" y="929"/>
                  </a:lnTo>
                  <a:lnTo>
                    <a:pt x="1597" y="286"/>
                  </a:lnTo>
                  <a:lnTo>
                    <a:pt x="1954" y="286"/>
                  </a:lnTo>
                  <a:lnTo>
                    <a:pt x="1954" y="619"/>
                  </a:lnTo>
                  <a:lnTo>
                    <a:pt x="2263" y="619"/>
                  </a:lnTo>
                  <a:lnTo>
                    <a:pt x="2263" y="286"/>
                  </a:lnTo>
                  <a:lnTo>
                    <a:pt x="2621" y="286"/>
                  </a:lnTo>
                  <a:lnTo>
                    <a:pt x="2621" y="929"/>
                  </a:lnTo>
                  <a:lnTo>
                    <a:pt x="2906" y="929"/>
                  </a:lnTo>
                  <a:lnTo>
                    <a:pt x="2906" y="286"/>
                  </a:lnTo>
                  <a:lnTo>
                    <a:pt x="3264" y="286"/>
                  </a:lnTo>
                  <a:lnTo>
                    <a:pt x="3264" y="619"/>
                  </a:lnTo>
                  <a:lnTo>
                    <a:pt x="3573" y="619"/>
                  </a:lnTo>
                  <a:lnTo>
                    <a:pt x="3573" y="286"/>
                  </a:lnTo>
                  <a:lnTo>
                    <a:pt x="3930" y="286"/>
                  </a:lnTo>
                  <a:lnTo>
                    <a:pt x="3930" y="929"/>
                  </a:lnTo>
                  <a:lnTo>
                    <a:pt x="4216" y="929"/>
                  </a:lnTo>
                  <a:lnTo>
                    <a:pt x="4216" y="286"/>
                  </a:lnTo>
                  <a:lnTo>
                    <a:pt x="4573" y="286"/>
                  </a:lnTo>
                  <a:lnTo>
                    <a:pt x="4573" y="619"/>
                  </a:lnTo>
                  <a:lnTo>
                    <a:pt x="4883" y="619"/>
                  </a:lnTo>
                  <a:lnTo>
                    <a:pt x="4883" y="286"/>
                  </a:lnTo>
                  <a:lnTo>
                    <a:pt x="5240" y="286"/>
                  </a:lnTo>
                  <a:lnTo>
                    <a:pt x="5240" y="929"/>
                  </a:lnTo>
                  <a:lnTo>
                    <a:pt x="5526" y="929"/>
                  </a:lnTo>
                  <a:lnTo>
                    <a:pt x="5526" y="286"/>
                  </a:lnTo>
                  <a:lnTo>
                    <a:pt x="5883" y="286"/>
                  </a:lnTo>
                  <a:lnTo>
                    <a:pt x="5883" y="619"/>
                  </a:lnTo>
                  <a:lnTo>
                    <a:pt x="6193" y="619"/>
                  </a:lnTo>
                  <a:lnTo>
                    <a:pt x="6193" y="286"/>
                  </a:lnTo>
                  <a:lnTo>
                    <a:pt x="6550" y="286"/>
                  </a:lnTo>
                  <a:lnTo>
                    <a:pt x="6550" y="929"/>
                  </a:lnTo>
                  <a:lnTo>
                    <a:pt x="6836" y="929"/>
                  </a:lnTo>
                  <a:lnTo>
                    <a:pt x="6836" y="286"/>
                  </a:lnTo>
                  <a:close/>
                  <a:moveTo>
                    <a:pt x="1" y="0"/>
                  </a:moveTo>
                  <a:lnTo>
                    <a:pt x="1" y="1620"/>
                  </a:lnTo>
                  <a:lnTo>
                    <a:pt x="7574" y="1620"/>
                  </a:lnTo>
                  <a:lnTo>
                    <a:pt x="757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47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521" name="Google Shape;521;p47"/>
          <p:cNvSpPr/>
          <p:nvPr/>
        </p:nvSpPr>
        <p:spPr>
          <a:xfrm>
            <a:off x="4805876" y="3464225"/>
            <a:ext cx="1572006" cy="141077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07" name="Google Shape;707;p56"/>
          <p:cNvSpPr txBox="1"/>
          <p:nvPr>
            <p:ph type="subTitle" idx="5"/>
          </p:nvPr>
        </p:nvSpPr>
        <p:spPr>
          <a:xfrm>
            <a:off x="1546860" y="1920875"/>
            <a:ext cx="4676775" cy="159004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/>
              <a:t>Analyse des contenus (textes, images, vidéos) pour extraire les mots-clés.</a:t>
            </a:r>
            <a:endParaRPr lang="en-GB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/>
              <a:t>Stockage dans une base de données (index) pour un accès rapide.</a:t>
            </a:r>
            <a:endParaRPr lang="en-GB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b="1"/>
              <a:t>Techniques:</a:t>
            </a:r>
            <a:r>
              <a:rPr lang="en-GB"/>
              <a:t> TF-IDF, lemmatisation, catégorisation.</a:t>
            </a:r>
            <a:endParaRPr lang="en-GB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/>
              <a:t>Toutes les pages ne sont pas indexées ; dépend de la qualité.</a:t>
            </a:r>
            <a:endParaRPr lang="en-GB"/>
          </a:p>
        </p:txBody>
      </p:sp>
      <p:sp>
        <p:nvSpPr>
          <p:cNvPr id="708" name="Google Shape;708;p56"/>
          <p:cNvSpPr txBox="1"/>
          <p:nvPr/>
        </p:nvSpPr>
        <p:spPr>
          <a:xfrm>
            <a:off x="1546860" y="1276350"/>
            <a:ext cx="3854450" cy="42735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0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ym typeface="+mn-ea"/>
              </a:rPr>
              <a:t>Indexation</a:t>
            </a:r>
            <a:endParaRPr lang="en-US" altLang="en-GB"/>
          </a:p>
        </p:txBody>
      </p:sp>
      <p:sp>
        <p:nvSpPr>
          <p:cNvPr id="713" name="Google Shape;713;p56"/>
          <p:cNvSpPr/>
          <p:nvPr/>
        </p:nvSpPr>
        <p:spPr>
          <a:xfrm>
            <a:off x="504531" y="1123982"/>
            <a:ext cx="813685" cy="730740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862" name="Google Shape;862;p59"/>
          <p:cNvGrpSpPr/>
          <p:nvPr/>
        </p:nvGrpSpPr>
        <p:grpSpPr>
          <a:xfrm>
            <a:off x="753581" y="1260050"/>
            <a:ext cx="316196" cy="440410"/>
            <a:chOff x="2136725" y="3905625"/>
            <a:chExt cx="189350" cy="263750"/>
          </a:xfrm>
        </p:grpSpPr>
        <p:sp>
          <p:nvSpPr>
            <p:cNvPr id="863" name="Google Shape;863;p59"/>
            <p:cNvSpPr/>
            <p:nvPr/>
          </p:nvSpPr>
          <p:spPr>
            <a:xfrm>
              <a:off x="2252825" y="3905625"/>
              <a:ext cx="73250" cy="73250"/>
            </a:xfrm>
            <a:custGeom>
              <a:avLst/>
              <a:gdLst/>
              <a:ahLst/>
              <a:cxnLst/>
              <a:rect l="l" t="t" r="r" b="b"/>
              <a:pathLst>
                <a:path w="2930" h="2930" extrusionOk="0">
                  <a:moveTo>
                    <a:pt x="2620" y="310"/>
                  </a:moveTo>
                  <a:lnTo>
                    <a:pt x="2620" y="1262"/>
                  </a:lnTo>
                  <a:lnTo>
                    <a:pt x="1953" y="596"/>
                  </a:lnTo>
                  <a:lnTo>
                    <a:pt x="1405" y="1143"/>
                  </a:lnTo>
                  <a:lnTo>
                    <a:pt x="977" y="738"/>
                  </a:lnTo>
                  <a:lnTo>
                    <a:pt x="286" y="1429"/>
                  </a:lnTo>
                  <a:lnTo>
                    <a:pt x="286" y="310"/>
                  </a:lnTo>
                  <a:close/>
                  <a:moveTo>
                    <a:pt x="977" y="1191"/>
                  </a:moveTo>
                  <a:lnTo>
                    <a:pt x="1191" y="1381"/>
                  </a:lnTo>
                  <a:lnTo>
                    <a:pt x="596" y="1977"/>
                  </a:lnTo>
                  <a:lnTo>
                    <a:pt x="286" y="1977"/>
                  </a:lnTo>
                  <a:lnTo>
                    <a:pt x="286" y="1858"/>
                  </a:lnTo>
                  <a:lnTo>
                    <a:pt x="977" y="1191"/>
                  </a:lnTo>
                  <a:close/>
                  <a:moveTo>
                    <a:pt x="1953" y="1024"/>
                  </a:moveTo>
                  <a:lnTo>
                    <a:pt x="2620" y="1691"/>
                  </a:lnTo>
                  <a:lnTo>
                    <a:pt x="2620" y="1977"/>
                  </a:lnTo>
                  <a:lnTo>
                    <a:pt x="1000" y="1977"/>
                  </a:lnTo>
                  <a:lnTo>
                    <a:pt x="1953" y="1024"/>
                  </a:lnTo>
                  <a:close/>
                  <a:moveTo>
                    <a:pt x="2620" y="2286"/>
                  </a:moveTo>
                  <a:lnTo>
                    <a:pt x="2620" y="2644"/>
                  </a:lnTo>
                  <a:lnTo>
                    <a:pt x="286" y="2644"/>
                  </a:lnTo>
                  <a:lnTo>
                    <a:pt x="286" y="2286"/>
                  </a:lnTo>
                  <a:close/>
                  <a:moveTo>
                    <a:pt x="0" y="0"/>
                  </a:moveTo>
                  <a:lnTo>
                    <a:pt x="0" y="2929"/>
                  </a:lnTo>
                  <a:lnTo>
                    <a:pt x="2929" y="2929"/>
                  </a:lnTo>
                  <a:lnTo>
                    <a:pt x="292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64" name="Google Shape;864;p59"/>
            <p:cNvSpPr/>
            <p:nvPr/>
          </p:nvSpPr>
          <p:spPr>
            <a:xfrm>
              <a:off x="2136725" y="3905625"/>
              <a:ext cx="73850" cy="73250"/>
            </a:xfrm>
            <a:custGeom>
              <a:avLst/>
              <a:gdLst/>
              <a:ahLst/>
              <a:cxnLst/>
              <a:rect l="l" t="t" r="r" b="b"/>
              <a:pathLst>
                <a:path w="2954" h="2930" extrusionOk="0">
                  <a:moveTo>
                    <a:pt x="2644" y="310"/>
                  </a:moveTo>
                  <a:lnTo>
                    <a:pt x="2644" y="2644"/>
                  </a:lnTo>
                  <a:lnTo>
                    <a:pt x="334" y="2644"/>
                  </a:lnTo>
                  <a:lnTo>
                    <a:pt x="334" y="310"/>
                  </a:lnTo>
                  <a:close/>
                  <a:moveTo>
                    <a:pt x="0" y="0"/>
                  </a:moveTo>
                  <a:lnTo>
                    <a:pt x="0" y="2929"/>
                  </a:lnTo>
                  <a:lnTo>
                    <a:pt x="2953" y="2929"/>
                  </a:lnTo>
                  <a:lnTo>
                    <a:pt x="295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65" name="Google Shape;865;p59"/>
            <p:cNvSpPr/>
            <p:nvPr/>
          </p:nvSpPr>
          <p:spPr>
            <a:xfrm>
              <a:off x="2152800" y="3921700"/>
              <a:ext cx="8350" cy="7750"/>
            </a:xfrm>
            <a:custGeom>
              <a:avLst/>
              <a:gdLst/>
              <a:ahLst/>
              <a:cxnLst/>
              <a:rect l="l" t="t" r="r" b="b"/>
              <a:pathLst>
                <a:path w="334" h="310" extrusionOk="0">
                  <a:moveTo>
                    <a:pt x="0" y="0"/>
                  </a:moveTo>
                  <a:lnTo>
                    <a:pt x="0" y="310"/>
                  </a:lnTo>
                  <a:lnTo>
                    <a:pt x="334" y="310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66" name="Google Shape;866;p59"/>
            <p:cNvSpPr/>
            <p:nvPr/>
          </p:nvSpPr>
          <p:spPr>
            <a:xfrm>
              <a:off x="2170075" y="3921700"/>
              <a:ext cx="24425" cy="7750"/>
            </a:xfrm>
            <a:custGeom>
              <a:avLst/>
              <a:gdLst/>
              <a:ahLst/>
              <a:cxnLst/>
              <a:rect l="l" t="t" r="r" b="b"/>
              <a:pathLst>
                <a:path w="977" h="310" extrusionOk="0">
                  <a:moveTo>
                    <a:pt x="0" y="0"/>
                  </a:moveTo>
                  <a:lnTo>
                    <a:pt x="0" y="310"/>
                  </a:lnTo>
                  <a:lnTo>
                    <a:pt x="976" y="310"/>
                  </a:lnTo>
                  <a:lnTo>
                    <a:pt x="97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67" name="Google Shape;867;p59"/>
            <p:cNvSpPr/>
            <p:nvPr/>
          </p:nvSpPr>
          <p:spPr>
            <a:xfrm>
              <a:off x="2152800" y="3938950"/>
              <a:ext cx="20850" cy="7175"/>
            </a:xfrm>
            <a:custGeom>
              <a:avLst/>
              <a:gdLst/>
              <a:ahLst/>
              <a:cxnLst/>
              <a:rect l="l" t="t" r="r" b="b"/>
              <a:pathLst>
                <a:path w="834" h="287" extrusionOk="0">
                  <a:moveTo>
                    <a:pt x="0" y="1"/>
                  </a:moveTo>
                  <a:lnTo>
                    <a:pt x="0" y="287"/>
                  </a:lnTo>
                  <a:lnTo>
                    <a:pt x="834" y="287"/>
                  </a:lnTo>
                  <a:lnTo>
                    <a:pt x="8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68" name="Google Shape;868;p59"/>
            <p:cNvSpPr/>
            <p:nvPr/>
          </p:nvSpPr>
          <p:spPr>
            <a:xfrm>
              <a:off x="2181975" y="3938950"/>
              <a:ext cx="12525" cy="7175"/>
            </a:xfrm>
            <a:custGeom>
              <a:avLst/>
              <a:gdLst/>
              <a:ahLst/>
              <a:cxnLst/>
              <a:rect l="l" t="t" r="r" b="b"/>
              <a:pathLst>
                <a:path w="501" h="287" extrusionOk="0">
                  <a:moveTo>
                    <a:pt x="0" y="1"/>
                  </a:moveTo>
                  <a:lnTo>
                    <a:pt x="0" y="287"/>
                  </a:lnTo>
                  <a:lnTo>
                    <a:pt x="500" y="287"/>
                  </a:lnTo>
                  <a:lnTo>
                    <a:pt x="50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69" name="Google Shape;869;p59"/>
            <p:cNvSpPr/>
            <p:nvPr/>
          </p:nvSpPr>
          <p:spPr>
            <a:xfrm>
              <a:off x="2152800" y="3955025"/>
              <a:ext cx="13125" cy="7775"/>
            </a:xfrm>
            <a:custGeom>
              <a:avLst/>
              <a:gdLst/>
              <a:ahLst/>
              <a:cxnLst/>
              <a:rect l="l" t="t" r="r" b="b"/>
              <a:pathLst>
                <a:path w="525" h="311" extrusionOk="0">
                  <a:moveTo>
                    <a:pt x="0" y="1"/>
                  </a:moveTo>
                  <a:lnTo>
                    <a:pt x="0" y="310"/>
                  </a:lnTo>
                  <a:lnTo>
                    <a:pt x="524" y="310"/>
                  </a:lnTo>
                  <a:lnTo>
                    <a:pt x="52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0" name="Google Shape;870;p59"/>
            <p:cNvSpPr/>
            <p:nvPr/>
          </p:nvSpPr>
          <p:spPr>
            <a:xfrm>
              <a:off x="2173625" y="3955025"/>
              <a:ext cx="20875" cy="7775"/>
            </a:xfrm>
            <a:custGeom>
              <a:avLst/>
              <a:gdLst/>
              <a:ahLst/>
              <a:cxnLst/>
              <a:rect l="l" t="t" r="r" b="b"/>
              <a:pathLst>
                <a:path w="835" h="311" extrusionOk="0">
                  <a:moveTo>
                    <a:pt x="1" y="1"/>
                  </a:moveTo>
                  <a:lnTo>
                    <a:pt x="1" y="310"/>
                  </a:lnTo>
                  <a:lnTo>
                    <a:pt x="834" y="310"/>
                  </a:lnTo>
                  <a:lnTo>
                    <a:pt x="8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1" name="Google Shape;871;p59"/>
            <p:cNvSpPr/>
            <p:nvPr/>
          </p:nvSpPr>
          <p:spPr>
            <a:xfrm>
              <a:off x="2219475" y="3930025"/>
              <a:ext cx="24425" cy="24425"/>
            </a:xfrm>
            <a:custGeom>
              <a:avLst/>
              <a:gdLst/>
              <a:ahLst/>
              <a:cxnLst/>
              <a:rect l="l" t="t" r="r" b="b"/>
              <a:pathLst>
                <a:path w="977" h="977" extrusionOk="0">
                  <a:moveTo>
                    <a:pt x="310" y="1"/>
                  </a:moveTo>
                  <a:lnTo>
                    <a:pt x="310" y="358"/>
                  </a:lnTo>
                  <a:lnTo>
                    <a:pt x="1" y="358"/>
                  </a:lnTo>
                  <a:lnTo>
                    <a:pt x="1" y="644"/>
                  </a:lnTo>
                  <a:lnTo>
                    <a:pt x="310" y="644"/>
                  </a:lnTo>
                  <a:lnTo>
                    <a:pt x="310" y="977"/>
                  </a:lnTo>
                  <a:lnTo>
                    <a:pt x="620" y="977"/>
                  </a:lnTo>
                  <a:lnTo>
                    <a:pt x="620" y="644"/>
                  </a:lnTo>
                  <a:lnTo>
                    <a:pt x="977" y="644"/>
                  </a:lnTo>
                  <a:lnTo>
                    <a:pt x="977" y="358"/>
                  </a:lnTo>
                  <a:lnTo>
                    <a:pt x="620" y="358"/>
                  </a:lnTo>
                  <a:lnTo>
                    <a:pt x="6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2" name="Google Shape;872;p59"/>
            <p:cNvSpPr/>
            <p:nvPr/>
          </p:nvSpPr>
          <p:spPr>
            <a:xfrm>
              <a:off x="2176600" y="3987775"/>
              <a:ext cx="110175" cy="70275"/>
            </a:xfrm>
            <a:custGeom>
              <a:avLst/>
              <a:gdLst/>
              <a:ahLst/>
              <a:cxnLst/>
              <a:rect l="l" t="t" r="r" b="b"/>
              <a:pathLst>
                <a:path w="4407" h="2811" extrusionOk="0">
                  <a:moveTo>
                    <a:pt x="3549" y="1001"/>
                  </a:moveTo>
                  <a:lnTo>
                    <a:pt x="2454" y="2096"/>
                  </a:lnTo>
                  <a:lnTo>
                    <a:pt x="2454" y="2501"/>
                  </a:lnTo>
                  <a:lnTo>
                    <a:pt x="1954" y="2501"/>
                  </a:lnTo>
                  <a:lnTo>
                    <a:pt x="1954" y="2072"/>
                  </a:lnTo>
                  <a:lnTo>
                    <a:pt x="834" y="1001"/>
                  </a:lnTo>
                  <a:close/>
                  <a:moveTo>
                    <a:pt x="1" y="1"/>
                  </a:moveTo>
                  <a:lnTo>
                    <a:pt x="1" y="1001"/>
                  </a:lnTo>
                  <a:lnTo>
                    <a:pt x="430" y="1001"/>
                  </a:lnTo>
                  <a:lnTo>
                    <a:pt x="1644" y="2215"/>
                  </a:lnTo>
                  <a:lnTo>
                    <a:pt x="1644" y="2811"/>
                  </a:lnTo>
                  <a:lnTo>
                    <a:pt x="2740" y="2811"/>
                  </a:lnTo>
                  <a:lnTo>
                    <a:pt x="2740" y="2215"/>
                  </a:lnTo>
                  <a:lnTo>
                    <a:pt x="4002" y="1001"/>
                  </a:lnTo>
                  <a:lnTo>
                    <a:pt x="4407" y="1001"/>
                  </a:lnTo>
                  <a:lnTo>
                    <a:pt x="4407" y="1"/>
                  </a:lnTo>
                  <a:lnTo>
                    <a:pt x="1049" y="1"/>
                  </a:lnTo>
                  <a:lnTo>
                    <a:pt x="1049" y="310"/>
                  </a:lnTo>
                  <a:lnTo>
                    <a:pt x="4121" y="310"/>
                  </a:lnTo>
                  <a:lnTo>
                    <a:pt x="4121" y="667"/>
                  </a:lnTo>
                  <a:lnTo>
                    <a:pt x="311" y="667"/>
                  </a:lnTo>
                  <a:lnTo>
                    <a:pt x="311" y="310"/>
                  </a:lnTo>
                  <a:lnTo>
                    <a:pt x="763" y="310"/>
                  </a:lnTo>
                  <a:lnTo>
                    <a:pt x="76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3" name="Google Shape;873;p59"/>
            <p:cNvSpPr/>
            <p:nvPr/>
          </p:nvSpPr>
          <p:spPr>
            <a:xfrm>
              <a:off x="2136725" y="4066375"/>
              <a:ext cx="188750" cy="48825"/>
            </a:xfrm>
            <a:custGeom>
              <a:avLst/>
              <a:gdLst/>
              <a:ahLst/>
              <a:cxnLst/>
              <a:rect l="l" t="t" r="r" b="b"/>
              <a:pathLst>
                <a:path w="7550" h="1953" extrusionOk="0">
                  <a:moveTo>
                    <a:pt x="7288" y="310"/>
                  </a:moveTo>
                  <a:lnTo>
                    <a:pt x="7288" y="1667"/>
                  </a:lnTo>
                  <a:lnTo>
                    <a:pt x="334" y="1667"/>
                  </a:lnTo>
                  <a:lnTo>
                    <a:pt x="334" y="310"/>
                  </a:lnTo>
                  <a:close/>
                  <a:moveTo>
                    <a:pt x="0" y="0"/>
                  </a:moveTo>
                  <a:lnTo>
                    <a:pt x="0" y="1953"/>
                  </a:lnTo>
                  <a:lnTo>
                    <a:pt x="7550" y="1953"/>
                  </a:lnTo>
                  <a:lnTo>
                    <a:pt x="755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4" name="Google Shape;874;p59"/>
            <p:cNvSpPr/>
            <p:nvPr/>
          </p:nvSpPr>
          <p:spPr>
            <a:xfrm>
              <a:off x="2136725" y="4124700"/>
              <a:ext cx="48850" cy="44675"/>
            </a:xfrm>
            <a:custGeom>
              <a:avLst/>
              <a:gdLst/>
              <a:ahLst/>
              <a:cxnLst/>
              <a:rect l="l" t="t" r="r" b="b"/>
              <a:pathLst>
                <a:path w="1954" h="1787" extrusionOk="0">
                  <a:moveTo>
                    <a:pt x="1667" y="310"/>
                  </a:moveTo>
                  <a:lnTo>
                    <a:pt x="1667" y="1501"/>
                  </a:lnTo>
                  <a:lnTo>
                    <a:pt x="334" y="1501"/>
                  </a:lnTo>
                  <a:lnTo>
                    <a:pt x="334" y="310"/>
                  </a:lnTo>
                  <a:close/>
                  <a:moveTo>
                    <a:pt x="0" y="1"/>
                  </a:moveTo>
                  <a:lnTo>
                    <a:pt x="0" y="1787"/>
                  </a:lnTo>
                  <a:lnTo>
                    <a:pt x="1953" y="1787"/>
                  </a:lnTo>
                  <a:lnTo>
                    <a:pt x="195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5" name="Google Shape;875;p59"/>
            <p:cNvSpPr/>
            <p:nvPr/>
          </p:nvSpPr>
          <p:spPr>
            <a:xfrm>
              <a:off x="2194475" y="4124700"/>
              <a:ext cx="131600" cy="44675"/>
            </a:xfrm>
            <a:custGeom>
              <a:avLst/>
              <a:gdLst/>
              <a:ahLst/>
              <a:cxnLst/>
              <a:rect l="l" t="t" r="r" b="b"/>
              <a:pathLst>
                <a:path w="5264" h="1787" extrusionOk="0">
                  <a:moveTo>
                    <a:pt x="4954" y="310"/>
                  </a:moveTo>
                  <a:lnTo>
                    <a:pt x="4954" y="1501"/>
                  </a:lnTo>
                  <a:lnTo>
                    <a:pt x="310" y="1501"/>
                  </a:lnTo>
                  <a:lnTo>
                    <a:pt x="310" y="310"/>
                  </a:lnTo>
                  <a:close/>
                  <a:moveTo>
                    <a:pt x="0" y="1"/>
                  </a:moveTo>
                  <a:lnTo>
                    <a:pt x="0" y="1787"/>
                  </a:lnTo>
                  <a:lnTo>
                    <a:pt x="5263" y="1787"/>
                  </a:lnTo>
                  <a:lnTo>
                    <a:pt x="526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6" name="Google Shape;876;p59"/>
            <p:cNvSpPr/>
            <p:nvPr/>
          </p:nvSpPr>
          <p:spPr>
            <a:xfrm>
              <a:off x="2211150" y="4087200"/>
              <a:ext cx="8350" cy="7175"/>
            </a:xfrm>
            <a:custGeom>
              <a:avLst/>
              <a:gdLst/>
              <a:ahLst/>
              <a:cxnLst/>
              <a:rect l="l" t="t" r="r" b="b"/>
              <a:pathLst>
                <a:path w="334" h="287" extrusionOk="0">
                  <a:moveTo>
                    <a:pt x="0" y="1"/>
                  </a:moveTo>
                  <a:lnTo>
                    <a:pt x="0" y="286"/>
                  </a:lnTo>
                  <a:lnTo>
                    <a:pt x="334" y="286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7" name="Google Shape;877;p59"/>
            <p:cNvSpPr/>
            <p:nvPr/>
          </p:nvSpPr>
          <p:spPr>
            <a:xfrm>
              <a:off x="2227225" y="4087200"/>
              <a:ext cx="8350" cy="7175"/>
            </a:xfrm>
            <a:custGeom>
              <a:avLst/>
              <a:gdLst/>
              <a:ahLst/>
              <a:cxnLst/>
              <a:rect l="l" t="t" r="r" b="b"/>
              <a:pathLst>
                <a:path w="334" h="287" extrusionOk="0">
                  <a:moveTo>
                    <a:pt x="0" y="1"/>
                  </a:moveTo>
                  <a:lnTo>
                    <a:pt x="0" y="286"/>
                  </a:lnTo>
                  <a:lnTo>
                    <a:pt x="334" y="286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8" name="Google Shape;878;p59"/>
            <p:cNvSpPr/>
            <p:nvPr/>
          </p:nvSpPr>
          <p:spPr>
            <a:xfrm>
              <a:off x="2243900" y="4087200"/>
              <a:ext cx="8350" cy="7175"/>
            </a:xfrm>
            <a:custGeom>
              <a:avLst/>
              <a:gdLst/>
              <a:ahLst/>
              <a:cxnLst/>
              <a:rect l="l" t="t" r="r" b="b"/>
              <a:pathLst>
                <a:path w="334" h="287" extrusionOk="0">
                  <a:moveTo>
                    <a:pt x="0" y="1"/>
                  </a:moveTo>
                  <a:lnTo>
                    <a:pt x="0" y="286"/>
                  </a:lnTo>
                  <a:lnTo>
                    <a:pt x="333" y="286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47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521" name="Google Shape;521;p47"/>
          <p:cNvSpPr/>
          <p:nvPr/>
        </p:nvSpPr>
        <p:spPr>
          <a:xfrm>
            <a:off x="4805876" y="3464225"/>
            <a:ext cx="1572006" cy="141077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07" name="Google Shape;707;p56"/>
          <p:cNvSpPr txBox="1"/>
          <p:nvPr>
            <p:ph type="subTitle" idx="5"/>
          </p:nvPr>
        </p:nvSpPr>
        <p:spPr>
          <a:xfrm>
            <a:off x="1546860" y="1920875"/>
            <a:ext cx="4752340" cy="159004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/>
              <a:t>Recherche dans l’index pour trouver des correspondances avec la requête.</a:t>
            </a:r>
            <a:endParaRPr lang="en-GB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/>
              <a:t>Algorithmes (ex. PageRank) classent par pertinence.</a:t>
            </a:r>
            <a:endParaRPr lang="en-GB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b="1"/>
              <a:t>Facteurs:</a:t>
            </a:r>
            <a:r>
              <a:rPr lang="en-GB"/>
              <a:t> pertinence du contenu, autorité du site, localisation, langue, appareil.</a:t>
            </a:r>
            <a:endParaRPr lang="en-GB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b="1"/>
              <a:t>Exemple</a:t>
            </a:r>
            <a:r>
              <a:rPr lang="en-US" altLang="en-GB" b="1"/>
              <a:t>s</a:t>
            </a:r>
            <a:r>
              <a:rPr lang="en-GB" b="1"/>
              <a:t>:</a:t>
            </a:r>
            <a:r>
              <a:rPr lang="en-GB"/>
              <a:t> « Meilleur restaurant italien près de moi » adapté à la localisation.</a:t>
            </a:r>
            <a:endParaRPr lang="en-GB"/>
          </a:p>
        </p:txBody>
      </p:sp>
      <p:sp>
        <p:nvSpPr>
          <p:cNvPr id="708" name="Google Shape;708;p56"/>
          <p:cNvSpPr txBox="1"/>
          <p:nvPr/>
        </p:nvSpPr>
        <p:spPr>
          <a:xfrm>
            <a:off x="1546860" y="1276350"/>
            <a:ext cx="3854450" cy="42735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0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ym typeface="+mn-ea"/>
              </a:rPr>
              <a:t>Classement</a:t>
            </a:r>
            <a:endParaRPr lang="en-US" altLang="en-GB"/>
          </a:p>
        </p:txBody>
      </p:sp>
      <p:sp>
        <p:nvSpPr>
          <p:cNvPr id="713" name="Google Shape;713;p56"/>
          <p:cNvSpPr/>
          <p:nvPr/>
        </p:nvSpPr>
        <p:spPr>
          <a:xfrm>
            <a:off x="504531" y="1123982"/>
            <a:ext cx="813685" cy="730740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879" name="Google Shape;879;p59"/>
          <p:cNvGrpSpPr/>
          <p:nvPr/>
        </p:nvGrpSpPr>
        <p:grpSpPr>
          <a:xfrm>
            <a:off x="713286" y="1348254"/>
            <a:ext cx="399089" cy="274162"/>
            <a:chOff x="4245500" y="2323750"/>
            <a:chExt cx="264350" cy="181600"/>
          </a:xfrm>
        </p:grpSpPr>
        <p:sp>
          <p:nvSpPr>
            <p:cNvPr id="880" name="Google Shape;880;p59"/>
            <p:cNvSpPr/>
            <p:nvPr/>
          </p:nvSpPr>
          <p:spPr>
            <a:xfrm>
              <a:off x="4386600" y="2447575"/>
              <a:ext cx="7750" cy="7175"/>
            </a:xfrm>
            <a:custGeom>
              <a:avLst/>
              <a:gdLst/>
              <a:ahLst/>
              <a:cxnLst/>
              <a:rect l="l" t="t" r="r" b="b"/>
              <a:pathLst>
                <a:path w="310" h="287" extrusionOk="0">
                  <a:moveTo>
                    <a:pt x="0" y="1"/>
                  </a:moveTo>
                  <a:lnTo>
                    <a:pt x="0" y="287"/>
                  </a:lnTo>
                  <a:lnTo>
                    <a:pt x="310" y="287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81" name="Google Shape;881;p59"/>
            <p:cNvSpPr/>
            <p:nvPr/>
          </p:nvSpPr>
          <p:spPr>
            <a:xfrm>
              <a:off x="4403275" y="2447575"/>
              <a:ext cx="8350" cy="7175"/>
            </a:xfrm>
            <a:custGeom>
              <a:avLst/>
              <a:gdLst/>
              <a:ahLst/>
              <a:cxnLst/>
              <a:rect l="l" t="t" r="r" b="b"/>
              <a:pathLst>
                <a:path w="334" h="287" extrusionOk="0">
                  <a:moveTo>
                    <a:pt x="0" y="1"/>
                  </a:moveTo>
                  <a:lnTo>
                    <a:pt x="0" y="287"/>
                  </a:lnTo>
                  <a:lnTo>
                    <a:pt x="334" y="287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82" name="Google Shape;882;p59"/>
            <p:cNvSpPr/>
            <p:nvPr/>
          </p:nvSpPr>
          <p:spPr>
            <a:xfrm>
              <a:off x="4419925" y="2447575"/>
              <a:ext cx="8375" cy="7175"/>
            </a:xfrm>
            <a:custGeom>
              <a:avLst/>
              <a:gdLst/>
              <a:ahLst/>
              <a:cxnLst/>
              <a:rect l="l" t="t" r="r" b="b"/>
              <a:pathLst>
                <a:path w="335" h="287" extrusionOk="0">
                  <a:moveTo>
                    <a:pt x="1" y="1"/>
                  </a:moveTo>
                  <a:lnTo>
                    <a:pt x="1" y="287"/>
                  </a:lnTo>
                  <a:lnTo>
                    <a:pt x="334" y="287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83" name="Google Shape;883;p59"/>
            <p:cNvSpPr/>
            <p:nvPr/>
          </p:nvSpPr>
          <p:spPr>
            <a:xfrm>
              <a:off x="4245500" y="2323750"/>
              <a:ext cx="264350" cy="181600"/>
            </a:xfrm>
            <a:custGeom>
              <a:avLst/>
              <a:gdLst/>
              <a:ahLst/>
              <a:cxnLst/>
              <a:rect l="l" t="t" r="r" b="b"/>
              <a:pathLst>
                <a:path w="10574" h="7264" extrusionOk="0">
                  <a:moveTo>
                    <a:pt x="4668" y="3263"/>
                  </a:moveTo>
                  <a:lnTo>
                    <a:pt x="4668" y="4097"/>
                  </a:lnTo>
                  <a:cubicBezTo>
                    <a:pt x="4668" y="4168"/>
                    <a:pt x="4620" y="4263"/>
                    <a:pt x="4501" y="4263"/>
                  </a:cubicBezTo>
                  <a:lnTo>
                    <a:pt x="3025" y="4263"/>
                  </a:lnTo>
                  <a:lnTo>
                    <a:pt x="3025" y="6383"/>
                  </a:lnTo>
                  <a:cubicBezTo>
                    <a:pt x="3025" y="6645"/>
                    <a:pt x="2787" y="6883"/>
                    <a:pt x="2501" y="6883"/>
                  </a:cubicBezTo>
                  <a:cubicBezTo>
                    <a:pt x="2239" y="6883"/>
                    <a:pt x="2001" y="6645"/>
                    <a:pt x="2001" y="6383"/>
                  </a:cubicBezTo>
                  <a:lnTo>
                    <a:pt x="2001" y="4263"/>
                  </a:lnTo>
                  <a:lnTo>
                    <a:pt x="548" y="4263"/>
                  </a:lnTo>
                  <a:cubicBezTo>
                    <a:pt x="453" y="4263"/>
                    <a:pt x="358" y="4168"/>
                    <a:pt x="358" y="4097"/>
                  </a:cubicBezTo>
                  <a:lnTo>
                    <a:pt x="358" y="3263"/>
                  </a:lnTo>
                  <a:close/>
                  <a:moveTo>
                    <a:pt x="334" y="0"/>
                  </a:moveTo>
                  <a:lnTo>
                    <a:pt x="334" y="2977"/>
                  </a:lnTo>
                  <a:lnTo>
                    <a:pt x="0" y="2977"/>
                  </a:lnTo>
                  <a:lnTo>
                    <a:pt x="0" y="4120"/>
                  </a:lnTo>
                  <a:cubicBezTo>
                    <a:pt x="0" y="4382"/>
                    <a:pt x="238" y="4620"/>
                    <a:pt x="524" y="4620"/>
                  </a:cubicBezTo>
                  <a:lnTo>
                    <a:pt x="1667" y="4620"/>
                  </a:lnTo>
                  <a:lnTo>
                    <a:pt x="1667" y="6430"/>
                  </a:lnTo>
                  <a:cubicBezTo>
                    <a:pt x="1667" y="6883"/>
                    <a:pt x="2025" y="7264"/>
                    <a:pt x="2501" y="7264"/>
                  </a:cubicBezTo>
                  <a:cubicBezTo>
                    <a:pt x="2906" y="7264"/>
                    <a:pt x="3263" y="6978"/>
                    <a:pt x="3311" y="6621"/>
                  </a:cubicBezTo>
                  <a:lnTo>
                    <a:pt x="10288" y="6621"/>
                  </a:lnTo>
                  <a:cubicBezTo>
                    <a:pt x="10455" y="6621"/>
                    <a:pt x="10574" y="6478"/>
                    <a:pt x="10574" y="6287"/>
                  </a:cubicBezTo>
                  <a:lnTo>
                    <a:pt x="10574" y="5668"/>
                  </a:lnTo>
                  <a:lnTo>
                    <a:pt x="10241" y="5668"/>
                  </a:lnTo>
                  <a:lnTo>
                    <a:pt x="10241" y="5597"/>
                  </a:lnTo>
                  <a:lnTo>
                    <a:pt x="10241" y="1620"/>
                  </a:lnTo>
                  <a:cubicBezTo>
                    <a:pt x="10241" y="1429"/>
                    <a:pt x="10121" y="1310"/>
                    <a:pt x="9955" y="1310"/>
                  </a:cubicBezTo>
                  <a:lnTo>
                    <a:pt x="5001" y="1310"/>
                  </a:lnTo>
                  <a:lnTo>
                    <a:pt x="5001" y="1620"/>
                  </a:lnTo>
                  <a:lnTo>
                    <a:pt x="9955" y="1620"/>
                  </a:lnTo>
                  <a:lnTo>
                    <a:pt x="9955" y="5597"/>
                  </a:lnTo>
                  <a:lnTo>
                    <a:pt x="7240" y="5597"/>
                  </a:lnTo>
                  <a:lnTo>
                    <a:pt x="7049" y="5787"/>
                  </a:lnTo>
                  <a:lnTo>
                    <a:pt x="5859" y="5787"/>
                  </a:lnTo>
                  <a:lnTo>
                    <a:pt x="5692" y="5597"/>
                  </a:lnTo>
                  <a:lnTo>
                    <a:pt x="3644" y="5597"/>
                  </a:lnTo>
                  <a:lnTo>
                    <a:pt x="3644" y="5906"/>
                  </a:lnTo>
                  <a:lnTo>
                    <a:pt x="5549" y="5906"/>
                  </a:lnTo>
                  <a:lnTo>
                    <a:pt x="5716" y="6073"/>
                  </a:lnTo>
                  <a:lnTo>
                    <a:pt x="7168" y="6073"/>
                  </a:lnTo>
                  <a:lnTo>
                    <a:pt x="7359" y="5906"/>
                  </a:lnTo>
                  <a:lnTo>
                    <a:pt x="10264" y="5906"/>
                  </a:lnTo>
                  <a:lnTo>
                    <a:pt x="10264" y="6240"/>
                  </a:lnTo>
                  <a:lnTo>
                    <a:pt x="10264" y="6264"/>
                  </a:lnTo>
                  <a:lnTo>
                    <a:pt x="3311" y="6264"/>
                  </a:lnTo>
                  <a:lnTo>
                    <a:pt x="3311" y="4597"/>
                  </a:lnTo>
                  <a:lnTo>
                    <a:pt x="4501" y="4597"/>
                  </a:lnTo>
                  <a:cubicBezTo>
                    <a:pt x="4763" y="4597"/>
                    <a:pt x="4978" y="4358"/>
                    <a:pt x="4978" y="4097"/>
                  </a:cubicBezTo>
                  <a:lnTo>
                    <a:pt x="4978" y="2953"/>
                  </a:lnTo>
                  <a:lnTo>
                    <a:pt x="691" y="2953"/>
                  </a:lnTo>
                  <a:lnTo>
                    <a:pt x="691" y="310"/>
                  </a:lnTo>
                  <a:lnTo>
                    <a:pt x="1048" y="310"/>
                  </a:lnTo>
                  <a:lnTo>
                    <a:pt x="1048" y="953"/>
                  </a:lnTo>
                  <a:lnTo>
                    <a:pt x="1358" y="953"/>
                  </a:lnTo>
                  <a:lnTo>
                    <a:pt x="1358" y="310"/>
                  </a:lnTo>
                  <a:lnTo>
                    <a:pt x="1715" y="310"/>
                  </a:lnTo>
                  <a:lnTo>
                    <a:pt x="1715" y="1620"/>
                  </a:lnTo>
                  <a:lnTo>
                    <a:pt x="2001" y="1620"/>
                  </a:lnTo>
                  <a:lnTo>
                    <a:pt x="2001" y="310"/>
                  </a:lnTo>
                  <a:lnTo>
                    <a:pt x="2358" y="310"/>
                  </a:lnTo>
                  <a:lnTo>
                    <a:pt x="2358" y="1286"/>
                  </a:lnTo>
                  <a:lnTo>
                    <a:pt x="2668" y="1286"/>
                  </a:lnTo>
                  <a:lnTo>
                    <a:pt x="2668" y="310"/>
                  </a:lnTo>
                  <a:lnTo>
                    <a:pt x="3025" y="310"/>
                  </a:lnTo>
                  <a:lnTo>
                    <a:pt x="3025" y="953"/>
                  </a:lnTo>
                  <a:lnTo>
                    <a:pt x="3311" y="953"/>
                  </a:lnTo>
                  <a:lnTo>
                    <a:pt x="3311" y="310"/>
                  </a:lnTo>
                  <a:lnTo>
                    <a:pt x="3668" y="310"/>
                  </a:lnTo>
                  <a:lnTo>
                    <a:pt x="3668" y="1620"/>
                  </a:lnTo>
                  <a:lnTo>
                    <a:pt x="3977" y="1620"/>
                  </a:lnTo>
                  <a:lnTo>
                    <a:pt x="3977" y="310"/>
                  </a:lnTo>
                  <a:lnTo>
                    <a:pt x="4335" y="310"/>
                  </a:lnTo>
                  <a:lnTo>
                    <a:pt x="4335" y="2620"/>
                  </a:lnTo>
                  <a:lnTo>
                    <a:pt x="4620" y="2620"/>
                  </a:lnTo>
                  <a:lnTo>
                    <a:pt x="462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84" name="Google Shape;884;p59"/>
            <p:cNvSpPr/>
            <p:nvPr/>
          </p:nvSpPr>
          <p:spPr>
            <a:xfrm>
              <a:off x="4287175" y="2414250"/>
              <a:ext cx="8350" cy="7150"/>
            </a:xfrm>
            <a:custGeom>
              <a:avLst/>
              <a:gdLst/>
              <a:ahLst/>
              <a:cxnLst/>
              <a:rect l="l" t="t" r="r" b="b"/>
              <a:pathLst>
                <a:path w="334" h="286" extrusionOk="0">
                  <a:moveTo>
                    <a:pt x="0" y="0"/>
                  </a:moveTo>
                  <a:lnTo>
                    <a:pt x="0" y="286"/>
                  </a:lnTo>
                  <a:lnTo>
                    <a:pt x="334" y="286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85" name="Google Shape;885;p59"/>
            <p:cNvSpPr/>
            <p:nvPr/>
          </p:nvSpPr>
          <p:spPr>
            <a:xfrm>
              <a:off x="4303850" y="2414250"/>
              <a:ext cx="8350" cy="7150"/>
            </a:xfrm>
            <a:custGeom>
              <a:avLst/>
              <a:gdLst/>
              <a:ahLst/>
              <a:cxnLst/>
              <a:rect l="l" t="t" r="r" b="b"/>
              <a:pathLst>
                <a:path w="334" h="286" extrusionOk="0">
                  <a:moveTo>
                    <a:pt x="0" y="0"/>
                  </a:moveTo>
                  <a:lnTo>
                    <a:pt x="0" y="286"/>
                  </a:lnTo>
                  <a:lnTo>
                    <a:pt x="334" y="286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86" name="Google Shape;886;p59"/>
            <p:cNvSpPr/>
            <p:nvPr/>
          </p:nvSpPr>
          <p:spPr>
            <a:xfrm>
              <a:off x="4321100" y="2414250"/>
              <a:ext cx="7775" cy="7150"/>
            </a:xfrm>
            <a:custGeom>
              <a:avLst/>
              <a:gdLst/>
              <a:ahLst/>
              <a:cxnLst/>
              <a:rect l="l" t="t" r="r" b="b"/>
              <a:pathLst>
                <a:path w="311" h="286" extrusionOk="0">
                  <a:moveTo>
                    <a:pt x="1" y="0"/>
                  </a:moveTo>
                  <a:lnTo>
                    <a:pt x="1" y="286"/>
                  </a:lnTo>
                  <a:lnTo>
                    <a:pt x="310" y="286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46"/>
          <p:cNvSpPr txBox="1"/>
          <p:nvPr>
            <p:ph type="title"/>
          </p:nvPr>
        </p:nvSpPr>
        <p:spPr>
          <a:xfrm>
            <a:off x="713105" y="2090420"/>
            <a:ext cx="5160645" cy="22117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/>
              <a:t>Autres moteurs de recherche</a:t>
            </a:r>
            <a:endParaRPr lang="en-GB" sz="5000"/>
          </a:p>
        </p:txBody>
      </p:sp>
      <p:sp>
        <p:nvSpPr>
          <p:cNvPr id="513" name="Google Shape;513;p46"/>
          <p:cNvSpPr txBox="1"/>
          <p:nvPr>
            <p:ph type="title" idx="2"/>
          </p:nvPr>
        </p:nvSpPr>
        <p:spPr>
          <a:xfrm>
            <a:off x="713225" y="986040"/>
            <a:ext cx="2125500" cy="11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0</a:t>
            </a:r>
            <a:r>
              <a:rPr lang="en-US" altLang="en-GB"/>
              <a:t>3</a:t>
            </a:r>
            <a:endParaRPr lang="en-US" alt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42" name="Shape 10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Google Shape;1043;p63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Autres moteurs de recherche</a:t>
            </a:r>
            <a:endParaRPr lang="en-GB"/>
          </a:p>
        </p:txBody>
      </p:sp>
      <p:sp>
        <p:nvSpPr>
          <p:cNvPr id="1044" name="Google Shape;1044;p63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1045" name="Google Shape;1045;p63"/>
          <p:cNvSpPr txBox="1"/>
          <p:nvPr/>
        </p:nvSpPr>
        <p:spPr>
          <a:xfrm>
            <a:off x="6167669" y="3333900"/>
            <a:ext cx="1774500" cy="3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rPr>
              <a:t>Qwant</a:t>
            </a:r>
            <a:endParaRPr lang="en-GB" sz="2200">
              <a:solidFill>
                <a:schemeClr val="accent1"/>
              </a:solidFill>
              <a:latin typeface="Space Mono"/>
              <a:ea typeface="Space Mono"/>
              <a:cs typeface="Space Mono"/>
              <a:sym typeface="Space Mono"/>
            </a:endParaRPr>
          </a:p>
        </p:txBody>
      </p:sp>
      <p:sp>
        <p:nvSpPr>
          <p:cNvPr id="1046" name="Google Shape;1046;p63"/>
          <p:cNvSpPr txBox="1"/>
          <p:nvPr/>
        </p:nvSpPr>
        <p:spPr>
          <a:xfrm>
            <a:off x="6167755" y="3701415"/>
            <a:ext cx="1852295" cy="538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GB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rPr>
              <a:t>Européen, protection des données</a:t>
            </a:r>
            <a:endParaRPr lang="en-GB">
              <a:solidFill>
                <a:schemeClr val="lt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47" name="Google Shape;1047;p63"/>
          <p:cNvSpPr txBox="1"/>
          <p:nvPr/>
        </p:nvSpPr>
        <p:spPr>
          <a:xfrm>
            <a:off x="713740" y="3333750"/>
            <a:ext cx="2262505" cy="367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rPr>
              <a:t>DuckDuckGo</a:t>
            </a:r>
            <a:endParaRPr lang="en-GB" sz="2200">
              <a:solidFill>
                <a:schemeClr val="accent1"/>
              </a:solidFill>
              <a:latin typeface="Space Mono"/>
              <a:ea typeface="Space Mono"/>
              <a:cs typeface="Space Mono"/>
              <a:sym typeface="Space Mono"/>
            </a:endParaRPr>
          </a:p>
        </p:txBody>
      </p:sp>
      <p:sp>
        <p:nvSpPr>
          <p:cNvPr id="1048" name="Google Shape;1048;p63"/>
          <p:cNvSpPr txBox="1"/>
          <p:nvPr/>
        </p:nvSpPr>
        <p:spPr>
          <a:xfrm>
            <a:off x="1201820" y="3701700"/>
            <a:ext cx="1774500" cy="5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GB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rPr>
              <a:t>Priorité à la vie privée</a:t>
            </a:r>
            <a:endParaRPr lang="en-GB">
              <a:solidFill>
                <a:schemeClr val="lt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49" name="Google Shape;1049;p63"/>
          <p:cNvSpPr txBox="1"/>
          <p:nvPr/>
        </p:nvSpPr>
        <p:spPr>
          <a:xfrm>
            <a:off x="6167694" y="1794300"/>
            <a:ext cx="1774500" cy="3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rPr>
              <a:t>Bing</a:t>
            </a:r>
            <a:endParaRPr lang="en-GB" sz="2200">
              <a:solidFill>
                <a:schemeClr val="accent1"/>
              </a:solidFill>
              <a:latin typeface="Space Mono"/>
              <a:ea typeface="Space Mono"/>
              <a:cs typeface="Space Mono"/>
              <a:sym typeface="Space Mono"/>
            </a:endParaRPr>
          </a:p>
        </p:txBody>
      </p:sp>
      <p:sp>
        <p:nvSpPr>
          <p:cNvPr id="1050" name="Google Shape;1050;p63"/>
          <p:cNvSpPr txBox="1"/>
          <p:nvPr/>
        </p:nvSpPr>
        <p:spPr>
          <a:xfrm>
            <a:off x="6167694" y="2162100"/>
            <a:ext cx="1774500" cy="5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GB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rPr>
              <a:t>Microsoft, focus multimédia</a:t>
            </a:r>
            <a:endParaRPr lang="en-GB">
              <a:solidFill>
                <a:schemeClr val="lt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1" name="Google Shape;1051;p63"/>
          <p:cNvSpPr txBox="1"/>
          <p:nvPr/>
        </p:nvSpPr>
        <p:spPr>
          <a:xfrm>
            <a:off x="1201831" y="1794425"/>
            <a:ext cx="1774500" cy="3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rPr>
              <a:t>Google</a:t>
            </a:r>
            <a:endParaRPr lang="en-GB" sz="2200">
              <a:solidFill>
                <a:schemeClr val="accent1"/>
              </a:solidFill>
              <a:latin typeface="Space Mono"/>
              <a:ea typeface="Space Mono"/>
              <a:cs typeface="Space Mono"/>
              <a:sym typeface="Space Mono"/>
            </a:endParaRPr>
          </a:p>
        </p:txBody>
      </p:sp>
      <p:sp>
        <p:nvSpPr>
          <p:cNvPr id="1052" name="Google Shape;1052;p63"/>
          <p:cNvSpPr txBox="1"/>
          <p:nvPr/>
        </p:nvSpPr>
        <p:spPr>
          <a:xfrm>
            <a:off x="1201845" y="2162225"/>
            <a:ext cx="1774500" cy="5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GB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rPr>
              <a:t>Leader, utilise PageRank</a:t>
            </a:r>
            <a:endParaRPr lang="en-GB">
              <a:solidFill>
                <a:schemeClr val="lt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3" name="Google Shape;1053;p63"/>
          <p:cNvSpPr/>
          <p:nvPr/>
        </p:nvSpPr>
        <p:spPr>
          <a:xfrm>
            <a:off x="3128832" y="1881976"/>
            <a:ext cx="813685" cy="730740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54" name="Google Shape;1054;p63"/>
          <p:cNvSpPr/>
          <p:nvPr/>
        </p:nvSpPr>
        <p:spPr>
          <a:xfrm>
            <a:off x="5201720" y="1881976"/>
            <a:ext cx="813685" cy="730740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55" name="Google Shape;1055;p63"/>
          <p:cNvSpPr/>
          <p:nvPr/>
        </p:nvSpPr>
        <p:spPr>
          <a:xfrm>
            <a:off x="5201707" y="3421526"/>
            <a:ext cx="813685" cy="730740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56" name="Google Shape;1056;p63"/>
          <p:cNvSpPr/>
          <p:nvPr/>
        </p:nvSpPr>
        <p:spPr>
          <a:xfrm>
            <a:off x="3128832" y="3421589"/>
            <a:ext cx="813685" cy="730740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1057" name="Google Shape;1057;p63"/>
          <p:cNvGrpSpPr/>
          <p:nvPr/>
        </p:nvGrpSpPr>
        <p:grpSpPr>
          <a:xfrm>
            <a:off x="3322455" y="3646075"/>
            <a:ext cx="426709" cy="292844"/>
            <a:chOff x="3718600" y="4433100"/>
            <a:chExt cx="263775" cy="181025"/>
          </a:xfrm>
        </p:grpSpPr>
        <p:sp>
          <p:nvSpPr>
            <p:cNvPr id="1058" name="Google Shape;1058;p63"/>
            <p:cNvSpPr/>
            <p:nvPr/>
          </p:nvSpPr>
          <p:spPr>
            <a:xfrm>
              <a:off x="3941850" y="4444425"/>
              <a:ext cx="40525" cy="169700"/>
            </a:xfrm>
            <a:custGeom>
              <a:avLst/>
              <a:gdLst/>
              <a:ahLst/>
              <a:cxnLst/>
              <a:rect l="l" t="t" r="r" b="b"/>
              <a:pathLst>
                <a:path w="1621" h="6788" extrusionOk="0">
                  <a:moveTo>
                    <a:pt x="811" y="715"/>
                  </a:moveTo>
                  <a:lnTo>
                    <a:pt x="1215" y="1548"/>
                  </a:lnTo>
                  <a:lnTo>
                    <a:pt x="382" y="1548"/>
                  </a:lnTo>
                  <a:lnTo>
                    <a:pt x="811" y="715"/>
                  </a:lnTo>
                  <a:close/>
                  <a:moveTo>
                    <a:pt x="668" y="1834"/>
                  </a:moveTo>
                  <a:lnTo>
                    <a:pt x="668" y="5501"/>
                  </a:lnTo>
                  <a:lnTo>
                    <a:pt x="311" y="5501"/>
                  </a:lnTo>
                  <a:lnTo>
                    <a:pt x="311" y="1834"/>
                  </a:lnTo>
                  <a:close/>
                  <a:moveTo>
                    <a:pt x="1311" y="1834"/>
                  </a:moveTo>
                  <a:lnTo>
                    <a:pt x="1311" y="5501"/>
                  </a:lnTo>
                  <a:lnTo>
                    <a:pt x="953" y="5501"/>
                  </a:lnTo>
                  <a:lnTo>
                    <a:pt x="953" y="1834"/>
                  </a:lnTo>
                  <a:close/>
                  <a:moveTo>
                    <a:pt x="1311" y="5787"/>
                  </a:moveTo>
                  <a:lnTo>
                    <a:pt x="1311" y="6478"/>
                  </a:lnTo>
                  <a:lnTo>
                    <a:pt x="334" y="6478"/>
                  </a:lnTo>
                  <a:lnTo>
                    <a:pt x="311" y="6454"/>
                  </a:lnTo>
                  <a:lnTo>
                    <a:pt x="311" y="5787"/>
                  </a:lnTo>
                  <a:close/>
                  <a:moveTo>
                    <a:pt x="811" y="0"/>
                  </a:moveTo>
                  <a:lnTo>
                    <a:pt x="1" y="1620"/>
                  </a:lnTo>
                  <a:lnTo>
                    <a:pt x="1" y="6454"/>
                  </a:lnTo>
                  <a:cubicBezTo>
                    <a:pt x="1" y="6621"/>
                    <a:pt x="168" y="6787"/>
                    <a:pt x="334" y="6787"/>
                  </a:cubicBezTo>
                  <a:lnTo>
                    <a:pt x="1311" y="6787"/>
                  </a:lnTo>
                  <a:cubicBezTo>
                    <a:pt x="1501" y="6787"/>
                    <a:pt x="1620" y="6621"/>
                    <a:pt x="1620" y="6454"/>
                  </a:cubicBezTo>
                  <a:lnTo>
                    <a:pt x="1620" y="1620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1059" name="Google Shape;1059;p63"/>
            <p:cNvSpPr/>
            <p:nvPr/>
          </p:nvSpPr>
          <p:spPr>
            <a:xfrm>
              <a:off x="3804325" y="4433100"/>
              <a:ext cx="123275" cy="181025"/>
            </a:xfrm>
            <a:custGeom>
              <a:avLst/>
              <a:gdLst/>
              <a:ahLst/>
              <a:cxnLst/>
              <a:rect l="l" t="t" r="r" b="b"/>
              <a:pathLst>
                <a:path w="4931" h="7241" extrusionOk="0">
                  <a:moveTo>
                    <a:pt x="4668" y="3263"/>
                  </a:moveTo>
                  <a:lnTo>
                    <a:pt x="4668" y="4097"/>
                  </a:lnTo>
                  <a:cubicBezTo>
                    <a:pt x="4668" y="4192"/>
                    <a:pt x="4621" y="4287"/>
                    <a:pt x="4502" y="4287"/>
                  </a:cubicBezTo>
                  <a:lnTo>
                    <a:pt x="3001" y="4287"/>
                  </a:lnTo>
                  <a:lnTo>
                    <a:pt x="3001" y="6407"/>
                  </a:lnTo>
                  <a:cubicBezTo>
                    <a:pt x="3001" y="6669"/>
                    <a:pt x="2763" y="6907"/>
                    <a:pt x="2501" y="6907"/>
                  </a:cubicBezTo>
                  <a:cubicBezTo>
                    <a:pt x="2239" y="6907"/>
                    <a:pt x="2001" y="6669"/>
                    <a:pt x="2001" y="6407"/>
                  </a:cubicBezTo>
                  <a:lnTo>
                    <a:pt x="2001" y="4287"/>
                  </a:lnTo>
                  <a:lnTo>
                    <a:pt x="549" y="4287"/>
                  </a:lnTo>
                  <a:cubicBezTo>
                    <a:pt x="453" y="4287"/>
                    <a:pt x="358" y="4192"/>
                    <a:pt x="358" y="4097"/>
                  </a:cubicBezTo>
                  <a:lnTo>
                    <a:pt x="358" y="3263"/>
                  </a:lnTo>
                  <a:close/>
                  <a:moveTo>
                    <a:pt x="334" y="1"/>
                  </a:moveTo>
                  <a:lnTo>
                    <a:pt x="334" y="2978"/>
                  </a:lnTo>
                  <a:lnTo>
                    <a:pt x="1" y="2978"/>
                  </a:lnTo>
                  <a:lnTo>
                    <a:pt x="1" y="4097"/>
                  </a:lnTo>
                  <a:cubicBezTo>
                    <a:pt x="1" y="4383"/>
                    <a:pt x="239" y="4621"/>
                    <a:pt x="501" y="4621"/>
                  </a:cubicBezTo>
                  <a:lnTo>
                    <a:pt x="1668" y="4621"/>
                  </a:lnTo>
                  <a:lnTo>
                    <a:pt x="1668" y="6431"/>
                  </a:lnTo>
                  <a:cubicBezTo>
                    <a:pt x="1668" y="6883"/>
                    <a:pt x="2025" y="7240"/>
                    <a:pt x="2477" y="7240"/>
                  </a:cubicBezTo>
                  <a:cubicBezTo>
                    <a:pt x="2906" y="7240"/>
                    <a:pt x="3263" y="6883"/>
                    <a:pt x="3263" y="6431"/>
                  </a:cubicBezTo>
                  <a:lnTo>
                    <a:pt x="3263" y="4621"/>
                  </a:lnTo>
                  <a:lnTo>
                    <a:pt x="4454" y="4621"/>
                  </a:lnTo>
                  <a:cubicBezTo>
                    <a:pt x="4740" y="4621"/>
                    <a:pt x="4930" y="4383"/>
                    <a:pt x="4930" y="4097"/>
                  </a:cubicBezTo>
                  <a:lnTo>
                    <a:pt x="4930" y="2978"/>
                  </a:lnTo>
                  <a:lnTo>
                    <a:pt x="644" y="2978"/>
                  </a:lnTo>
                  <a:lnTo>
                    <a:pt x="644" y="286"/>
                  </a:lnTo>
                  <a:lnTo>
                    <a:pt x="1049" y="286"/>
                  </a:lnTo>
                  <a:lnTo>
                    <a:pt x="1049" y="953"/>
                  </a:lnTo>
                  <a:lnTo>
                    <a:pt x="1334" y="953"/>
                  </a:lnTo>
                  <a:lnTo>
                    <a:pt x="1334" y="286"/>
                  </a:lnTo>
                  <a:lnTo>
                    <a:pt x="1692" y="286"/>
                  </a:lnTo>
                  <a:lnTo>
                    <a:pt x="1692" y="1596"/>
                  </a:lnTo>
                  <a:lnTo>
                    <a:pt x="2001" y="1596"/>
                  </a:lnTo>
                  <a:lnTo>
                    <a:pt x="2001" y="286"/>
                  </a:lnTo>
                  <a:lnTo>
                    <a:pt x="2358" y="286"/>
                  </a:lnTo>
                  <a:lnTo>
                    <a:pt x="2358" y="1287"/>
                  </a:lnTo>
                  <a:lnTo>
                    <a:pt x="2644" y="1287"/>
                  </a:lnTo>
                  <a:lnTo>
                    <a:pt x="2644" y="286"/>
                  </a:lnTo>
                  <a:lnTo>
                    <a:pt x="3001" y="286"/>
                  </a:lnTo>
                  <a:lnTo>
                    <a:pt x="3001" y="953"/>
                  </a:lnTo>
                  <a:lnTo>
                    <a:pt x="3311" y="953"/>
                  </a:lnTo>
                  <a:lnTo>
                    <a:pt x="3311" y="286"/>
                  </a:lnTo>
                  <a:lnTo>
                    <a:pt x="3668" y="286"/>
                  </a:lnTo>
                  <a:lnTo>
                    <a:pt x="3668" y="1596"/>
                  </a:lnTo>
                  <a:lnTo>
                    <a:pt x="3954" y="1596"/>
                  </a:lnTo>
                  <a:lnTo>
                    <a:pt x="3954" y="286"/>
                  </a:lnTo>
                  <a:lnTo>
                    <a:pt x="4311" y="286"/>
                  </a:lnTo>
                  <a:lnTo>
                    <a:pt x="4311" y="2620"/>
                  </a:lnTo>
                  <a:lnTo>
                    <a:pt x="4621" y="2620"/>
                  </a:lnTo>
                  <a:lnTo>
                    <a:pt x="462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1060" name="Google Shape;1060;p63"/>
            <p:cNvSpPr/>
            <p:nvPr/>
          </p:nvSpPr>
          <p:spPr>
            <a:xfrm>
              <a:off x="3846600" y="4523600"/>
              <a:ext cx="8350" cy="7775"/>
            </a:xfrm>
            <a:custGeom>
              <a:avLst/>
              <a:gdLst/>
              <a:ahLst/>
              <a:cxnLst/>
              <a:rect l="l" t="t" r="r" b="b"/>
              <a:pathLst>
                <a:path w="334" h="311" extrusionOk="0">
                  <a:moveTo>
                    <a:pt x="1" y="0"/>
                  </a:moveTo>
                  <a:lnTo>
                    <a:pt x="1" y="310"/>
                  </a:lnTo>
                  <a:lnTo>
                    <a:pt x="334" y="310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1061" name="Google Shape;1061;p63"/>
            <p:cNvSpPr/>
            <p:nvPr/>
          </p:nvSpPr>
          <p:spPr>
            <a:xfrm>
              <a:off x="3863275" y="4523600"/>
              <a:ext cx="8350" cy="7775"/>
            </a:xfrm>
            <a:custGeom>
              <a:avLst/>
              <a:gdLst/>
              <a:ahLst/>
              <a:cxnLst/>
              <a:rect l="l" t="t" r="r" b="b"/>
              <a:pathLst>
                <a:path w="334" h="311" extrusionOk="0">
                  <a:moveTo>
                    <a:pt x="0" y="0"/>
                  </a:moveTo>
                  <a:lnTo>
                    <a:pt x="0" y="310"/>
                  </a:lnTo>
                  <a:lnTo>
                    <a:pt x="334" y="310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1062" name="Google Shape;1062;p63"/>
            <p:cNvSpPr/>
            <p:nvPr/>
          </p:nvSpPr>
          <p:spPr>
            <a:xfrm>
              <a:off x="3880550" y="4523600"/>
              <a:ext cx="7750" cy="7775"/>
            </a:xfrm>
            <a:custGeom>
              <a:avLst/>
              <a:gdLst/>
              <a:ahLst/>
              <a:cxnLst/>
              <a:rect l="l" t="t" r="r" b="b"/>
              <a:pathLst>
                <a:path w="310" h="311" extrusionOk="0">
                  <a:moveTo>
                    <a:pt x="0" y="0"/>
                  </a:moveTo>
                  <a:lnTo>
                    <a:pt x="0" y="310"/>
                  </a:lnTo>
                  <a:lnTo>
                    <a:pt x="310" y="310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1063" name="Google Shape;1063;p63"/>
            <p:cNvSpPr/>
            <p:nvPr/>
          </p:nvSpPr>
          <p:spPr>
            <a:xfrm>
              <a:off x="3718600" y="4433100"/>
              <a:ext cx="73850" cy="181025"/>
            </a:xfrm>
            <a:custGeom>
              <a:avLst/>
              <a:gdLst/>
              <a:ahLst/>
              <a:cxnLst/>
              <a:rect l="l" t="t" r="r" b="b"/>
              <a:pathLst>
                <a:path w="2954" h="7241" extrusionOk="0">
                  <a:moveTo>
                    <a:pt x="2668" y="286"/>
                  </a:moveTo>
                  <a:lnTo>
                    <a:pt x="2668" y="1644"/>
                  </a:lnTo>
                  <a:lnTo>
                    <a:pt x="334" y="1644"/>
                  </a:lnTo>
                  <a:lnTo>
                    <a:pt x="334" y="286"/>
                  </a:lnTo>
                  <a:close/>
                  <a:moveTo>
                    <a:pt x="2668" y="1953"/>
                  </a:moveTo>
                  <a:lnTo>
                    <a:pt x="2668" y="3311"/>
                  </a:lnTo>
                  <a:lnTo>
                    <a:pt x="334" y="3311"/>
                  </a:lnTo>
                  <a:lnTo>
                    <a:pt x="334" y="1953"/>
                  </a:lnTo>
                  <a:close/>
                  <a:moveTo>
                    <a:pt x="2668" y="3597"/>
                  </a:moveTo>
                  <a:lnTo>
                    <a:pt x="2668" y="6907"/>
                  </a:lnTo>
                  <a:lnTo>
                    <a:pt x="2668" y="6931"/>
                  </a:lnTo>
                  <a:lnTo>
                    <a:pt x="334" y="6931"/>
                  </a:lnTo>
                  <a:lnTo>
                    <a:pt x="310" y="6907"/>
                  </a:lnTo>
                  <a:lnTo>
                    <a:pt x="310" y="5264"/>
                  </a:lnTo>
                  <a:lnTo>
                    <a:pt x="2334" y="5264"/>
                  </a:lnTo>
                  <a:lnTo>
                    <a:pt x="2334" y="4978"/>
                  </a:lnTo>
                  <a:lnTo>
                    <a:pt x="334" y="4978"/>
                  </a:lnTo>
                  <a:lnTo>
                    <a:pt x="334" y="3597"/>
                  </a:lnTo>
                  <a:close/>
                  <a:moveTo>
                    <a:pt x="0" y="1"/>
                  </a:moveTo>
                  <a:lnTo>
                    <a:pt x="0" y="6907"/>
                  </a:lnTo>
                  <a:cubicBezTo>
                    <a:pt x="0" y="7074"/>
                    <a:pt x="167" y="7240"/>
                    <a:pt x="334" y="7240"/>
                  </a:cubicBezTo>
                  <a:lnTo>
                    <a:pt x="2668" y="7240"/>
                  </a:lnTo>
                  <a:cubicBezTo>
                    <a:pt x="2834" y="7240"/>
                    <a:pt x="2953" y="7074"/>
                    <a:pt x="2953" y="6907"/>
                  </a:cubicBezTo>
                  <a:lnTo>
                    <a:pt x="295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1064" name="Google Shape;1064;p63"/>
            <p:cNvSpPr/>
            <p:nvPr/>
          </p:nvSpPr>
          <p:spPr>
            <a:xfrm>
              <a:off x="3744200" y="4573600"/>
              <a:ext cx="23850" cy="23850"/>
            </a:xfrm>
            <a:custGeom>
              <a:avLst/>
              <a:gdLst/>
              <a:ahLst/>
              <a:cxnLst/>
              <a:rect l="l" t="t" r="r" b="b"/>
              <a:pathLst>
                <a:path w="954" h="954" extrusionOk="0">
                  <a:moveTo>
                    <a:pt x="477" y="310"/>
                  </a:moveTo>
                  <a:cubicBezTo>
                    <a:pt x="572" y="310"/>
                    <a:pt x="643" y="382"/>
                    <a:pt x="643" y="477"/>
                  </a:cubicBezTo>
                  <a:cubicBezTo>
                    <a:pt x="643" y="572"/>
                    <a:pt x="572" y="668"/>
                    <a:pt x="477" y="668"/>
                  </a:cubicBezTo>
                  <a:cubicBezTo>
                    <a:pt x="382" y="668"/>
                    <a:pt x="286" y="572"/>
                    <a:pt x="286" y="477"/>
                  </a:cubicBezTo>
                  <a:cubicBezTo>
                    <a:pt x="286" y="358"/>
                    <a:pt x="382" y="310"/>
                    <a:pt x="477" y="310"/>
                  </a:cubicBezTo>
                  <a:close/>
                  <a:moveTo>
                    <a:pt x="477" y="1"/>
                  </a:moveTo>
                  <a:cubicBezTo>
                    <a:pt x="191" y="1"/>
                    <a:pt x="1" y="215"/>
                    <a:pt x="1" y="477"/>
                  </a:cubicBezTo>
                  <a:cubicBezTo>
                    <a:pt x="1" y="739"/>
                    <a:pt x="215" y="953"/>
                    <a:pt x="477" y="953"/>
                  </a:cubicBezTo>
                  <a:cubicBezTo>
                    <a:pt x="739" y="953"/>
                    <a:pt x="953" y="739"/>
                    <a:pt x="953" y="477"/>
                  </a:cubicBezTo>
                  <a:cubicBezTo>
                    <a:pt x="953" y="215"/>
                    <a:pt x="739" y="1"/>
                    <a:pt x="47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</p:grpSp>
      <p:grpSp>
        <p:nvGrpSpPr>
          <p:cNvPr id="1065" name="Google Shape;1065;p63"/>
          <p:cNvGrpSpPr/>
          <p:nvPr/>
        </p:nvGrpSpPr>
        <p:grpSpPr>
          <a:xfrm>
            <a:off x="5440384" y="2108355"/>
            <a:ext cx="353181" cy="266108"/>
            <a:chOff x="7271541" y="1587442"/>
            <a:chExt cx="353181" cy="266108"/>
          </a:xfrm>
        </p:grpSpPr>
        <p:sp>
          <p:nvSpPr>
            <p:cNvPr id="1066" name="Google Shape;1066;p63"/>
            <p:cNvSpPr/>
            <p:nvPr/>
          </p:nvSpPr>
          <p:spPr>
            <a:xfrm>
              <a:off x="7271541" y="1587442"/>
              <a:ext cx="353181" cy="254108"/>
            </a:xfrm>
            <a:custGeom>
              <a:avLst/>
              <a:gdLst/>
              <a:ahLst/>
              <a:cxnLst/>
              <a:rect l="l" t="t" r="r" b="b"/>
              <a:pathLst>
                <a:path w="10527" h="7574" extrusionOk="0">
                  <a:moveTo>
                    <a:pt x="10217" y="3287"/>
                  </a:moveTo>
                  <a:lnTo>
                    <a:pt x="10217" y="3644"/>
                  </a:lnTo>
                  <a:lnTo>
                    <a:pt x="9122" y="3644"/>
                  </a:lnTo>
                  <a:lnTo>
                    <a:pt x="9455" y="3287"/>
                  </a:lnTo>
                  <a:close/>
                  <a:moveTo>
                    <a:pt x="10193" y="3930"/>
                  </a:moveTo>
                  <a:lnTo>
                    <a:pt x="10193" y="4287"/>
                  </a:lnTo>
                  <a:lnTo>
                    <a:pt x="9455" y="4287"/>
                  </a:lnTo>
                  <a:lnTo>
                    <a:pt x="9098" y="3930"/>
                  </a:lnTo>
                  <a:close/>
                  <a:moveTo>
                    <a:pt x="3764" y="3310"/>
                  </a:moveTo>
                  <a:cubicBezTo>
                    <a:pt x="4002" y="3310"/>
                    <a:pt x="4168" y="3453"/>
                    <a:pt x="4240" y="3668"/>
                  </a:cubicBezTo>
                  <a:lnTo>
                    <a:pt x="3764" y="3668"/>
                  </a:lnTo>
                  <a:lnTo>
                    <a:pt x="3764" y="3977"/>
                  </a:lnTo>
                  <a:lnTo>
                    <a:pt x="4240" y="3977"/>
                  </a:lnTo>
                  <a:cubicBezTo>
                    <a:pt x="4168" y="4144"/>
                    <a:pt x="3978" y="4334"/>
                    <a:pt x="3764" y="4334"/>
                  </a:cubicBezTo>
                  <a:cubicBezTo>
                    <a:pt x="3502" y="4334"/>
                    <a:pt x="3263" y="4096"/>
                    <a:pt x="3263" y="3810"/>
                  </a:cubicBezTo>
                  <a:cubicBezTo>
                    <a:pt x="3263" y="3548"/>
                    <a:pt x="3478" y="3310"/>
                    <a:pt x="3764" y="3310"/>
                  </a:cubicBezTo>
                  <a:close/>
                  <a:moveTo>
                    <a:pt x="3787" y="1310"/>
                  </a:moveTo>
                  <a:cubicBezTo>
                    <a:pt x="5097" y="1310"/>
                    <a:pt x="6193" y="2358"/>
                    <a:pt x="6264" y="3668"/>
                  </a:cubicBezTo>
                  <a:lnTo>
                    <a:pt x="4573" y="3668"/>
                  </a:lnTo>
                  <a:lnTo>
                    <a:pt x="4573" y="3644"/>
                  </a:lnTo>
                  <a:cubicBezTo>
                    <a:pt x="4502" y="3263"/>
                    <a:pt x="4145" y="2977"/>
                    <a:pt x="3764" y="2977"/>
                  </a:cubicBezTo>
                  <a:cubicBezTo>
                    <a:pt x="3311" y="2977"/>
                    <a:pt x="2954" y="3334"/>
                    <a:pt x="2954" y="3787"/>
                  </a:cubicBezTo>
                  <a:cubicBezTo>
                    <a:pt x="2954" y="4239"/>
                    <a:pt x="3311" y="4620"/>
                    <a:pt x="3764" y="4620"/>
                  </a:cubicBezTo>
                  <a:cubicBezTo>
                    <a:pt x="4145" y="4620"/>
                    <a:pt x="4478" y="4334"/>
                    <a:pt x="4573" y="3977"/>
                  </a:cubicBezTo>
                  <a:lnTo>
                    <a:pt x="5240" y="3977"/>
                  </a:lnTo>
                  <a:cubicBezTo>
                    <a:pt x="5169" y="4715"/>
                    <a:pt x="4526" y="5311"/>
                    <a:pt x="3764" y="5311"/>
                  </a:cubicBezTo>
                  <a:cubicBezTo>
                    <a:pt x="2930" y="5311"/>
                    <a:pt x="2263" y="4620"/>
                    <a:pt x="2263" y="3810"/>
                  </a:cubicBezTo>
                  <a:cubicBezTo>
                    <a:pt x="2263" y="2977"/>
                    <a:pt x="2954" y="2334"/>
                    <a:pt x="3764" y="2334"/>
                  </a:cubicBezTo>
                  <a:cubicBezTo>
                    <a:pt x="4407" y="2334"/>
                    <a:pt x="4978" y="2739"/>
                    <a:pt x="5192" y="3382"/>
                  </a:cubicBezTo>
                  <a:lnTo>
                    <a:pt x="5478" y="3287"/>
                  </a:lnTo>
                  <a:cubicBezTo>
                    <a:pt x="5240" y="2548"/>
                    <a:pt x="4549" y="2001"/>
                    <a:pt x="3764" y="2001"/>
                  </a:cubicBezTo>
                  <a:cubicBezTo>
                    <a:pt x="2787" y="2001"/>
                    <a:pt x="1954" y="2810"/>
                    <a:pt x="1954" y="3810"/>
                  </a:cubicBezTo>
                  <a:cubicBezTo>
                    <a:pt x="1954" y="4811"/>
                    <a:pt x="2739" y="5644"/>
                    <a:pt x="3764" y="5644"/>
                  </a:cubicBezTo>
                  <a:cubicBezTo>
                    <a:pt x="4716" y="5644"/>
                    <a:pt x="5478" y="4882"/>
                    <a:pt x="5573" y="4001"/>
                  </a:cubicBezTo>
                  <a:lnTo>
                    <a:pt x="6264" y="4001"/>
                  </a:lnTo>
                  <a:cubicBezTo>
                    <a:pt x="6169" y="5287"/>
                    <a:pt x="5097" y="6311"/>
                    <a:pt x="3787" y="6311"/>
                  </a:cubicBezTo>
                  <a:cubicBezTo>
                    <a:pt x="2430" y="6311"/>
                    <a:pt x="1287" y="5192"/>
                    <a:pt x="1287" y="3810"/>
                  </a:cubicBezTo>
                  <a:cubicBezTo>
                    <a:pt x="1287" y="2453"/>
                    <a:pt x="2430" y="1310"/>
                    <a:pt x="3787" y="1310"/>
                  </a:cubicBezTo>
                  <a:close/>
                  <a:moveTo>
                    <a:pt x="3764" y="310"/>
                  </a:moveTo>
                  <a:cubicBezTo>
                    <a:pt x="5645" y="310"/>
                    <a:pt x="7145" y="1762"/>
                    <a:pt x="7240" y="3644"/>
                  </a:cubicBezTo>
                  <a:lnTo>
                    <a:pt x="6550" y="3644"/>
                  </a:lnTo>
                  <a:cubicBezTo>
                    <a:pt x="6478" y="2143"/>
                    <a:pt x="5240" y="1000"/>
                    <a:pt x="3764" y="1000"/>
                  </a:cubicBezTo>
                  <a:cubicBezTo>
                    <a:pt x="2216" y="1000"/>
                    <a:pt x="953" y="2239"/>
                    <a:pt x="953" y="3787"/>
                  </a:cubicBezTo>
                  <a:cubicBezTo>
                    <a:pt x="953" y="5335"/>
                    <a:pt x="2216" y="6573"/>
                    <a:pt x="3764" y="6573"/>
                  </a:cubicBezTo>
                  <a:cubicBezTo>
                    <a:pt x="5240" y="6573"/>
                    <a:pt x="6478" y="5430"/>
                    <a:pt x="6550" y="3930"/>
                  </a:cubicBezTo>
                  <a:lnTo>
                    <a:pt x="7240" y="3930"/>
                  </a:lnTo>
                  <a:cubicBezTo>
                    <a:pt x="7145" y="5787"/>
                    <a:pt x="5645" y="7264"/>
                    <a:pt x="3764" y="7264"/>
                  </a:cubicBezTo>
                  <a:cubicBezTo>
                    <a:pt x="1858" y="7264"/>
                    <a:pt x="287" y="5692"/>
                    <a:pt x="287" y="3787"/>
                  </a:cubicBezTo>
                  <a:cubicBezTo>
                    <a:pt x="287" y="1881"/>
                    <a:pt x="1835" y="310"/>
                    <a:pt x="3764" y="310"/>
                  </a:cubicBezTo>
                  <a:close/>
                  <a:moveTo>
                    <a:pt x="3787" y="0"/>
                  </a:moveTo>
                  <a:cubicBezTo>
                    <a:pt x="1692" y="0"/>
                    <a:pt x="1" y="1715"/>
                    <a:pt x="1" y="3787"/>
                  </a:cubicBezTo>
                  <a:cubicBezTo>
                    <a:pt x="1" y="5882"/>
                    <a:pt x="1692" y="7573"/>
                    <a:pt x="3787" y="7573"/>
                  </a:cubicBezTo>
                  <a:cubicBezTo>
                    <a:pt x="5812" y="7573"/>
                    <a:pt x="7502" y="5930"/>
                    <a:pt x="7574" y="3930"/>
                  </a:cubicBezTo>
                  <a:lnTo>
                    <a:pt x="8669" y="3930"/>
                  </a:lnTo>
                  <a:lnTo>
                    <a:pt x="9336" y="4596"/>
                  </a:lnTo>
                  <a:lnTo>
                    <a:pt x="10527" y="4596"/>
                  </a:lnTo>
                  <a:lnTo>
                    <a:pt x="10527" y="2953"/>
                  </a:lnTo>
                  <a:lnTo>
                    <a:pt x="9336" y="2953"/>
                  </a:lnTo>
                  <a:lnTo>
                    <a:pt x="9336" y="2977"/>
                  </a:lnTo>
                  <a:lnTo>
                    <a:pt x="8669" y="3644"/>
                  </a:lnTo>
                  <a:lnTo>
                    <a:pt x="7574" y="3644"/>
                  </a:lnTo>
                  <a:cubicBezTo>
                    <a:pt x="7479" y="1620"/>
                    <a:pt x="5812" y="0"/>
                    <a:pt x="37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67" name="Google Shape;1067;p63"/>
            <p:cNvSpPr/>
            <p:nvPr/>
          </p:nvSpPr>
          <p:spPr>
            <a:xfrm>
              <a:off x="7369851" y="1843150"/>
              <a:ext cx="11206" cy="10401"/>
            </a:xfrm>
            <a:custGeom>
              <a:avLst/>
              <a:gdLst/>
              <a:ahLst/>
              <a:cxnLst/>
              <a:rect l="l" t="t" r="r" b="b"/>
              <a:pathLst>
                <a:path w="334" h="310" extrusionOk="0">
                  <a:moveTo>
                    <a:pt x="0" y="0"/>
                  </a:moveTo>
                  <a:lnTo>
                    <a:pt x="0" y="310"/>
                  </a:lnTo>
                  <a:lnTo>
                    <a:pt x="333" y="310"/>
                  </a:lnTo>
                  <a:lnTo>
                    <a:pt x="333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68" name="Google Shape;1068;p63"/>
            <p:cNvSpPr/>
            <p:nvPr/>
          </p:nvSpPr>
          <p:spPr>
            <a:xfrm>
              <a:off x="7393000" y="1843150"/>
              <a:ext cx="10434" cy="10401"/>
            </a:xfrm>
            <a:custGeom>
              <a:avLst/>
              <a:gdLst/>
              <a:ahLst/>
              <a:cxnLst/>
              <a:rect l="l" t="t" r="r" b="b"/>
              <a:pathLst>
                <a:path w="311" h="310" extrusionOk="0">
                  <a:moveTo>
                    <a:pt x="1" y="0"/>
                  </a:moveTo>
                  <a:lnTo>
                    <a:pt x="1" y="310"/>
                  </a:lnTo>
                  <a:lnTo>
                    <a:pt x="310" y="310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69" name="Google Shape;1069;p63"/>
            <p:cNvSpPr/>
            <p:nvPr/>
          </p:nvSpPr>
          <p:spPr>
            <a:xfrm>
              <a:off x="7414572" y="1843150"/>
              <a:ext cx="11239" cy="10401"/>
            </a:xfrm>
            <a:custGeom>
              <a:avLst/>
              <a:gdLst/>
              <a:ahLst/>
              <a:cxnLst/>
              <a:rect l="l" t="t" r="r" b="b"/>
              <a:pathLst>
                <a:path w="335" h="310" extrusionOk="0">
                  <a:moveTo>
                    <a:pt x="1" y="0"/>
                  </a:moveTo>
                  <a:lnTo>
                    <a:pt x="1" y="310"/>
                  </a:lnTo>
                  <a:lnTo>
                    <a:pt x="334" y="310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1070" name="Google Shape;1070;p63"/>
          <p:cNvGrpSpPr/>
          <p:nvPr/>
        </p:nvGrpSpPr>
        <p:grpSpPr>
          <a:xfrm>
            <a:off x="5432004" y="3655319"/>
            <a:ext cx="353179" cy="263272"/>
            <a:chOff x="3718000" y="3905625"/>
            <a:chExt cx="264375" cy="197075"/>
          </a:xfrm>
        </p:grpSpPr>
        <p:sp>
          <p:nvSpPr>
            <p:cNvPr id="1071" name="Google Shape;1071;p63"/>
            <p:cNvSpPr/>
            <p:nvPr/>
          </p:nvSpPr>
          <p:spPr>
            <a:xfrm>
              <a:off x="3731700" y="3926450"/>
              <a:ext cx="7750" cy="7175"/>
            </a:xfrm>
            <a:custGeom>
              <a:avLst/>
              <a:gdLst/>
              <a:ahLst/>
              <a:cxnLst/>
              <a:rect l="l" t="t" r="r" b="b"/>
              <a:pathLst>
                <a:path w="310" h="287" extrusionOk="0">
                  <a:moveTo>
                    <a:pt x="0" y="1"/>
                  </a:moveTo>
                  <a:lnTo>
                    <a:pt x="0" y="286"/>
                  </a:lnTo>
                  <a:lnTo>
                    <a:pt x="310" y="286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72" name="Google Shape;1072;p63"/>
            <p:cNvSpPr/>
            <p:nvPr/>
          </p:nvSpPr>
          <p:spPr>
            <a:xfrm>
              <a:off x="3756100" y="3942525"/>
              <a:ext cx="41100" cy="7775"/>
            </a:xfrm>
            <a:custGeom>
              <a:avLst/>
              <a:gdLst/>
              <a:ahLst/>
              <a:cxnLst/>
              <a:rect l="l" t="t" r="r" b="b"/>
              <a:pathLst>
                <a:path w="1644" h="311" extrusionOk="0">
                  <a:moveTo>
                    <a:pt x="1" y="1"/>
                  </a:moveTo>
                  <a:lnTo>
                    <a:pt x="1" y="310"/>
                  </a:lnTo>
                  <a:lnTo>
                    <a:pt x="1644" y="310"/>
                  </a:lnTo>
                  <a:lnTo>
                    <a:pt x="164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73" name="Google Shape;1073;p63"/>
            <p:cNvSpPr/>
            <p:nvPr/>
          </p:nvSpPr>
          <p:spPr>
            <a:xfrm>
              <a:off x="3731700" y="3942525"/>
              <a:ext cx="7750" cy="7775"/>
            </a:xfrm>
            <a:custGeom>
              <a:avLst/>
              <a:gdLst/>
              <a:ahLst/>
              <a:cxnLst/>
              <a:rect l="l" t="t" r="r" b="b"/>
              <a:pathLst>
                <a:path w="310" h="311" extrusionOk="0">
                  <a:moveTo>
                    <a:pt x="0" y="1"/>
                  </a:moveTo>
                  <a:lnTo>
                    <a:pt x="0" y="310"/>
                  </a:lnTo>
                  <a:lnTo>
                    <a:pt x="310" y="310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74" name="Google Shape;1074;p63"/>
            <p:cNvSpPr/>
            <p:nvPr/>
          </p:nvSpPr>
          <p:spPr>
            <a:xfrm>
              <a:off x="3756100" y="3959200"/>
              <a:ext cx="20875" cy="7175"/>
            </a:xfrm>
            <a:custGeom>
              <a:avLst/>
              <a:gdLst/>
              <a:ahLst/>
              <a:cxnLst/>
              <a:rect l="l" t="t" r="r" b="b"/>
              <a:pathLst>
                <a:path w="835" h="287" extrusionOk="0">
                  <a:moveTo>
                    <a:pt x="1" y="0"/>
                  </a:moveTo>
                  <a:lnTo>
                    <a:pt x="1" y="286"/>
                  </a:lnTo>
                  <a:lnTo>
                    <a:pt x="834" y="286"/>
                  </a:lnTo>
                  <a:lnTo>
                    <a:pt x="8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75" name="Google Shape;1075;p63"/>
            <p:cNvSpPr/>
            <p:nvPr/>
          </p:nvSpPr>
          <p:spPr>
            <a:xfrm>
              <a:off x="3731700" y="3959200"/>
              <a:ext cx="7750" cy="7175"/>
            </a:xfrm>
            <a:custGeom>
              <a:avLst/>
              <a:gdLst/>
              <a:ahLst/>
              <a:cxnLst/>
              <a:rect l="l" t="t" r="r" b="b"/>
              <a:pathLst>
                <a:path w="310" h="287" extrusionOk="0">
                  <a:moveTo>
                    <a:pt x="0" y="0"/>
                  </a:moveTo>
                  <a:lnTo>
                    <a:pt x="0" y="286"/>
                  </a:lnTo>
                  <a:lnTo>
                    <a:pt x="310" y="286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76" name="Google Shape;1076;p63"/>
            <p:cNvSpPr/>
            <p:nvPr/>
          </p:nvSpPr>
          <p:spPr>
            <a:xfrm>
              <a:off x="3756100" y="3926450"/>
              <a:ext cx="32775" cy="7175"/>
            </a:xfrm>
            <a:custGeom>
              <a:avLst/>
              <a:gdLst/>
              <a:ahLst/>
              <a:cxnLst/>
              <a:rect l="l" t="t" r="r" b="b"/>
              <a:pathLst>
                <a:path w="1311" h="287" extrusionOk="0">
                  <a:moveTo>
                    <a:pt x="1" y="1"/>
                  </a:moveTo>
                  <a:lnTo>
                    <a:pt x="1" y="286"/>
                  </a:lnTo>
                  <a:lnTo>
                    <a:pt x="1311" y="286"/>
                  </a:lnTo>
                  <a:lnTo>
                    <a:pt x="131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77" name="Google Shape;1077;p63"/>
            <p:cNvSpPr/>
            <p:nvPr/>
          </p:nvSpPr>
          <p:spPr>
            <a:xfrm>
              <a:off x="3756100" y="3975875"/>
              <a:ext cx="41100" cy="7750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" y="0"/>
                  </a:moveTo>
                  <a:lnTo>
                    <a:pt x="1" y="310"/>
                  </a:lnTo>
                  <a:lnTo>
                    <a:pt x="1644" y="310"/>
                  </a:lnTo>
                  <a:lnTo>
                    <a:pt x="164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78" name="Google Shape;1078;p63"/>
            <p:cNvSpPr/>
            <p:nvPr/>
          </p:nvSpPr>
          <p:spPr>
            <a:xfrm>
              <a:off x="3731700" y="3975875"/>
              <a:ext cx="7750" cy="7750"/>
            </a:xfrm>
            <a:custGeom>
              <a:avLst/>
              <a:gdLst/>
              <a:ahLst/>
              <a:cxnLst/>
              <a:rect l="l" t="t" r="r" b="b"/>
              <a:pathLst>
                <a:path w="310" h="310" extrusionOk="0">
                  <a:moveTo>
                    <a:pt x="0" y="0"/>
                  </a:moveTo>
                  <a:lnTo>
                    <a:pt x="0" y="310"/>
                  </a:lnTo>
                  <a:lnTo>
                    <a:pt x="310" y="310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79" name="Google Shape;1079;p63"/>
            <p:cNvSpPr/>
            <p:nvPr/>
          </p:nvSpPr>
          <p:spPr>
            <a:xfrm>
              <a:off x="3756100" y="3992550"/>
              <a:ext cx="16100" cy="7150"/>
            </a:xfrm>
            <a:custGeom>
              <a:avLst/>
              <a:gdLst/>
              <a:ahLst/>
              <a:cxnLst/>
              <a:rect l="l" t="t" r="r" b="b"/>
              <a:pathLst>
                <a:path w="644" h="286" extrusionOk="0">
                  <a:moveTo>
                    <a:pt x="1" y="0"/>
                  </a:moveTo>
                  <a:lnTo>
                    <a:pt x="1" y="286"/>
                  </a:lnTo>
                  <a:lnTo>
                    <a:pt x="644" y="286"/>
                  </a:lnTo>
                  <a:lnTo>
                    <a:pt x="64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80" name="Google Shape;1080;p63"/>
            <p:cNvSpPr/>
            <p:nvPr/>
          </p:nvSpPr>
          <p:spPr>
            <a:xfrm>
              <a:off x="3731700" y="3992550"/>
              <a:ext cx="7750" cy="7150"/>
            </a:xfrm>
            <a:custGeom>
              <a:avLst/>
              <a:gdLst/>
              <a:ahLst/>
              <a:cxnLst/>
              <a:rect l="l" t="t" r="r" b="b"/>
              <a:pathLst>
                <a:path w="310" h="286" extrusionOk="0">
                  <a:moveTo>
                    <a:pt x="0" y="0"/>
                  </a:moveTo>
                  <a:lnTo>
                    <a:pt x="0" y="286"/>
                  </a:lnTo>
                  <a:lnTo>
                    <a:pt x="310" y="286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81" name="Google Shape;1081;p63"/>
            <p:cNvSpPr/>
            <p:nvPr/>
          </p:nvSpPr>
          <p:spPr>
            <a:xfrm>
              <a:off x="3756100" y="4008625"/>
              <a:ext cx="24450" cy="7750"/>
            </a:xfrm>
            <a:custGeom>
              <a:avLst/>
              <a:gdLst/>
              <a:ahLst/>
              <a:cxnLst/>
              <a:rect l="l" t="t" r="r" b="b"/>
              <a:pathLst>
                <a:path w="978" h="310" extrusionOk="0">
                  <a:moveTo>
                    <a:pt x="1" y="0"/>
                  </a:moveTo>
                  <a:lnTo>
                    <a:pt x="1" y="310"/>
                  </a:lnTo>
                  <a:lnTo>
                    <a:pt x="977" y="310"/>
                  </a:lnTo>
                  <a:lnTo>
                    <a:pt x="97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82" name="Google Shape;1082;p63"/>
            <p:cNvSpPr/>
            <p:nvPr/>
          </p:nvSpPr>
          <p:spPr>
            <a:xfrm>
              <a:off x="3731700" y="4008625"/>
              <a:ext cx="7750" cy="7750"/>
            </a:xfrm>
            <a:custGeom>
              <a:avLst/>
              <a:gdLst/>
              <a:ahLst/>
              <a:cxnLst/>
              <a:rect l="l" t="t" r="r" b="b"/>
              <a:pathLst>
                <a:path w="310" h="310" extrusionOk="0">
                  <a:moveTo>
                    <a:pt x="0" y="0"/>
                  </a:moveTo>
                  <a:lnTo>
                    <a:pt x="0" y="310"/>
                  </a:lnTo>
                  <a:lnTo>
                    <a:pt x="310" y="310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grpSp>
          <p:nvGrpSpPr>
            <p:cNvPr id="1083" name="Google Shape;1083;p63"/>
            <p:cNvGrpSpPr/>
            <p:nvPr/>
          </p:nvGrpSpPr>
          <p:grpSpPr>
            <a:xfrm>
              <a:off x="3718000" y="3905625"/>
              <a:ext cx="264375" cy="197075"/>
              <a:chOff x="3718000" y="3905625"/>
              <a:chExt cx="264375" cy="197075"/>
            </a:xfrm>
          </p:grpSpPr>
          <p:sp>
            <p:nvSpPr>
              <p:cNvPr id="1084" name="Google Shape;1084;p63"/>
              <p:cNvSpPr/>
              <p:nvPr/>
            </p:nvSpPr>
            <p:spPr>
              <a:xfrm>
                <a:off x="3830525" y="4062200"/>
                <a:ext cx="8350" cy="7750"/>
              </a:xfrm>
              <a:custGeom>
                <a:avLst/>
                <a:gdLst/>
                <a:ahLst/>
                <a:cxnLst/>
                <a:rect l="l" t="t" r="r" b="b"/>
                <a:pathLst>
                  <a:path w="334" h="310" extrusionOk="0">
                    <a:moveTo>
                      <a:pt x="1" y="0"/>
                    </a:moveTo>
                    <a:lnTo>
                      <a:pt x="1" y="310"/>
                    </a:lnTo>
                    <a:lnTo>
                      <a:pt x="334" y="310"/>
                    </a:lnTo>
                    <a:lnTo>
                      <a:pt x="334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85" name="Google Shape;1085;p63"/>
              <p:cNvSpPr/>
              <p:nvPr/>
            </p:nvSpPr>
            <p:spPr>
              <a:xfrm>
                <a:off x="3846600" y="4062200"/>
                <a:ext cx="8350" cy="7750"/>
              </a:xfrm>
              <a:custGeom>
                <a:avLst/>
                <a:gdLst/>
                <a:ahLst/>
                <a:cxnLst/>
                <a:rect l="l" t="t" r="r" b="b"/>
                <a:pathLst>
                  <a:path w="334" h="310" extrusionOk="0">
                    <a:moveTo>
                      <a:pt x="1" y="0"/>
                    </a:moveTo>
                    <a:lnTo>
                      <a:pt x="1" y="310"/>
                    </a:lnTo>
                    <a:lnTo>
                      <a:pt x="334" y="310"/>
                    </a:lnTo>
                    <a:lnTo>
                      <a:pt x="334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86" name="Google Shape;1086;p63"/>
              <p:cNvSpPr/>
              <p:nvPr/>
            </p:nvSpPr>
            <p:spPr>
              <a:xfrm>
                <a:off x="3863275" y="4062200"/>
                <a:ext cx="8350" cy="7750"/>
              </a:xfrm>
              <a:custGeom>
                <a:avLst/>
                <a:gdLst/>
                <a:ahLst/>
                <a:cxnLst/>
                <a:rect l="l" t="t" r="r" b="b"/>
                <a:pathLst>
                  <a:path w="334" h="310" extrusionOk="0">
                    <a:moveTo>
                      <a:pt x="0" y="0"/>
                    </a:moveTo>
                    <a:lnTo>
                      <a:pt x="0" y="310"/>
                    </a:lnTo>
                    <a:lnTo>
                      <a:pt x="334" y="310"/>
                    </a:lnTo>
                    <a:lnTo>
                      <a:pt x="334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87" name="Google Shape;1087;p63"/>
              <p:cNvSpPr/>
              <p:nvPr/>
            </p:nvSpPr>
            <p:spPr>
              <a:xfrm>
                <a:off x="3806125" y="3942525"/>
                <a:ext cx="16100" cy="7775"/>
              </a:xfrm>
              <a:custGeom>
                <a:avLst/>
                <a:gdLst/>
                <a:ahLst/>
                <a:cxnLst/>
                <a:rect l="l" t="t" r="r" b="b"/>
                <a:pathLst>
                  <a:path w="644" h="311" extrusionOk="0">
                    <a:moveTo>
                      <a:pt x="0" y="1"/>
                    </a:moveTo>
                    <a:lnTo>
                      <a:pt x="0" y="310"/>
                    </a:lnTo>
                    <a:lnTo>
                      <a:pt x="643" y="310"/>
                    </a:lnTo>
                    <a:lnTo>
                      <a:pt x="643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88" name="Google Shape;1088;p63"/>
              <p:cNvSpPr/>
              <p:nvPr/>
            </p:nvSpPr>
            <p:spPr>
              <a:xfrm>
                <a:off x="3785275" y="3959200"/>
                <a:ext cx="36950" cy="7175"/>
              </a:xfrm>
              <a:custGeom>
                <a:avLst/>
                <a:gdLst/>
                <a:ahLst/>
                <a:cxnLst/>
                <a:rect l="l" t="t" r="r" b="b"/>
                <a:pathLst>
                  <a:path w="1478" h="287" extrusionOk="0">
                    <a:moveTo>
                      <a:pt x="1" y="0"/>
                    </a:moveTo>
                    <a:lnTo>
                      <a:pt x="1" y="286"/>
                    </a:lnTo>
                    <a:lnTo>
                      <a:pt x="1477" y="286"/>
                    </a:lnTo>
                    <a:lnTo>
                      <a:pt x="1477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89" name="Google Shape;1089;p63"/>
              <p:cNvSpPr/>
              <p:nvPr/>
            </p:nvSpPr>
            <p:spPr>
              <a:xfrm>
                <a:off x="3806125" y="3975875"/>
                <a:ext cx="16100" cy="7750"/>
              </a:xfrm>
              <a:custGeom>
                <a:avLst/>
                <a:gdLst/>
                <a:ahLst/>
                <a:cxnLst/>
                <a:rect l="l" t="t" r="r" b="b"/>
                <a:pathLst>
                  <a:path w="644" h="310" extrusionOk="0">
                    <a:moveTo>
                      <a:pt x="0" y="0"/>
                    </a:moveTo>
                    <a:lnTo>
                      <a:pt x="0" y="310"/>
                    </a:lnTo>
                    <a:lnTo>
                      <a:pt x="643" y="310"/>
                    </a:lnTo>
                    <a:lnTo>
                      <a:pt x="643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90" name="Google Shape;1090;p63"/>
              <p:cNvSpPr/>
              <p:nvPr/>
            </p:nvSpPr>
            <p:spPr>
              <a:xfrm>
                <a:off x="3780525" y="3992550"/>
                <a:ext cx="24425" cy="7150"/>
              </a:xfrm>
              <a:custGeom>
                <a:avLst/>
                <a:gdLst/>
                <a:ahLst/>
                <a:cxnLst/>
                <a:rect l="l" t="t" r="r" b="b"/>
                <a:pathLst>
                  <a:path w="977" h="286" extrusionOk="0">
                    <a:moveTo>
                      <a:pt x="0" y="0"/>
                    </a:moveTo>
                    <a:lnTo>
                      <a:pt x="0" y="286"/>
                    </a:lnTo>
                    <a:lnTo>
                      <a:pt x="977" y="286"/>
                    </a:lnTo>
                    <a:lnTo>
                      <a:pt x="977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91" name="Google Shape;1091;p63"/>
              <p:cNvSpPr/>
              <p:nvPr/>
            </p:nvSpPr>
            <p:spPr>
              <a:xfrm>
                <a:off x="3788850" y="4008625"/>
                <a:ext cx="32775" cy="7750"/>
              </a:xfrm>
              <a:custGeom>
                <a:avLst/>
                <a:gdLst/>
                <a:ahLst/>
                <a:cxnLst/>
                <a:rect l="l" t="t" r="r" b="b"/>
                <a:pathLst>
                  <a:path w="1311" h="310" extrusionOk="0">
                    <a:moveTo>
                      <a:pt x="1" y="0"/>
                    </a:moveTo>
                    <a:lnTo>
                      <a:pt x="1" y="310"/>
                    </a:lnTo>
                    <a:lnTo>
                      <a:pt x="1310" y="310"/>
                    </a:lnTo>
                    <a:lnTo>
                      <a:pt x="131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92" name="Google Shape;1092;p63"/>
              <p:cNvSpPr/>
              <p:nvPr/>
            </p:nvSpPr>
            <p:spPr>
              <a:xfrm>
                <a:off x="3718000" y="3905625"/>
                <a:ext cx="264375" cy="197075"/>
              </a:xfrm>
              <a:custGeom>
                <a:avLst/>
                <a:gdLst/>
                <a:ahLst/>
                <a:cxnLst/>
                <a:rect l="l" t="t" r="r" b="b"/>
                <a:pathLst>
                  <a:path w="10575" h="7883" extrusionOk="0">
                    <a:moveTo>
                      <a:pt x="10265" y="310"/>
                    </a:moveTo>
                    <a:lnTo>
                      <a:pt x="10265" y="1000"/>
                    </a:lnTo>
                    <a:lnTo>
                      <a:pt x="5954" y="1000"/>
                    </a:lnTo>
                    <a:lnTo>
                      <a:pt x="5954" y="310"/>
                    </a:lnTo>
                    <a:close/>
                    <a:moveTo>
                      <a:pt x="1049" y="310"/>
                    </a:moveTo>
                    <a:lnTo>
                      <a:pt x="1049" y="4954"/>
                    </a:lnTo>
                    <a:lnTo>
                      <a:pt x="358" y="4954"/>
                    </a:lnTo>
                    <a:lnTo>
                      <a:pt x="358" y="310"/>
                    </a:lnTo>
                    <a:close/>
                    <a:moveTo>
                      <a:pt x="4644" y="310"/>
                    </a:moveTo>
                    <a:lnTo>
                      <a:pt x="4644" y="4954"/>
                    </a:lnTo>
                    <a:lnTo>
                      <a:pt x="1310" y="4954"/>
                    </a:lnTo>
                    <a:lnTo>
                      <a:pt x="1310" y="310"/>
                    </a:lnTo>
                    <a:close/>
                    <a:moveTo>
                      <a:pt x="9145" y="7264"/>
                    </a:moveTo>
                    <a:lnTo>
                      <a:pt x="9145" y="7573"/>
                    </a:lnTo>
                    <a:lnTo>
                      <a:pt x="9122" y="7573"/>
                    </a:lnTo>
                    <a:lnTo>
                      <a:pt x="1525" y="7621"/>
                    </a:lnTo>
                    <a:lnTo>
                      <a:pt x="1501" y="7573"/>
                    </a:lnTo>
                    <a:lnTo>
                      <a:pt x="1501" y="7264"/>
                    </a:lnTo>
                    <a:lnTo>
                      <a:pt x="4406" y="7264"/>
                    </a:lnTo>
                    <a:lnTo>
                      <a:pt x="4597" y="7430"/>
                    </a:lnTo>
                    <a:lnTo>
                      <a:pt x="6050" y="7430"/>
                    </a:lnTo>
                    <a:lnTo>
                      <a:pt x="6216" y="7264"/>
                    </a:lnTo>
                    <a:close/>
                    <a:moveTo>
                      <a:pt x="1" y="0"/>
                    </a:moveTo>
                    <a:lnTo>
                      <a:pt x="1" y="5263"/>
                    </a:lnTo>
                    <a:lnTo>
                      <a:pt x="4954" y="5263"/>
                    </a:lnTo>
                    <a:lnTo>
                      <a:pt x="4954" y="2929"/>
                    </a:lnTo>
                    <a:lnTo>
                      <a:pt x="5621" y="2929"/>
                    </a:lnTo>
                    <a:lnTo>
                      <a:pt x="5621" y="5263"/>
                    </a:lnTo>
                    <a:lnTo>
                      <a:pt x="8764" y="5263"/>
                    </a:lnTo>
                    <a:lnTo>
                      <a:pt x="8764" y="6930"/>
                    </a:lnTo>
                    <a:lnTo>
                      <a:pt x="6073" y="6930"/>
                    </a:lnTo>
                    <a:lnTo>
                      <a:pt x="5907" y="7097"/>
                    </a:lnTo>
                    <a:lnTo>
                      <a:pt x="4716" y="7097"/>
                    </a:lnTo>
                    <a:lnTo>
                      <a:pt x="4525" y="6930"/>
                    </a:lnTo>
                    <a:lnTo>
                      <a:pt x="1787" y="6930"/>
                    </a:lnTo>
                    <a:lnTo>
                      <a:pt x="1787" y="5597"/>
                    </a:lnTo>
                    <a:lnTo>
                      <a:pt x="1501" y="5597"/>
                    </a:lnTo>
                    <a:lnTo>
                      <a:pt x="1501" y="6930"/>
                    </a:lnTo>
                    <a:lnTo>
                      <a:pt x="1168" y="6930"/>
                    </a:lnTo>
                    <a:lnTo>
                      <a:pt x="1168" y="7549"/>
                    </a:lnTo>
                    <a:cubicBezTo>
                      <a:pt x="1168" y="7740"/>
                      <a:pt x="1310" y="7883"/>
                      <a:pt x="1501" y="7883"/>
                    </a:cubicBezTo>
                    <a:lnTo>
                      <a:pt x="9074" y="7883"/>
                    </a:lnTo>
                    <a:cubicBezTo>
                      <a:pt x="9265" y="7883"/>
                      <a:pt x="9384" y="7740"/>
                      <a:pt x="9384" y="7549"/>
                    </a:cubicBezTo>
                    <a:lnTo>
                      <a:pt x="9384" y="6930"/>
                    </a:lnTo>
                    <a:lnTo>
                      <a:pt x="9050" y="6930"/>
                    </a:lnTo>
                    <a:lnTo>
                      <a:pt x="9050" y="5263"/>
                    </a:lnTo>
                    <a:lnTo>
                      <a:pt x="10574" y="5263"/>
                    </a:lnTo>
                    <a:lnTo>
                      <a:pt x="10574" y="0"/>
                    </a:lnTo>
                    <a:lnTo>
                      <a:pt x="5621" y="0"/>
                    </a:lnTo>
                    <a:lnTo>
                      <a:pt x="5621" y="1310"/>
                    </a:lnTo>
                    <a:lnTo>
                      <a:pt x="10241" y="1310"/>
                    </a:lnTo>
                    <a:lnTo>
                      <a:pt x="10241" y="4954"/>
                    </a:lnTo>
                    <a:lnTo>
                      <a:pt x="5930" y="4954"/>
                    </a:lnTo>
                    <a:lnTo>
                      <a:pt x="5930" y="1620"/>
                    </a:lnTo>
                    <a:lnTo>
                      <a:pt x="5621" y="1620"/>
                    </a:lnTo>
                    <a:lnTo>
                      <a:pt x="5621" y="2644"/>
                    </a:lnTo>
                    <a:lnTo>
                      <a:pt x="4954" y="2644"/>
                    </a:lnTo>
                    <a:lnTo>
                      <a:pt x="4954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93" name="Google Shape;1093;p63"/>
              <p:cNvSpPr/>
              <p:nvPr/>
            </p:nvSpPr>
            <p:spPr>
              <a:xfrm>
                <a:off x="3880550" y="3918125"/>
                <a:ext cx="7750" cy="7175"/>
              </a:xfrm>
              <a:custGeom>
                <a:avLst/>
                <a:gdLst/>
                <a:ahLst/>
                <a:cxnLst/>
                <a:rect l="l" t="t" r="r" b="b"/>
                <a:pathLst>
                  <a:path w="310" h="287" extrusionOk="0">
                    <a:moveTo>
                      <a:pt x="0" y="0"/>
                    </a:moveTo>
                    <a:lnTo>
                      <a:pt x="0" y="286"/>
                    </a:lnTo>
                    <a:lnTo>
                      <a:pt x="310" y="286"/>
                    </a:lnTo>
                    <a:lnTo>
                      <a:pt x="31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94" name="Google Shape;1094;p63"/>
              <p:cNvSpPr/>
              <p:nvPr/>
            </p:nvSpPr>
            <p:spPr>
              <a:xfrm>
                <a:off x="3896625" y="3918125"/>
                <a:ext cx="8350" cy="7175"/>
              </a:xfrm>
              <a:custGeom>
                <a:avLst/>
                <a:gdLst/>
                <a:ahLst/>
                <a:cxnLst/>
                <a:rect l="l" t="t" r="r" b="b"/>
                <a:pathLst>
                  <a:path w="334" h="287" extrusionOk="0">
                    <a:moveTo>
                      <a:pt x="0" y="0"/>
                    </a:moveTo>
                    <a:lnTo>
                      <a:pt x="0" y="286"/>
                    </a:lnTo>
                    <a:lnTo>
                      <a:pt x="333" y="286"/>
                    </a:lnTo>
                    <a:lnTo>
                      <a:pt x="333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95" name="Google Shape;1095;p63"/>
              <p:cNvSpPr/>
              <p:nvPr/>
            </p:nvSpPr>
            <p:spPr>
              <a:xfrm>
                <a:off x="3913275" y="3918125"/>
                <a:ext cx="7775" cy="7175"/>
              </a:xfrm>
              <a:custGeom>
                <a:avLst/>
                <a:gdLst/>
                <a:ahLst/>
                <a:cxnLst/>
                <a:rect l="l" t="t" r="r" b="b"/>
                <a:pathLst>
                  <a:path w="311" h="287" extrusionOk="0">
                    <a:moveTo>
                      <a:pt x="1" y="0"/>
                    </a:moveTo>
                    <a:lnTo>
                      <a:pt x="1" y="286"/>
                    </a:lnTo>
                    <a:lnTo>
                      <a:pt x="310" y="286"/>
                    </a:lnTo>
                    <a:lnTo>
                      <a:pt x="31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96" name="Google Shape;1096;p63"/>
              <p:cNvSpPr/>
              <p:nvPr/>
            </p:nvSpPr>
            <p:spPr>
              <a:xfrm>
                <a:off x="3875775" y="3946100"/>
                <a:ext cx="89925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3597" h="1311" extrusionOk="0">
                    <a:moveTo>
                      <a:pt x="3311" y="334"/>
                    </a:moveTo>
                    <a:lnTo>
                      <a:pt x="3311" y="1025"/>
                    </a:lnTo>
                    <a:lnTo>
                      <a:pt x="310" y="1025"/>
                    </a:lnTo>
                    <a:lnTo>
                      <a:pt x="310" y="334"/>
                    </a:lnTo>
                    <a:close/>
                    <a:moveTo>
                      <a:pt x="1" y="1"/>
                    </a:moveTo>
                    <a:lnTo>
                      <a:pt x="1" y="1310"/>
                    </a:lnTo>
                    <a:lnTo>
                      <a:pt x="3596" y="1310"/>
                    </a:lnTo>
                    <a:lnTo>
                      <a:pt x="3596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97" name="Google Shape;1097;p63"/>
              <p:cNvSpPr/>
              <p:nvPr/>
            </p:nvSpPr>
            <p:spPr>
              <a:xfrm>
                <a:off x="3875775" y="3987775"/>
                <a:ext cx="32775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311" h="1311" extrusionOk="0">
                    <a:moveTo>
                      <a:pt x="977" y="334"/>
                    </a:moveTo>
                    <a:lnTo>
                      <a:pt x="977" y="1025"/>
                    </a:lnTo>
                    <a:lnTo>
                      <a:pt x="310" y="1025"/>
                    </a:lnTo>
                    <a:lnTo>
                      <a:pt x="310" y="334"/>
                    </a:lnTo>
                    <a:close/>
                    <a:moveTo>
                      <a:pt x="1" y="1"/>
                    </a:moveTo>
                    <a:lnTo>
                      <a:pt x="1" y="1310"/>
                    </a:lnTo>
                    <a:lnTo>
                      <a:pt x="1310" y="1310"/>
                    </a:lnTo>
                    <a:lnTo>
                      <a:pt x="1310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98" name="Google Shape;1098;p63"/>
              <p:cNvSpPr/>
              <p:nvPr/>
            </p:nvSpPr>
            <p:spPr>
              <a:xfrm>
                <a:off x="3916850" y="3987775"/>
                <a:ext cx="50050" cy="7775"/>
              </a:xfrm>
              <a:custGeom>
                <a:avLst/>
                <a:gdLst/>
                <a:ahLst/>
                <a:cxnLst/>
                <a:rect l="l" t="t" r="r" b="b"/>
                <a:pathLst>
                  <a:path w="2002" h="311" extrusionOk="0">
                    <a:moveTo>
                      <a:pt x="1" y="1"/>
                    </a:moveTo>
                    <a:lnTo>
                      <a:pt x="1" y="310"/>
                    </a:lnTo>
                    <a:lnTo>
                      <a:pt x="2001" y="310"/>
                    </a:lnTo>
                    <a:lnTo>
                      <a:pt x="200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99" name="Google Shape;1099;p63"/>
              <p:cNvSpPr/>
              <p:nvPr/>
            </p:nvSpPr>
            <p:spPr>
              <a:xfrm>
                <a:off x="3916850" y="4000875"/>
                <a:ext cx="50050" cy="7175"/>
              </a:xfrm>
              <a:custGeom>
                <a:avLst/>
                <a:gdLst/>
                <a:ahLst/>
                <a:cxnLst/>
                <a:rect l="l" t="t" r="r" b="b"/>
                <a:pathLst>
                  <a:path w="2002" h="287" extrusionOk="0">
                    <a:moveTo>
                      <a:pt x="1" y="0"/>
                    </a:moveTo>
                    <a:lnTo>
                      <a:pt x="1" y="286"/>
                    </a:lnTo>
                    <a:lnTo>
                      <a:pt x="2001" y="286"/>
                    </a:lnTo>
                    <a:lnTo>
                      <a:pt x="200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100" name="Google Shape;1100;p63"/>
              <p:cNvSpPr/>
              <p:nvPr/>
            </p:nvSpPr>
            <p:spPr>
              <a:xfrm>
                <a:off x="3916850" y="4012775"/>
                <a:ext cx="50050" cy="7175"/>
              </a:xfrm>
              <a:custGeom>
                <a:avLst/>
                <a:gdLst/>
                <a:ahLst/>
                <a:cxnLst/>
                <a:rect l="l" t="t" r="r" b="b"/>
                <a:pathLst>
                  <a:path w="2002" h="287" extrusionOk="0">
                    <a:moveTo>
                      <a:pt x="1" y="1"/>
                    </a:moveTo>
                    <a:lnTo>
                      <a:pt x="1" y="287"/>
                    </a:lnTo>
                    <a:lnTo>
                      <a:pt x="2001" y="287"/>
                    </a:lnTo>
                    <a:lnTo>
                      <a:pt x="200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</p:grpSp>
      <p:grpSp>
        <p:nvGrpSpPr>
          <p:cNvPr id="1101" name="Google Shape;1101;p63"/>
          <p:cNvGrpSpPr/>
          <p:nvPr/>
        </p:nvGrpSpPr>
        <p:grpSpPr>
          <a:xfrm>
            <a:off x="3359223" y="2087948"/>
            <a:ext cx="353179" cy="318946"/>
            <a:chOff x="2136725" y="2850050"/>
            <a:chExt cx="264375" cy="238750"/>
          </a:xfrm>
        </p:grpSpPr>
        <p:sp>
          <p:nvSpPr>
            <p:cNvPr id="1102" name="Google Shape;1102;p63"/>
            <p:cNvSpPr/>
            <p:nvPr/>
          </p:nvSpPr>
          <p:spPr>
            <a:xfrm>
              <a:off x="2152800" y="2933400"/>
              <a:ext cx="8350" cy="7175"/>
            </a:xfrm>
            <a:custGeom>
              <a:avLst/>
              <a:gdLst/>
              <a:ahLst/>
              <a:cxnLst/>
              <a:rect l="l" t="t" r="r" b="b"/>
              <a:pathLst>
                <a:path w="334" h="287" extrusionOk="0">
                  <a:moveTo>
                    <a:pt x="0" y="0"/>
                  </a:moveTo>
                  <a:lnTo>
                    <a:pt x="0" y="286"/>
                  </a:lnTo>
                  <a:lnTo>
                    <a:pt x="334" y="286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103" name="Google Shape;1103;p63"/>
            <p:cNvSpPr/>
            <p:nvPr/>
          </p:nvSpPr>
          <p:spPr>
            <a:xfrm>
              <a:off x="2152800" y="2982800"/>
              <a:ext cx="8350" cy="7175"/>
            </a:xfrm>
            <a:custGeom>
              <a:avLst/>
              <a:gdLst/>
              <a:ahLst/>
              <a:cxnLst/>
              <a:rect l="l" t="t" r="r" b="b"/>
              <a:pathLst>
                <a:path w="334" h="287" extrusionOk="0">
                  <a:moveTo>
                    <a:pt x="0" y="1"/>
                  </a:moveTo>
                  <a:lnTo>
                    <a:pt x="0" y="287"/>
                  </a:lnTo>
                  <a:lnTo>
                    <a:pt x="334" y="287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104" name="Google Shape;1104;p63"/>
            <p:cNvSpPr/>
            <p:nvPr/>
          </p:nvSpPr>
          <p:spPr>
            <a:xfrm>
              <a:off x="2152800" y="3032225"/>
              <a:ext cx="8350" cy="7775"/>
            </a:xfrm>
            <a:custGeom>
              <a:avLst/>
              <a:gdLst/>
              <a:ahLst/>
              <a:cxnLst/>
              <a:rect l="l" t="t" r="r" b="b"/>
              <a:pathLst>
                <a:path w="334" h="311" extrusionOk="0">
                  <a:moveTo>
                    <a:pt x="0" y="1"/>
                  </a:moveTo>
                  <a:lnTo>
                    <a:pt x="0" y="310"/>
                  </a:lnTo>
                  <a:lnTo>
                    <a:pt x="334" y="310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105" name="Google Shape;1105;p63"/>
            <p:cNvSpPr/>
            <p:nvPr/>
          </p:nvSpPr>
          <p:spPr>
            <a:xfrm>
              <a:off x="2157550" y="2900050"/>
              <a:ext cx="8375" cy="7175"/>
            </a:xfrm>
            <a:custGeom>
              <a:avLst/>
              <a:gdLst/>
              <a:ahLst/>
              <a:cxnLst/>
              <a:rect l="l" t="t" r="r" b="b"/>
              <a:pathLst>
                <a:path w="335" h="287" extrusionOk="0">
                  <a:moveTo>
                    <a:pt x="1" y="1"/>
                  </a:moveTo>
                  <a:lnTo>
                    <a:pt x="1" y="287"/>
                  </a:lnTo>
                  <a:lnTo>
                    <a:pt x="334" y="287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106" name="Google Shape;1106;p63"/>
            <p:cNvSpPr/>
            <p:nvPr/>
          </p:nvSpPr>
          <p:spPr>
            <a:xfrm>
              <a:off x="2173625" y="2900050"/>
              <a:ext cx="8375" cy="7175"/>
            </a:xfrm>
            <a:custGeom>
              <a:avLst/>
              <a:gdLst/>
              <a:ahLst/>
              <a:cxnLst/>
              <a:rect l="l" t="t" r="r" b="b"/>
              <a:pathLst>
                <a:path w="335" h="287" extrusionOk="0">
                  <a:moveTo>
                    <a:pt x="1" y="1"/>
                  </a:moveTo>
                  <a:lnTo>
                    <a:pt x="1" y="287"/>
                  </a:lnTo>
                  <a:lnTo>
                    <a:pt x="334" y="287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107" name="Google Shape;1107;p63"/>
            <p:cNvSpPr/>
            <p:nvPr/>
          </p:nvSpPr>
          <p:spPr>
            <a:xfrm>
              <a:off x="2190300" y="2900050"/>
              <a:ext cx="8375" cy="7175"/>
            </a:xfrm>
            <a:custGeom>
              <a:avLst/>
              <a:gdLst/>
              <a:ahLst/>
              <a:cxnLst/>
              <a:rect l="l" t="t" r="r" b="b"/>
              <a:pathLst>
                <a:path w="335" h="287" extrusionOk="0">
                  <a:moveTo>
                    <a:pt x="1" y="1"/>
                  </a:moveTo>
                  <a:lnTo>
                    <a:pt x="1" y="287"/>
                  </a:lnTo>
                  <a:lnTo>
                    <a:pt x="334" y="287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108" name="Google Shape;1108;p63"/>
            <p:cNvSpPr/>
            <p:nvPr/>
          </p:nvSpPr>
          <p:spPr>
            <a:xfrm>
              <a:off x="2186725" y="2933400"/>
              <a:ext cx="24450" cy="7175"/>
            </a:xfrm>
            <a:custGeom>
              <a:avLst/>
              <a:gdLst/>
              <a:ahLst/>
              <a:cxnLst/>
              <a:rect l="l" t="t" r="r" b="b"/>
              <a:pathLst>
                <a:path w="978" h="287" extrusionOk="0">
                  <a:moveTo>
                    <a:pt x="1" y="0"/>
                  </a:moveTo>
                  <a:lnTo>
                    <a:pt x="1" y="286"/>
                  </a:lnTo>
                  <a:lnTo>
                    <a:pt x="977" y="286"/>
                  </a:lnTo>
                  <a:lnTo>
                    <a:pt x="97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109" name="Google Shape;1109;p63"/>
            <p:cNvSpPr/>
            <p:nvPr/>
          </p:nvSpPr>
          <p:spPr>
            <a:xfrm>
              <a:off x="2186725" y="2950075"/>
              <a:ext cx="66125" cy="7150"/>
            </a:xfrm>
            <a:custGeom>
              <a:avLst/>
              <a:gdLst/>
              <a:ahLst/>
              <a:cxnLst/>
              <a:rect l="l" t="t" r="r" b="b"/>
              <a:pathLst>
                <a:path w="2645" h="286" extrusionOk="0">
                  <a:moveTo>
                    <a:pt x="1" y="0"/>
                  </a:moveTo>
                  <a:lnTo>
                    <a:pt x="1" y="286"/>
                  </a:lnTo>
                  <a:lnTo>
                    <a:pt x="2644" y="286"/>
                  </a:lnTo>
                  <a:lnTo>
                    <a:pt x="264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110" name="Google Shape;1110;p63"/>
            <p:cNvSpPr/>
            <p:nvPr/>
          </p:nvSpPr>
          <p:spPr>
            <a:xfrm>
              <a:off x="2261150" y="2950075"/>
              <a:ext cx="12525" cy="7150"/>
            </a:xfrm>
            <a:custGeom>
              <a:avLst/>
              <a:gdLst/>
              <a:ahLst/>
              <a:cxnLst/>
              <a:rect l="l" t="t" r="r" b="b"/>
              <a:pathLst>
                <a:path w="501" h="286" extrusionOk="0">
                  <a:moveTo>
                    <a:pt x="1" y="0"/>
                  </a:moveTo>
                  <a:lnTo>
                    <a:pt x="1" y="286"/>
                  </a:lnTo>
                  <a:lnTo>
                    <a:pt x="501" y="286"/>
                  </a:lnTo>
                  <a:lnTo>
                    <a:pt x="50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111" name="Google Shape;1111;p63"/>
            <p:cNvSpPr/>
            <p:nvPr/>
          </p:nvSpPr>
          <p:spPr>
            <a:xfrm>
              <a:off x="2186725" y="2966150"/>
              <a:ext cx="49450" cy="7750"/>
            </a:xfrm>
            <a:custGeom>
              <a:avLst/>
              <a:gdLst/>
              <a:ahLst/>
              <a:cxnLst/>
              <a:rect l="l" t="t" r="r" b="b"/>
              <a:pathLst>
                <a:path w="1978" h="310" extrusionOk="0">
                  <a:moveTo>
                    <a:pt x="1" y="0"/>
                  </a:moveTo>
                  <a:lnTo>
                    <a:pt x="1" y="310"/>
                  </a:lnTo>
                  <a:lnTo>
                    <a:pt x="1977" y="310"/>
                  </a:lnTo>
                  <a:lnTo>
                    <a:pt x="197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112" name="Google Shape;1112;p63"/>
            <p:cNvSpPr/>
            <p:nvPr/>
          </p:nvSpPr>
          <p:spPr>
            <a:xfrm>
              <a:off x="2186725" y="2990550"/>
              <a:ext cx="24450" cy="7775"/>
            </a:xfrm>
            <a:custGeom>
              <a:avLst/>
              <a:gdLst/>
              <a:ahLst/>
              <a:cxnLst/>
              <a:rect l="l" t="t" r="r" b="b"/>
              <a:pathLst>
                <a:path w="978" h="311" extrusionOk="0">
                  <a:moveTo>
                    <a:pt x="1" y="1"/>
                  </a:moveTo>
                  <a:lnTo>
                    <a:pt x="1" y="310"/>
                  </a:lnTo>
                  <a:lnTo>
                    <a:pt x="977" y="310"/>
                  </a:lnTo>
                  <a:lnTo>
                    <a:pt x="97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113" name="Google Shape;1113;p63"/>
            <p:cNvSpPr/>
            <p:nvPr/>
          </p:nvSpPr>
          <p:spPr>
            <a:xfrm>
              <a:off x="2289125" y="3007825"/>
              <a:ext cx="37550" cy="7150"/>
            </a:xfrm>
            <a:custGeom>
              <a:avLst/>
              <a:gdLst/>
              <a:ahLst/>
              <a:cxnLst/>
              <a:rect l="l" t="t" r="r" b="b"/>
              <a:pathLst>
                <a:path w="1502" h="286" extrusionOk="0">
                  <a:moveTo>
                    <a:pt x="1" y="0"/>
                  </a:moveTo>
                  <a:lnTo>
                    <a:pt x="1" y="286"/>
                  </a:lnTo>
                  <a:lnTo>
                    <a:pt x="1501" y="286"/>
                  </a:lnTo>
                  <a:lnTo>
                    <a:pt x="150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114" name="Google Shape;1114;p63"/>
            <p:cNvSpPr/>
            <p:nvPr/>
          </p:nvSpPr>
          <p:spPr>
            <a:xfrm>
              <a:off x="2186725" y="3007825"/>
              <a:ext cx="95300" cy="7150"/>
            </a:xfrm>
            <a:custGeom>
              <a:avLst/>
              <a:gdLst/>
              <a:ahLst/>
              <a:cxnLst/>
              <a:rect l="l" t="t" r="r" b="b"/>
              <a:pathLst>
                <a:path w="3812" h="286" extrusionOk="0">
                  <a:moveTo>
                    <a:pt x="1" y="0"/>
                  </a:moveTo>
                  <a:lnTo>
                    <a:pt x="1" y="286"/>
                  </a:lnTo>
                  <a:lnTo>
                    <a:pt x="3811" y="286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115" name="Google Shape;1115;p63"/>
            <p:cNvSpPr/>
            <p:nvPr/>
          </p:nvSpPr>
          <p:spPr>
            <a:xfrm>
              <a:off x="2248050" y="3024475"/>
              <a:ext cx="53600" cy="7175"/>
            </a:xfrm>
            <a:custGeom>
              <a:avLst/>
              <a:gdLst/>
              <a:ahLst/>
              <a:cxnLst/>
              <a:rect l="l" t="t" r="r" b="b"/>
              <a:pathLst>
                <a:path w="2144" h="287" extrusionOk="0">
                  <a:moveTo>
                    <a:pt x="1" y="1"/>
                  </a:moveTo>
                  <a:lnTo>
                    <a:pt x="1" y="287"/>
                  </a:lnTo>
                  <a:lnTo>
                    <a:pt x="2144" y="287"/>
                  </a:lnTo>
                  <a:lnTo>
                    <a:pt x="214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116" name="Google Shape;1116;p63"/>
            <p:cNvSpPr/>
            <p:nvPr/>
          </p:nvSpPr>
          <p:spPr>
            <a:xfrm>
              <a:off x="2186725" y="3024475"/>
              <a:ext cx="53625" cy="7175"/>
            </a:xfrm>
            <a:custGeom>
              <a:avLst/>
              <a:gdLst/>
              <a:ahLst/>
              <a:cxnLst/>
              <a:rect l="l" t="t" r="r" b="b"/>
              <a:pathLst>
                <a:path w="2145" h="287" extrusionOk="0">
                  <a:moveTo>
                    <a:pt x="1" y="1"/>
                  </a:moveTo>
                  <a:lnTo>
                    <a:pt x="1" y="287"/>
                  </a:lnTo>
                  <a:lnTo>
                    <a:pt x="2144" y="287"/>
                  </a:lnTo>
                  <a:lnTo>
                    <a:pt x="214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117" name="Google Shape;1117;p63"/>
            <p:cNvSpPr/>
            <p:nvPr/>
          </p:nvSpPr>
          <p:spPr>
            <a:xfrm>
              <a:off x="2186725" y="3040550"/>
              <a:ext cx="40525" cy="7775"/>
            </a:xfrm>
            <a:custGeom>
              <a:avLst/>
              <a:gdLst/>
              <a:ahLst/>
              <a:cxnLst/>
              <a:rect l="l" t="t" r="r" b="b"/>
              <a:pathLst>
                <a:path w="1621" h="311" extrusionOk="0">
                  <a:moveTo>
                    <a:pt x="1" y="1"/>
                  </a:moveTo>
                  <a:lnTo>
                    <a:pt x="1" y="311"/>
                  </a:lnTo>
                  <a:lnTo>
                    <a:pt x="1620" y="311"/>
                  </a:lnTo>
                  <a:lnTo>
                    <a:pt x="16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118" name="Google Shape;1118;p63"/>
            <p:cNvSpPr/>
            <p:nvPr/>
          </p:nvSpPr>
          <p:spPr>
            <a:xfrm>
              <a:off x="2186725" y="3057225"/>
              <a:ext cx="82200" cy="7175"/>
            </a:xfrm>
            <a:custGeom>
              <a:avLst/>
              <a:gdLst/>
              <a:ahLst/>
              <a:cxnLst/>
              <a:rect l="l" t="t" r="r" b="b"/>
              <a:pathLst>
                <a:path w="3288" h="287" extrusionOk="0">
                  <a:moveTo>
                    <a:pt x="1" y="1"/>
                  </a:moveTo>
                  <a:lnTo>
                    <a:pt x="1" y="286"/>
                  </a:lnTo>
                  <a:lnTo>
                    <a:pt x="3287" y="286"/>
                  </a:lnTo>
                  <a:lnTo>
                    <a:pt x="328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119" name="Google Shape;1119;p63"/>
            <p:cNvSpPr/>
            <p:nvPr/>
          </p:nvSpPr>
          <p:spPr>
            <a:xfrm>
              <a:off x="2136725" y="2850050"/>
              <a:ext cx="264375" cy="238750"/>
            </a:xfrm>
            <a:custGeom>
              <a:avLst/>
              <a:gdLst/>
              <a:ahLst/>
              <a:cxnLst/>
              <a:rect l="l" t="t" r="r" b="b"/>
              <a:pathLst>
                <a:path w="10575" h="9550" extrusionOk="0">
                  <a:moveTo>
                    <a:pt x="7645" y="1667"/>
                  </a:moveTo>
                  <a:cubicBezTo>
                    <a:pt x="7716" y="1882"/>
                    <a:pt x="7788" y="2096"/>
                    <a:pt x="7954" y="2263"/>
                  </a:cubicBezTo>
                  <a:lnTo>
                    <a:pt x="7954" y="2691"/>
                  </a:lnTo>
                  <a:lnTo>
                    <a:pt x="7264" y="2691"/>
                  </a:lnTo>
                  <a:lnTo>
                    <a:pt x="7264" y="1667"/>
                  </a:lnTo>
                  <a:close/>
                  <a:moveTo>
                    <a:pt x="6811" y="334"/>
                  </a:moveTo>
                  <a:lnTo>
                    <a:pt x="6930" y="834"/>
                  </a:lnTo>
                  <a:lnTo>
                    <a:pt x="6930" y="3620"/>
                  </a:lnTo>
                  <a:lnTo>
                    <a:pt x="6573" y="3620"/>
                  </a:lnTo>
                  <a:lnTo>
                    <a:pt x="6573" y="834"/>
                  </a:lnTo>
                  <a:lnTo>
                    <a:pt x="6716" y="334"/>
                  </a:lnTo>
                  <a:close/>
                  <a:moveTo>
                    <a:pt x="7431" y="3954"/>
                  </a:moveTo>
                  <a:lnTo>
                    <a:pt x="7431" y="4287"/>
                  </a:lnTo>
                  <a:lnTo>
                    <a:pt x="6121" y="4311"/>
                  </a:lnTo>
                  <a:lnTo>
                    <a:pt x="6097" y="4287"/>
                  </a:lnTo>
                  <a:lnTo>
                    <a:pt x="6097" y="3954"/>
                  </a:lnTo>
                  <a:close/>
                  <a:moveTo>
                    <a:pt x="6597" y="4620"/>
                  </a:moveTo>
                  <a:lnTo>
                    <a:pt x="6597" y="5621"/>
                  </a:lnTo>
                  <a:lnTo>
                    <a:pt x="6287" y="5621"/>
                  </a:lnTo>
                  <a:lnTo>
                    <a:pt x="6240" y="5597"/>
                  </a:lnTo>
                  <a:lnTo>
                    <a:pt x="6240" y="4620"/>
                  </a:lnTo>
                  <a:close/>
                  <a:moveTo>
                    <a:pt x="7264" y="4620"/>
                  </a:moveTo>
                  <a:lnTo>
                    <a:pt x="7264" y="5597"/>
                  </a:lnTo>
                  <a:lnTo>
                    <a:pt x="7264" y="5621"/>
                  </a:lnTo>
                  <a:lnTo>
                    <a:pt x="6907" y="5621"/>
                  </a:lnTo>
                  <a:lnTo>
                    <a:pt x="6907" y="4620"/>
                  </a:lnTo>
                  <a:close/>
                  <a:moveTo>
                    <a:pt x="9741" y="358"/>
                  </a:moveTo>
                  <a:cubicBezTo>
                    <a:pt x="10050" y="572"/>
                    <a:pt x="10241" y="929"/>
                    <a:pt x="10241" y="1334"/>
                  </a:cubicBezTo>
                  <a:cubicBezTo>
                    <a:pt x="10241" y="1810"/>
                    <a:pt x="9979" y="2239"/>
                    <a:pt x="9526" y="2406"/>
                  </a:cubicBezTo>
                  <a:lnTo>
                    <a:pt x="9431" y="2453"/>
                  </a:lnTo>
                  <a:lnTo>
                    <a:pt x="9431" y="5621"/>
                  </a:lnTo>
                  <a:lnTo>
                    <a:pt x="9431" y="5668"/>
                  </a:lnTo>
                  <a:lnTo>
                    <a:pt x="8788" y="5668"/>
                  </a:lnTo>
                  <a:lnTo>
                    <a:pt x="8740" y="5621"/>
                  </a:lnTo>
                  <a:lnTo>
                    <a:pt x="8740" y="2453"/>
                  </a:lnTo>
                  <a:lnTo>
                    <a:pt x="8669" y="2406"/>
                  </a:lnTo>
                  <a:cubicBezTo>
                    <a:pt x="8216" y="2239"/>
                    <a:pt x="7907" y="1810"/>
                    <a:pt x="7907" y="1334"/>
                  </a:cubicBezTo>
                  <a:cubicBezTo>
                    <a:pt x="7907" y="953"/>
                    <a:pt x="8121" y="596"/>
                    <a:pt x="8407" y="358"/>
                  </a:cubicBezTo>
                  <a:lnTo>
                    <a:pt x="8407" y="1572"/>
                  </a:lnTo>
                  <a:cubicBezTo>
                    <a:pt x="8407" y="1691"/>
                    <a:pt x="8526" y="1810"/>
                    <a:pt x="8669" y="1810"/>
                  </a:cubicBezTo>
                  <a:lnTo>
                    <a:pt x="9502" y="1810"/>
                  </a:lnTo>
                  <a:cubicBezTo>
                    <a:pt x="9598" y="1810"/>
                    <a:pt x="9741" y="1691"/>
                    <a:pt x="9741" y="1572"/>
                  </a:cubicBezTo>
                  <a:lnTo>
                    <a:pt x="9741" y="358"/>
                  </a:lnTo>
                  <a:close/>
                  <a:moveTo>
                    <a:pt x="6287" y="1667"/>
                  </a:moveTo>
                  <a:lnTo>
                    <a:pt x="6287" y="3668"/>
                  </a:lnTo>
                  <a:lnTo>
                    <a:pt x="5764" y="3668"/>
                  </a:lnTo>
                  <a:lnTo>
                    <a:pt x="5764" y="4287"/>
                  </a:lnTo>
                  <a:cubicBezTo>
                    <a:pt x="5764" y="4406"/>
                    <a:pt x="5859" y="4525"/>
                    <a:pt x="5954" y="4549"/>
                  </a:cubicBezTo>
                  <a:lnTo>
                    <a:pt x="5954" y="5597"/>
                  </a:lnTo>
                  <a:cubicBezTo>
                    <a:pt x="5954" y="5787"/>
                    <a:pt x="6097" y="5930"/>
                    <a:pt x="6287" y="5930"/>
                  </a:cubicBezTo>
                  <a:lnTo>
                    <a:pt x="7264" y="5930"/>
                  </a:lnTo>
                  <a:cubicBezTo>
                    <a:pt x="7431" y="5930"/>
                    <a:pt x="7550" y="5787"/>
                    <a:pt x="7550" y="5597"/>
                  </a:cubicBezTo>
                  <a:lnTo>
                    <a:pt x="7550" y="4549"/>
                  </a:lnTo>
                  <a:cubicBezTo>
                    <a:pt x="7645" y="4501"/>
                    <a:pt x="7740" y="4406"/>
                    <a:pt x="7740" y="4287"/>
                  </a:cubicBezTo>
                  <a:lnTo>
                    <a:pt x="7740" y="3668"/>
                  </a:lnTo>
                  <a:lnTo>
                    <a:pt x="7240" y="3668"/>
                  </a:lnTo>
                  <a:lnTo>
                    <a:pt x="7240" y="2977"/>
                  </a:lnTo>
                  <a:lnTo>
                    <a:pt x="7907" y="2977"/>
                  </a:lnTo>
                  <a:lnTo>
                    <a:pt x="7907" y="9264"/>
                  </a:lnTo>
                  <a:lnTo>
                    <a:pt x="1644" y="9264"/>
                  </a:lnTo>
                  <a:lnTo>
                    <a:pt x="1644" y="2977"/>
                  </a:lnTo>
                  <a:lnTo>
                    <a:pt x="5954" y="2977"/>
                  </a:lnTo>
                  <a:lnTo>
                    <a:pt x="5954" y="2691"/>
                  </a:lnTo>
                  <a:lnTo>
                    <a:pt x="334" y="2691"/>
                  </a:lnTo>
                  <a:lnTo>
                    <a:pt x="334" y="1667"/>
                  </a:lnTo>
                  <a:close/>
                  <a:moveTo>
                    <a:pt x="6478" y="0"/>
                  </a:moveTo>
                  <a:lnTo>
                    <a:pt x="6264" y="786"/>
                  </a:lnTo>
                  <a:lnTo>
                    <a:pt x="6264" y="1310"/>
                  </a:lnTo>
                  <a:lnTo>
                    <a:pt x="0" y="1310"/>
                  </a:lnTo>
                  <a:lnTo>
                    <a:pt x="0" y="2953"/>
                  </a:lnTo>
                  <a:lnTo>
                    <a:pt x="1310" y="2953"/>
                  </a:lnTo>
                  <a:lnTo>
                    <a:pt x="1310" y="9240"/>
                  </a:lnTo>
                  <a:lnTo>
                    <a:pt x="286" y="9240"/>
                  </a:lnTo>
                  <a:lnTo>
                    <a:pt x="286" y="3287"/>
                  </a:lnTo>
                  <a:lnTo>
                    <a:pt x="0" y="3287"/>
                  </a:lnTo>
                  <a:lnTo>
                    <a:pt x="0" y="9550"/>
                  </a:lnTo>
                  <a:lnTo>
                    <a:pt x="8240" y="9550"/>
                  </a:lnTo>
                  <a:lnTo>
                    <a:pt x="8240" y="2525"/>
                  </a:lnTo>
                  <a:cubicBezTo>
                    <a:pt x="8288" y="2572"/>
                    <a:pt x="8359" y="2620"/>
                    <a:pt x="8407" y="2644"/>
                  </a:cubicBezTo>
                  <a:lnTo>
                    <a:pt x="8407" y="5621"/>
                  </a:lnTo>
                  <a:cubicBezTo>
                    <a:pt x="8407" y="5811"/>
                    <a:pt x="8574" y="5954"/>
                    <a:pt x="8740" y="5954"/>
                  </a:cubicBezTo>
                  <a:lnTo>
                    <a:pt x="9407" y="5954"/>
                  </a:lnTo>
                  <a:cubicBezTo>
                    <a:pt x="9574" y="5954"/>
                    <a:pt x="9693" y="5811"/>
                    <a:pt x="9693" y="5621"/>
                  </a:cubicBezTo>
                  <a:lnTo>
                    <a:pt x="9693" y="2644"/>
                  </a:lnTo>
                  <a:cubicBezTo>
                    <a:pt x="10193" y="2406"/>
                    <a:pt x="10526" y="1905"/>
                    <a:pt x="10526" y="1334"/>
                  </a:cubicBezTo>
                  <a:cubicBezTo>
                    <a:pt x="10574" y="810"/>
                    <a:pt x="10264" y="310"/>
                    <a:pt x="9788" y="24"/>
                  </a:cubicBezTo>
                  <a:lnTo>
                    <a:pt x="9407" y="24"/>
                  </a:lnTo>
                  <a:lnTo>
                    <a:pt x="9407" y="1524"/>
                  </a:lnTo>
                  <a:lnTo>
                    <a:pt x="8716" y="1524"/>
                  </a:lnTo>
                  <a:lnTo>
                    <a:pt x="8716" y="24"/>
                  </a:lnTo>
                  <a:lnTo>
                    <a:pt x="8359" y="24"/>
                  </a:lnTo>
                  <a:cubicBezTo>
                    <a:pt x="7883" y="310"/>
                    <a:pt x="7573" y="786"/>
                    <a:pt x="7573" y="1310"/>
                  </a:cubicBezTo>
                  <a:lnTo>
                    <a:pt x="7216" y="1310"/>
                  </a:lnTo>
                  <a:lnTo>
                    <a:pt x="7216" y="786"/>
                  </a:lnTo>
                  <a:lnTo>
                    <a:pt x="704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cxnSp>
        <p:nvCxnSpPr>
          <p:cNvPr id="1120" name="Google Shape;1120;p63"/>
          <p:cNvCxnSpPr/>
          <p:nvPr/>
        </p:nvCxnSpPr>
        <p:spPr>
          <a:xfrm>
            <a:off x="3933944" y="2247450"/>
            <a:ext cx="1284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21" name="Google Shape;1121;p63"/>
          <p:cNvCxnSpPr/>
          <p:nvPr/>
        </p:nvCxnSpPr>
        <p:spPr>
          <a:xfrm>
            <a:off x="3933944" y="3792500"/>
            <a:ext cx="1284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22" name="Google Shape;1122;p63"/>
          <p:cNvCxnSpPr/>
          <p:nvPr/>
        </p:nvCxnSpPr>
        <p:spPr>
          <a:xfrm>
            <a:off x="3531419" y="2604191"/>
            <a:ext cx="0" cy="8214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23" name="Google Shape;1123;p63"/>
          <p:cNvCxnSpPr/>
          <p:nvPr/>
        </p:nvCxnSpPr>
        <p:spPr>
          <a:xfrm>
            <a:off x="5609094" y="2604191"/>
            <a:ext cx="0" cy="8214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1342;p74"/>
          <p:cNvSpPr txBox="1"/>
          <p:nvPr>
            <p:ph type="title"/>
          </p:nvPr>
        </p:nvSpPr>
        <p:spPr>
          <a:xfrm>
            <a:off x="3142075" y="1902845"/>
            <a:ext cx="5288700" cy="1015800"/>
          </a:xfrm>
          <a:prstGeom prst="rect">
            <a:avLst/>
          </a:prstGeom>
        </p:spPr>
        <p:txBody>
          <a:bodyPr spcFirstLastPara="1" wrap="square" lIns="91425" tIns="91425" rIns="0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 sz="7000"/>
              <a:t>Merci</a:t>
            </a:r>
            <a:r>
              <a:rPr lang="en-GB" sz="7000"/>
              <a:t>!</a:t>
            </a:r>
            <a:endParaRPr lang="en-GB" sz="7000"/>
          </a:p>
        </p:txBody>
      </p:sp>
      <p:sp>
        <p:nvSpPr>
          <p:cNvPr id="83" name="Google Shape;1343;p74"/>
          <p:cNvSpPr txBox="1"/>
          <p:nvPr>
            <p:ph type="subTitle" idx="1"/>
          </p:nvPr>
        </p:nvSpPr>
        <p:spPr>
          <a:xfrm>
            <a:off x="3142075" y="2751725"/>
            <a:ext cx="5288700" cy="115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Arial" panose="020B0604020202020204"/>
              <a:buNone/>
            </a:pPr>
            <a:r>
              <a:rPr lang="en-GB"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rPr>
              <a:t>Avez-vous des questions?</a:t>
            </a:r>
            <a:endParaRPr sz="2200">
              <a:solidFill>
                <a:schemeClr val="accent1"/>
              </a:solidFill>
              <a:latin typeface="Space Mono"/>
              <a:ea typeface="Space Mono"/>
              <a:cs typeface="Space Mono"/>
              <a:sym typeface="Space Mono"/>
            </a:endParaRPr>
          </a:p>
          <a:p>
            <a:pPr marL="0" lvl="0" indent="0" algn="r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Arial" panose="020B0604020202020204"/>
              <a:buNone/>
            </a:pPr>
            <a:endParaRPr>
              <a:solidFill>
                <a:schemeClr val="lt2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oday Is Web Designer Day by Slidesgo">
  <a:themeElements>
    <a:clrScheme name="Simple Light">
      <a:dk1>
        <a:srgbClr val="00216E"/>
      </a:dk1>
      <a:lt1>
        <a:srgbClr val="E20030"/>
      </a:lt1>
      <a:dk2>
        <a:srgbClr val="EFEFEF"/>
      </a:dk2>
      <a:lt2>
        <a:srgbClr val="434343"/>
      </a:lt2>
      <a:accent1>
        <a:srgbClr val="000000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43434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1590</Words>
  <Application>WPS Presentation</Application>
  <PresentationFormat/>
  <Paragraphs>94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7" baseType="lpstr">
      <vt:lpstr>Arial</vt:lpstr>
      <vt:lpstr>SimSun</vt:lpstr>
      <vt:lpstr>Wingdings</vt:lpstr>
      <vt:lpstr>Arial</vt:lpstr>
      <vt:lpstr>Space Mono</vt:lpstr>
      <vt:lpstr>Gubbi</vt:lpstr>
      <vt:lpstr>Poppins</vt:lpstr>
      <vt:lpstr>Roboto Condensed Light</vt:lpstr>
      <vt:lpstr>Reggae One</vt:lpstr>
      <vt:lpstr>Roboto Condensed</vt:lpstr>
      <vt:lpstr>Roboto Mono</vt:lpstr>
      <vt:lpstr>Microsoft YaHei</vt:lpstr>
      <vt:lpstr>Droid Sans Fallback</vt:lpstr>
      <vt:lpstr>Arial Unicode MS</vt:lpstr>
      <vt:lpstr>OpenSymbol</vt:lpstr>
      <vt:lpstr>Today Is Web Designer Day by Slidesgo</vt:lpstr>
      <vt:lpstr>Le Web Scraping</vt:lpstr>
      <vt:lpstr>01</vt:lpstr>
      <vt:lpstr>Qu'est-ce que le web scraping ?</vt:lpstr>
      <vt:lpstr>02</vt:lpstr>
      <vt:lpstr>Web design principles</vt:lpstr>
      <vt:lpstr>Comment fonctionne le web scraping ?</vt:lpstr>
      <vt:lpstr>PowerPoint 演示文稿</vt:lpstr>
      <vt:lpstr>PowerPoint 演示文稿</vt:lpstr>
      <vt:lpstr>03</vt:lpstr>
      <vt:lpstr>Skills of a web designer</vt:lpstr>
      <vt:lpstr>Merci!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 Web Scraping</dc:title>
  <dc:creator/>
  <cp:lastModifiedBy>shito</cp:lastModifiedBy>
  <cp:revision>73</cp:revision>
  <dcterms:created xsi:type="dcterms:W3CDTF">2025-04-25T14:53:52Z</dcterms:created>
  <dcterms:modified xsi:type="dcterms:W3CDTF">2025-04-25T14:53:52Z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</Properties>
</file>