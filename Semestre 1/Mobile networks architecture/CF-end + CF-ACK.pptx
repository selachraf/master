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96" r:id="rId5"/>
    <p:sldId id="261" r:id="rId6"/>
    <p:sldId id="298" r:id="rId7"/>
    <p:sldId id="299" r:id="rId8"/>
    <p:sldId id="262" r:id="rId9"/>
    <p:sldId id="302" r:id="rId10"/>
    <p:sldId id="301" r:id="rId11"/>
    <p:sldId id="300" r:id="rId12"/>
    <p:sldId id="277" r:id="rId13"/>
  </p:sldIdLst>
  <p:sldSz cx="9144000" cy="5143500"/>
  <p:notesSz cx="6858000" cy="9144000"/>
  <p:embeddedFontLst>
    <p:embeddedFont>
      <p:font typeface="Proxima Nova" charset="0"/>
      <p:regular r:id="rId17"/>
      <p:bold r:id="rId18"/>
      <p:italic r:id="rId19"/>
      <p:boldItalic r:id="rId20"/>
    </p:embeddedFont>
    <p:embeddedFont>
      <p:font typeface="Roboto Medium" charset="0"/>
      <p:regular r:id="rId21"/>
      <p:bold r:id="rId22"/>
      <p:italic r:id="rId23"/>
      <p:boldItalic r:id="rId24"/>
    </p:embeddedFont>
    <p:embeddedFont>
      <p:font typeface="Amatic SC" charset="0"/>
      <p:regular r:id="rId25"/>
      <p:bold r:id="rId26"/>
    </p:embeddedFont>
    <p:embeddedFont>
      <p:font typeface="Sora" charset="0"/>
      <p:regular r:id="rId27"/>
      <p:bold r:id="rId28"/>
    </p:embeddedFont>
    <p:embeddedFont>
      <p:font typeface="Open Sans"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92"/>
        <p:guide pos="2882"/>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font" Target="fonts/font16.fntdata"/><Relationship Id="rId31" Type="http://schemas.openxmlformats.org/officeDocument/2006/relationships/font" Target="fonts/font15.fntdata"/><Relationship Id="rId30" Type="http://schemas.openxmlformats.org/officeDocument/2006/relationships/font" Target="fonts/font14.fntdata"/><Relationship Id="rId3" Type="http://schemas.openxmlformats.org/officeDocument/2006/relationships/slide" Target="slides/slide1.xml"/><Relationship Id="rId29" Type="http://schemas.openxmlformats.org/officeDocument/2006/relationships/font" Target="fonts/font13.fntdata"/><Relationship Id="rId28" Type="http://schemas.openxmlformats.org/officeDocument/2006/relationships/font" Target="fonts/font12.fntdata"/><Relationship Id="rId27" Type="http://schemas.openxmlformats.org/officeDocument/2006/relationships/font" Target="fonts/font11.fntdata"/><Relationship Id="rId26" Type="http://schemas.openxmlformats.org/officeDocument/2006/relationships/font" Target="fonts/font10.fntdata"/><Relationship Id="rId25" Type="http://schemas.openxmlformats.org/officeDocument/2006/relationships/font" Target="fonts/font9.fntdata"/><Relationship Id="rId24" Type="http://schemas.openxmlformats.org/officeDocument/2006/relationships/font" Target="fonts/font8.fntdata"/><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6" name="Shape 706"/>
        <p:cNvGrpSpPr/>
        <p:nvPr/>
      </p:nvGrpSpPr>
      <p:grpSpPr>
        <a:xfrm>
          <a:off x="0" y="0"/>
          <a:ext cx="0" cy="0"/>
          <a:chOff x="0" y="0"/>
          <a:chExt cx="0" cy="0"/>
        </a:xfrm>
      </p:grpSpPr>
      <p:sp>
        <p:nvSpPr>
          <p:cNvPr id="707" name="Google Shape;707;g287fa921f8d_0_138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287fa921f8d_0_138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67" name="Shape 1067"/>
        <p:cNvGrpSpPr/>
        <p:nvPr/>
      </p:nvGrpSpPr>
      <p:grpSpPr>
        <a:xfrm>
          <a:off x="0" y="0"/>
          <a:ext cx="0" cy="0"/>
          <a:chOff x="0" y="0"/>
          <a:chExt cx="0" cy="0"/>
        </a:xfrm>
      </p:grpSpPr>
      <p:sp>
        <p:nvSpPr>
          <p:cNvPr id="1068" name="Google Shape;1068;gd431007ba2_0_2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9" name="Google Shape;1069;gd431007ba2_0_2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95" name="Shape 1495"/>
        <p:cNvGrpSpPr/>
        <p:nvPr/>
      </p:nvGrpSpPr>
      <p:grpSpPr>
        <a:xfrm>
          <a:off x="0" y="0"/>
          <a:ext cx="0" cy="0"/>
          <a:chOff x="0" y="0"/>
          <a:chExt cx="0" cy="0"/>
        </a:xfrm>
      </p:grpSpPr>
      <p:sp>
        <p:nvSpPr>
          <p:cNvPr id="1496" name="Google Shape;1496;g54dda1946d_6_33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95" name="Shape 1495"/>
        <p:cNvGrpSpPr/>
        <p:nvPr/>
      </p:nvGrpSpPr>
      <p:grpSpPr>
        <a:xfrm>
          <a:off x="0" y="0"/>
          <a:ext cx="0" cy="0"/>
          <a:chOff x="0" y="0"/>
          <a:chExt cx="0" cy="0"/>
        </a:xfrm>
      </p:grpSpPr>
      <p:sp>
        <p:nvSpPr>
          <p:cNvPr id="1496" name="Google Shape;1496;g54dda1946d_6_33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95" name="Shape 1495"/>
        <p:cNvGrpSpPr/>
        <p:nvPr/>
      </p:nvGrpSpPr>
      <p:grpSpPr>
        <a:xfrm>
          <a:off x="0" y="0"/>
          <a:ext cx="0" cy="0"/>
          <a:chOff x="0" y="0"/>
          <a:chExt cx="0" cy="0"/>
        </a:xfrm>
      </p:grpSpPr>
      <p:sp>
        <p:nvSpPr>
          <p:cNvPr id="1496" name="Google Shape;1496;g54dda1946d_6_33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87" name="Shape 1587"/>
        <p:cNvGrpSpPr/>
        <p:nvPr/>
      </p:nvGrpSpPr>
      <p:grpSpPr>
        <a:xfrm>
          <a:off x="0" y="0"/>
          <a:ext cx="0" cy="0"/>
          <a:chOff x="0" y="0"/>
          <a:chExt cx="0" cy="0"/>
        </a:xfrm>
      </p:grpSpPr>
      <p:sp>
        <p:nvSpPr>
          <p:cNvPr id="1588" name="Google Shape;1588;g184d99d1a72_0_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87" name="Shape 1587"/>
        <p:cNvGrpSpPr/>
        <p:nvPr/>
      </p:nvGrpSpPr>
      <p:grpSpPr>
        <a:xfrm>
          <a:off x="0" y="0"/>
          <a:ext cx="0" cy="0"/>
          <a:chOff x="0" y="0"/>
          <a:chExt cx="0" cy="0"/>
        </a:xfrm>
      </p:grpSpPr>
      <p:sp>
        <p:nvSpPr>
          <p:cNvPr id="1588" name="Google Shape;1588;g184d99d1a72_0_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87" name="Shape 1587"/>
        <p:cNvGrpSpPr/>
        <p:nvPr/>
      </p:nvGrpSpPr>
      <p:grpSpPr>
        <a:xfrm>
          <a:off x="0" y="0"/>
          <a:ext cx="0" cy="0"/>
          <a:chOff x="0" y="0"/>
          <a:chExt cx="0" cy="0"/>
        </a:xfrm>
      </p:grpSpPr>
      <p:sp>
        <p:nvSpPr>
          <p:cNvPr id="1588" name="Google Shape;1588;g184d99d1a72_0_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87" name="Shape 1587"/>
        <p:cNvGrpSpPr/>
        <p:nvPr/>
      </p:nvGrpSpPr>
      <p:grpSpPr>
        <a:xfrm>
          <a:off x="0" y="0"/>
          <a:ext cx="0" cy="0"/>
          <a:chOff x="0" y="0"/>
          <a:chExt cx="0" cy="0"/>
        </a:xfrm>
      </p:grpSpPr>
      <p:sp>
        <p:nvSpPr>
          <p:cNvPr id="1588" name="Google Shape;1588;g184d99d1a72_0_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99" name="Shape 2699"/>
        <p:cNvGrpSpPr/>
        <p:nvPr/>
      </p:nvGrpSpPr>
      <p:grpSpPr>
        <a:xfrm>
          <a:off x="0" y="0"/>
          <a:ext cx="0" cy="0"/>
          <a:chOff x="0" y="0"/>
          <a:chExt cx="0" cy="0"/>
        </a:xfrm>
      </p:grpSpPr>
      <p:sp>
        <p:nvSpPr>
          <p:cNvPr id="2700" name="Google Shape;2700;g287fa921f8d_1_4193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1" name="Google Shape;2701;g287fa921f8d_1_419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4" Type="http://schemas.openxmlformats.org/officeDocument/2006/relationships/hyperlink" Target="http://bit.ly/2TtBDfr" TargetMode="External"/><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8" name="Shape 8"/>
        <p:cNvGrpSpPr/>
        <p:nvPr/>
      </p:nvGrpSpPr>
      <p:grpSpPr>
        <a:xfrm>
          <a:off x="0" y="0"/>
          <a:ext cx="0" cy="0"/>
          <a:chOff x="0" y="0"/>
          <a:chExt cx="0" cy="0"/>
        </a:xfrm>
      </p:grpSpPr>
      <p:grpSp>
        <p:nvGrpSpPr>
          <p:cNvPr id="9" name="Google Shape;9;p2"/>
          <p:cNvGrpSpPr/>
          <p:nvPr/>
        </p:nvGrpSpPr>
        <p:grpSpPr>
          <a:xfrm>
            <a:off x="518850" y="392550"/>
            <a:ext cx="8106300" cy="4358400"/>
            <a:chOff x="518850" y="392550"/>
            <a:chExt cx="8106300" cy="4358400"/>
          </a:xfrm>
        </p:grpSpPr>
        <p:grpSp>
          <p:nvGrpSpPr>
            <p:cNvPr id="10" name="Google Shape;10;p2"/>
            <p:cNvGrpSpPr/>
            <p:nvPr/>
          </p:nvGrpSpPr>
          <p:grpSpPr>
            <a:xfrm>
              <a:off x="518850" y="392550"/>
              <a:ext cx="8106300" cy="396000"/>
              <a:chOff x="518850" y="385283"/>
              <a:chExt cx="8106300" cy="396000"/>
            </a:xfrm>
          </p:grpSpPr>
          <p:cxnSp>
            <p:nvCxnSpPr>
              <p:cNvPr id="11" name="Google Shape;11;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3" name="Google Shape;13;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4" name="Google Shape;14;p2"/>
            <p:cNvGrpSpPr/>
            <p:nvPr/>
          </p:nvGrpSpPr>
          <p:grpSpPr>
            <a:xfrm rot="10800000">
              <a:off x="518850" y="4354950"/>
              <a:ext cx="8106300" cy="396000"/>
              <a:chOff x="518850" y="385283"/>
              <a:chExt cx="8106300" cy="396000"/>
            </a:xfrm>
          </p:grpSpPr>
          <p:cxnSp>
            <p:nvCxnSpPr>
              <p:cNvPr id="15" name="Google Shape;15;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16;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 name="Google Shape;17;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8" name="Google Shape;18;p2"/>
          <p:cNvSpPr txBox="1"/>
          <p:nvPr>
            <p:ph type="ctrTitle"/>
          </p:nvPr>
        </p:nvSpPr>
        <p:spPr>
          <a:xfrm>
            <a:off x="713225" y="1252927"/>
            <a:ext cx="4370100" cy="21513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9" name="Google Shape;19;p2"/>
          <p:cNvSpPr txBox="1"/>
          <p:nvPr>
            <p:ph type="subTitle" idx="1"/>
          </p:nvPr>
        </p:nvSpPr>
        <p:spPr>
          <a:xfrm>
            <a:off x="713225" y="3414773"/>
            <a:ext cx="43701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0" name="Shape 20"/>
        <p:cNvGrpSpPr/>
        <p:nvPr/>
      </p:nvGrpSpPr>
      <p:grpSpPr>
        <a:xfrm>
          <a:off x="0" y="0"/>
          <a:ext cx="0" cy="0"/>
          <a:chOff x="0" y="0"/>
          <a:chExt cx="0" cy="0"/>
        </a:xfrm>
      </p:grpSpPr>
      <p:sp>
        <p:nvSpPr>
          <p:cNvPr id="21" name="Google Shape;21;p3"/>
          <p:cNvSpPr txBox="1"/>
          <p:nvPr>
            <p:ph type="title"/>
          </p:nvPr>
        </p:nvSpPr>
        <p:spPr>
          <a:xfrm>
            <a:off x="4130550" y="2623450"/>
            <a:ext cx="43002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2" name="Google Shape;22;p3"/>
          <p:cNvSpPr txBox="1"/>
          <p:nvPr>
            <p:ph type="title" idx="2" hasCustomPrompt="1"/>
          </p:nvPr>
        </p:nvSpPr>
        <p:spPr>
          <a:xfrm>
            <a:off x="4130550" y="1678250"/>
            <a:ext cx="4300200" cy="8418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23" name="Google Shape;23;p3"/>
          <p:cNvGrpSpPr/>
          <p:nvPr/>
        </p:nvGrpSpPr>
        <p:grpSpPr>
          <a:xfrm>
            <a:off x="518850" y="392550"/>
            <a:ext cx="8106300" cy="4358400"/>
            <a:chOff x="518850" y="392550"/>
            <a:chExt cx="8106300" cy="4358400"/>
          </a:xfrm>
        </p:grpSpPr>
        <p:grpSp>
          <p:nvGrpSpPr>
            <p:cNvPr id="24" name="Google Shape;24;p3"/>
            <p:cNvGrpSpPr/>
            <p:nvPr/>
          </p:nvGrpSpPr>
          <p:grpSpPr>
            <a:xfrm>
              <a:off x="518850" y="392550"/>
              <a:ext cx="8106300" cy="396000"/>
              <a:chOff x="518850" y="385283"/>
              <a:chExt cx="8106300" cy="396000"/>
            </a:xfrm>
          </p:grpSpPr>
          <p:cxnSp>
            <p:nvCxnSpPr>
              <p:cNvPr id="25" name="Google Shape;25;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6" name="Google Shape;26;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7" name="Google Shape;27;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8" name="Google Shape;28;p3"/>
            <p:cNvGrpSpPr/>
            <p:nvPr/>
          </p:nvGrpSpPr>
          <p:grpSpPr>
            <a:xfrm rot="10800000">
              <a:off x="518850" y="4354950"/>
              <a:ext cx="8106300" cy="396000"/>
              <a:chOff x="518850" y="385283"/>
              <a:chExt cx="8106300" cy="396000"/>
            </a:xfrm>
          </p:grpSpPr>
          <p:cxnSp>
            <p:nvCxnSpPr>
              <p:cNvPr id="29" name="Google Shape;29;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30" name="Google Shape;30;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31" name="Google Shape;31;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32" name="Shape 32"/>
        <p:cNvGrpSpPr/>
        <p:nvPr/>
      </p:nvGrpSpPr>
      <p:grpSpPr>
        <a:xfrm>
          <a:off x="0" y="0"/>
          <a:ext cx="0" cy="0"/>
          <a:chOff x="0" y="0"/>
          <a:chExt cx="0" cy="0"/>
        </a:xfrm>
      </p:grpSpPr>
      <p:sp>
        <p:nvSpPr>
          <p:cNvPr id="33" name="Google Shape;33;p4"/>
          <p:cNvSpPr txBox="1"/>
          <p:nvPr>
            <p:ph type="body" idx="1"/>
          </p:nvPr>
        </p:nvSpPr>
        <p:spPr>
          <a:xfrm>
            <a:off x="720000" y="1215750"/>
            <a:ext cx="7710900" cy="399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p:txBody>
      </p:sp>
      <p:grpSp>
        <p:nvGrpSpPr>
          <p:cNvPr id="34" name="Google Shape;34;p4"/>
          <p:cNvGrpSpPr/>
          <p:nvPr/>
        </p:nvGrpSpPr>
        <p:grpSpPr>
          <a:xfrm>
            <a:off x="518850" y="392550"/>
            <a:ext cx="8106300" cy="4358400"/>
            <a:chOff x="518850" y="392550"/>
            <a:chExt cx="8106300" cy="4358400"/>
          </a:xfrm>
        </p:grpSpPr>
        <p:grpSp>
          <p:nvGrpSpPr>
            <p:cNvPr id="35" name="Google Shape;35;p4"/>
            <p:cNvGrpSpPr/>
            <p:nvPr/>
          </p:nvGrpSpPr>
          <p:grpSpPr>
            <a:xfrm>
              <a:off x="518850" y="392550"/>
              <a:ext cx="8106300" cy="396000"/>
              <a:chOff x="518850" y="385283"/>
              <a:chExt cx="8106300" cy="396000"/>
            </a:xfrm>
          </p:grpSpPr>
          <p:cxnSp>
            <p:nvCxnSpPr>
              <p:cNvPr id="36" name="Google Shape;36;p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37" name="Google Shape;37;p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38" name="Google Shape;38;p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39" name="Google Shape;39;p4"/>
            <p:cNvGrpSpPr/>
            <p:nvPr/>
          </p:nvGrpSpPr>
          <p:grpSpPr>
            <a:xfrm rot="10800000">
              <a:off x="518850" y="4354950"/>
              <a:ext cx="8106300" cy="396000"/>
              <a:chOff x="518850" y="385283"/>
              <a:chExt cx="8106300" cy="396000"/>
            </a:xfrm>
          </p:grpSpPr>
          <p:cxnSp>
            <p:nvCxnSpPr>
              <p:cNvPr id="40" name="Google Shape;40;p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41" name="Google Shape;41;p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42" name="Google Shape;42;p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43" name="Google Shape;43;p4"/>
          <p:cNvSpPr txBox="1"/>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44" name="Shape 44"/>
        <p:cNvGrpSpPr/>
        <p:nvPr/>
      </p:nvGrpSpPr>
      <p:grpSpPr>
        <a:xfrm>
          <a:off x="0" y="0"/>
          <a:ext cx="0" cy="0"/>
          <a:chOff x="0" y="0"/>
          <a:chExt cx="0" cy="0"/>
        </a:xfrm>
      </p:grpSpPr>
      <p:sp>
        <p:nvSpPr>
          <p:cNvPr id="45" name="Google Shape;45;p5"/>
          <p:cNvSpPr txBox="1"/>
          <p:nvPr>
            <p:ph type="subTitle" idx="1"/>
          </p:nvPr>
        </p:nvSpPr>
        <p:spPr>
          <a:xfrm>
            <a:off x="3672296" y="2477450"/>
            <a:ext cx="2742000" cy="166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46" name="Google Shape;46;p5"/>
          <p:cNvSpPr txBox="1"/>
          <p:nvPr>
            <p:ph type="subTitle" idx="2"/>
          </p:nvPr>
        </p:nvSpPr>
        <p:spPr>
          <a:xfrm>
            <a:off x="720000" y="2477450"/>
            <a:ext cx="2742000" cy="166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47" name="Google Shape;47;p5"/>
          <p:cNvSpPr txBox="1"/>
          <p:nvPr>
            <p:ph type="subTitle" idx="3"/>
          </p:nvPr>
        </p:nvSpPr>
        <p:spPr>
          <a:xfrm>
            <a:off x="720000" y="1827600"/>
            <a:ext cx="2742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p:txBody>
      </p:sp>
      <p:sp>
        <p:nvSpPr>
          <p:cNvPr id="48" name="Google Shape;48;p5"/>
          <p:cNvSpPr txBox="1"/>
          <p:nvPr>
            <p:ph type="subTitle" idx="4"/>
          </p:nvPr>
        </p:nvSpPr>
        <p:spPr>
          <a:xfrm>
            <a:off x="3672293" y="1827600"/>
            <a:ext cx="2742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p:txBody>
      </p:sp>
      <p:grpSp>
        <p:nvGrpSpPr>
          <p:cNvPr id="49" name="Google Shape;49;p5"/>
          <p:cNvGrpSpPr/>
          <p:nvPr/>
        </p:nvGrpSpPr>
        <p:grpSpPr>
          <a:xfrm>
            <a:off x="518850" y="392550"/>
            <a:ext cx="8106300" cy="4358400"/>
            <a:chOff x="518850" y="392550"/>
            <a:chExt cx="8106300" cy="4358400"/>
          </a:xfrm>
        </p:grpSpPr>
        <p:grpSp>
          <p:nvGrpSpPr>
            <p:cNvPr id="50" name="Google Shape;50;p5"/>
            <p:cNvGrpSpPr/>
            <p:nvPr/>
          </p:nvGrpSpPr>
          <p:grpSpPr>
            <a:xfrm>
              <a:off x="518850" y="392550"/>
              <a:ext cx="8106300" cy="396000"/>
              <a:chOff x="518850" y="385283"/>
              <a:chExt cx="8106300" cy="396000"/>
            </a:xfrm>
          </p:grpSpPr>
          <p:cxnSp>
            <p:nvCxnSpPr>
              <p:cNvPr id="51" name="Google Shape;51;p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 name="Google Shape;52;p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3" name="Google Shape;53;p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4" name="Google Shape;54;p5"/>
            <p:cNvGrpSpPr/>
            <p:nvPr/>
          </p:nvGrpSpPr>
          <p:grpSpPr>
            <a:xfrm rot="10800000">
              <a:off x="518850" y="4354950"/>
              <a:ext cx="8106300" cy="396000"/>
              <a:chOff x="518850" y="385283"/>
              <a:chExt cx="8106300" cy="396000"/>
            </a:xfrm>
          </p:grpSpPr>
          <p:cxnSp>
            <p:nvCxnSpPr>
              <p:cNvPr id="55" name="Google Shape;55;p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7" name="Google Shape;57;p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58" name="Google Shape;58;p5"/>
          <p:cNvSpPr txBox="1"/>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9" name="Shape 59"/>
        <p:cNvGrpSpPr/>
        <p:nvPr/>
      </p:nvGrpSpPr>
      <p:grpSpPr>
        <a:xfrm>
          <a:off x="0" y="0"/>
          <a:ext cx="0" cy="0"/>
          <a:chOff x="0" y="0"/>
          <a:chExt cx="0" cy="0"/>
        </a:xfrm>
      </p:grpSpPr>
      <p:grpSp>
        <p:nvGrpSpPr>
          <p:cNvPr id="60" name="Google Shape;60;p6"/>
          <p:cNvGrpSpPr/>
          <p:nvPr/>
        </p:nvGrpSpPr>
        <p:grpSpPr>
          <a:xfrm>
            <a:off x="518850" y="392550"/>
            <a:ext cx="8106300" cy="4358400"/>
            <a:chOff x="518850" y="392550"/>
            <a:chExt cx="8106300" cy="4358400"/>
          </a:xfrm>
        </p:grpSpPr>
        <p:grpSp>
          <p:nvGrpSpPr>
            <p:cNvPr id="61" name="Google Shape;61;p6"/>
            <p:cNvGrpSpPr/>
            <p:nvPr/>
          </p:nvGrpSpPr>
          <p:grpSpPr>
            <a:xfrm>
              <a:off x="518850" y="392550"/>
              <a:ext cx="8106300" cy="396000"/>
              <a:chOff x="518850" y="385283"/>
              <a:chExt cx="8106300" cy="396000"/>
            </a:xfrm>
          </p:grpSpPr>
          <p:cxnSp>
            <p:nvCxnSpPr>
              <p:cNvPr id="62" name="Google Shape;62;p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63" name="Google Shape;63;p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64" name="Google Shape;64;p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65" name="Google Shape;65;p6"/>
            <p:cNvGrpSpPr/>
            <p:nvPr/>
          </p:nvGrpSpPr>
          <p:grpSpPr>
            <a:xfrm rot="10800000">
              <a:off x="518850" y="4354950"/>
              <a:ext cx="8106300" cy="396000"/>
              <a:chOff x="518850" y="385283"/>
              <a:chExt cx="8106300" cy="396000"/>
            </a:xfrm>
          </p:grpSpPr>
          <p:cxnSp>
            <p:nvCxnSpPr>
              <p:cNvPr id="66" name="Google Shape;66;p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67" name="Google Shape;67;p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68" name="Google Shape;68;p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69" name="Google Shape;69;p6"/>
          <p:cNvSpPr txBox="1"/>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70" name="Shape 70"/>
        <p:cNvGrpSpPr/>
        <p:nvPr/>
      </p:nvGrpSpPr>
      <p:grpSpPr>
        <a:xfrm>
          <a:off x="0" y="0"/>
          <a:ext cx="0" cy="0"/>
          <a:chOff x="0" y="0"/>
          <a:chExt cx="0" cy="0"/>
        </a:xfrm>
      </p:grpSpPr>
      <p:sp>
        <p:nvSpPr>
          <p:cNvPr id="71" name="Google Shape;71;p7"/>
          <p:cNvSpPr txBox="1"/>
          <p:nvPr>
            <p:ph type="subTitle" idx="1"/>
          </p:nvPr>
        </p:nvSpPr>
        <p:spPr>
          <a:xfrm>
            <a:off x="713225" y="1900863"/>
            <a:ext cx="4306500" cy="19827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2" name="Google Shape;72;p7"/>
          <p:cNvSpPr txBox="1"/>
          <p:nvPr>
            <p:ph type="title"/>
          </p:nvPr>
        </p:nvSpPr>
        <p:spPr>
          <a:xfrm>
            <a:off x="713225" y="1259938"/>
            <a:ext cx="4306500" cy="6411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3" name="Google Shape;73;p7"/>
          <p:cNvSpPr/>
          <p:nvPr>
            <p:ph type="pic" idx="2"/>
          </p:nvPr>
        </p:nvSpPr>
        <p:spPr>
          <a:xfrm>
            <a:off x="5019725" y="965076"/>
            <a:ext cx="2203500" cy="3213300"/>
          </a:xfrm>
          <a:prstGeom prst="rect">
            <a:avLst/>
          </a:prstGeom>
          <a:noFill/>
          <a:ln w="19050" cap="flat" cmpd="sng">
            <a:solidFill>
              <a:schemeClr val="dk1"/>
            </a:solidFill>
            <a:prstDash val="solid"/>
            <a:round/>
            <a:headEnd type="none" w="sm" len="sm"/>
            <a:tailEnd type="none" w="sm" len="sm"/>
          </a:ln>
        </p:spPr>
      </p:sp>
      <p:grpSp>
        <p:nvGrpSpPr>
          <p:cNvPr id="74" name="Google Shape;74;p7"/>
          <p:cNvGrpSpPr/>
          <p:nvPr/>
        </p:nvGrpSpPr>
        <p:grpSpPr>
          <a:xfrm>
            <a:off x="518850" y="392550"/>
            <a:ext cx="8106300" cy="4358400"/>
            <a:chOff x="518850" y="392550"/>
            <a:chExt cx="8106300" cy="4358400"/>
          </a:xfrm>
        </p:grpSpPr>
        <p:grpSp>
          <p:nvGrpSpPr>
            <p:cNvPr id="75" name="Google Shape;75;p7"/>
            <p:cNvGrpSpPr/>
            <p:nvPr/>
          </p:nvGrpSpPr>
          <p:grpSpPr>
            <a:xfrm>
              <a:off x="518850" y="392550"/>
              <a:ext cx="8106300" cy="396000"/>
              <a:chOff x="518850" y="385283"/>
              <a:chExt cx="8106300" cy="396000"/>
            </a:xfrm>
          </p:grpSpPr>
          <p:cxnSp>
            <p:nvCxnSpPr>
              <p:cNvPr id="76" name="Google Shape;76;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77" name="Google Shape;77;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78" name="Google Shape;78;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79" name="Google Shape;79;p7"/>
            <p:cNvGrpSpPr/>
            <p:nvPr/>
          </p:nvGrpSpPr>
          <p:grpSpPr>
            <a:xfrm rot="10800000">
              <a:off x="518850" y="4354950"/>
              <a:ext cx="8106300" cy="396000"/>
              <a:chOff x="518850" y="385283"/>
              <a:chExt cx="8106300" cy="396000"/>
            </a:xfrm>
          </p:grpSpPr>
          <p:cxnSp>
            <p:nvCxnSpPr>
              <p:cNvPr id="80" name="Google Shape;80;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1" name="Google Shape;81;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2" name="Google Shape;82;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83" name="Shape 83"/>
        <p:cNvGrpSpPr/>
        <p:nvPr/>
      </p:nvGrpSpPr>
      <p:grpSpPr>
        <a:xfrm>
          <a:off x="0" y="0"/>
          <a:ext cx="0" cy="0"/>
          <a:chOff x="0" y="0"/>
          <a:chExt cx="0" cy="0"/>
        </a:xfrm>
      </p:grpSpPr>
      <p:sp>
        <p:nvSpPr>
          <p:cNvPr id="84" name="Google Shape;84;p8"/>
          <p:cNvSpPr txBox="1"/>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85" name="Google Shape;85;p8"/>
          <p:cNvGrpSpPr/>
          <p:nvPr/>
        </p:nvGrpSpPr>
        <p:grpSpPr>
          <a:xfrm>
            <a:off x="518850" y="392550"/>
            <a:ext cx="8106300" cy="4358400"/>
            <a:chOff x="518850" y="392550"/>
            <a:chExt cx="8106300" cy="4358400"/>
          </a:xfrm>
        </p:grpSpPr>
        <p:grpSp>
          <p:nvGrpSpPr>
            <p:cNvPr id="86" name="Google Shape;86;p8"/>
            <p:cNvGrpSpPr/>
            <p:nvPr/>
          </p:nvGrpSpPr>
          <p:grpSpPr>
            <a:xfrm>
              <a:off x="518850" y="392550"/>
              <a:ext cx="8106300" cy="396000"/>
              <a:chOff x="518850" y="385283"/>
              <a:chExt cx="8106300" cy="396000"/>
            </a:xfrm>
          </p:grpSpPr>
          <p:cxnSp>
            <p:nvCxnSpPr>
              <p:cNvPr id="87" name="Google Shape;87;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8" name="Google Shape;88;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9" name="Google Shape;89;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90" name="Google Shape;90;p8"/>
            <p:cNvGrpSpPr/>
            <p:nvPr/>
          </p:nvGrpSpPr>
          <p:grpSpPr>
            <a:xfrm rot="10800000">
              <a:off x="518850" y="4354950"/>
              <a:ext cx="8106300" cy="396000"/>
              <a:chOff x="518850" y="385283"/>
              <a:chExt cx="8106300" cy="396000"/>
            </a:xfrm>
          </p:grpSpPr>
          <p:cxnSp>
            <p:nvCxnSpPr>
              <p:cNvPr id="91" name="Google Shape;91;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92" name="Google Shape;92;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93" name="Google Shape;93;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94" name="Shape 94"/>
        <p:cNvGrpSpPr/>
        <p:nvPr/>
      </p:nvGrpSpPr>
      <p:grpSpPr>
        <a:xfrm>
          <a:off x="0" y="0"/>
          <a:ext cx="0" cy="0"/>
          <a:chOff x="0" y="0"/>
          <a:chExt cx="0" cy="0"/>
        </a:xfrm>
      </p:grpSpPr>
      <p:sp>
        <p:nvSpPr>
          <p:cNvPr id="95" name="Google Shape;95;p9"/>
          <p:cNvSpPr txBox="1"/>
          <p:nvPr>
            <p:ph type="title"/>
          </p:nvPr>
        </p:nvSpPr>
        <p:spPr>
          <a:xfrm>
            <a:off x="2135550" y="1222639"/>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p:txBody>
      </p:sp>
      <p:sp>
        <p:nvSpPr>
          <p:cNvPr id="96" name="Google Shape;96;p9"/>
          <p:cNvSpPr txBox="1"/>
          <p:nvPr>
            <p:ph type="subTitle" idx="1"/>
          </p:nvPr>
        </p:nvSpPr>
        <p:spPr>
          <a:xfrm>
            <a:off x="2135550" y="3339439"/>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p:txBody>
      </p:sp>
      <p:grpSp>
        <p:nvGrpSpPr>
          <p:cNvPr id="97" name="Google Shape;97;p9"/>
          <p:cNvGrpSpPr/>
          <p:nvPr/>
        </p:nvGrpSpPr>
        <p:grpSpPr>
          <a:xfrm>
            <a:off x="518850" y="392550"/>
            <a:ext cx="8106300" cy="4358400"/>
            <a:chOff x="518850" y="392550"/>
            <a:chExt cx="8106300" cy="4358400"/>
          </a:xfrm>
        </p:grpSpPr>
        <p:grpSp>
          <p:nvGrpSpPr>
            <p:cNvPr id="98" name="Google Shape;98;p9"/>
            <p:cNvGrpSpPr/>
            <p:nvPr/>
          </p:nvGrpSpPr>
          <p:grpSpPr>
            <a:xfrm>
              <a:off x="518850" y="392550"/>
              <a:ext cx="8106300" cy="396000"/>
              <a:chOff x="518850" y="385283"/>
              <a:chExt cx="8106300" cy="396000"/>
            </a:xfrm>
          </p:grpSpPr>
          <p:cxnSp>
            <p:nvCxnSpPr>
              <p:cNvPr id="99" name="Google Shape;99;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0" name="Google Shape;100;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1" name="Google Shape;101;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02" name="Google Shape;102;p9"/>
            <p:cNvGrpSpPr/>
            <p:nvPr/>
          </p:nvGrpSpPr>
          <p:grpSpPr>
            <a:xfrm rot="10800000">
              <a:off x="518850" y="4354950"/>
              <a:ext cx="8106300" cy="396000"/>
              <a:chOff x="518850" y="385283"/>
              <a:chExt cx="8106300" cy="396000"/>
            </a:xfrm>
          </p:grpSpPr>
          <p:cxnSp>
            <p:nvCxnSpPr>
              <p:cNvPr id="103" name="Google Shape;103;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5" name="Google Shape;105;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06" name="Shape 106"/>
        <p:cNvGrpSpPr/>
        <p:nvPr/>
      </p:nvGrpSpPr>
      <p:grpSpPr>
        <a:xfrm>
          <a:off x="0" y="0"/>
          <a:ext cx="0" cy="0"/>
          <a:chOff x="0" y="0"/>
          <a:chExt cx="0" cy="0"/>
        </a:xfrm>
      </p:grpSpPr>
      <p:sp>
        <p:nvSpPr>
          <p:cNvPr id="107" name="Google Shape;107;p10"/>
          <p:cNvSpPr/>
          <p:nvPr>
            <p:ph type="pic" idx="2"/>
          </p:nvPr>
        </p:nvSpPr>
        <p:spPr>
          <a:xfrm>
            <a:off x="0" y="0"/>
            <a:ext cx="9144000" cy="5143500"/>
          </a:xfrm>
          <a:prstGeom prst="rect">
            <a:avLst/>
          </a:prstGeom>
          <a:noFill/>
          <a:ln>
            <a:noFill/>
          </a:ln>
        </p:spPr>
      </p:sp>
      <p:sp>
        <p:nvSpPr>
          <p:cNvPr id="108" name="Google Shape;108;p10"/>
          <p:cNvSpPr txBox="1"/>
          <p:nvPr>
            <p:ph type="title"/>
          </p:nvPr>
        </p:nvSpPr>
        <p:spPr>
          <a:xfrm>
            <a:off x="720000" y="4014450"/>
            <a:ext cx="7704000" cy="5727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09" name="Shape 109"/>
        <p:cNvGrpSpPr/>
        <p:nvPr/>
      </p:nvGrpSpPr>
      <p:grpSpPr>
        <a:xfrm>
          <a:off x="0" y="0"/>
          <a:ext cx="0" cy="0"/>
          <a:chOff x="0" y="0"/>
          <a:chExt cx="0" cy="0"/>
        </a:xfrm>
      </p:grpSpPr>
      <p:sp>
        <p:nvSpPr>
          <p:cNvPr id="110" name="Google Shape;110;p11"/>
          <p:cNvSpPr txBox="1"/>
          <p:nvPr>
            <p:ph type="title" hasCustomPrompt="1"/>
          </p:nvPr>
        </p:nvSpPr>
        <p:spPr>
          <a:xfrm>
            <a:off x="3110500" y="1782613"/>
            <a:ext cx="5320200" cy="9327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4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1" name="Google Shape;111;p11"/>
          <p:cNvSpPr txBox="1"/>
          <p:nvPr>
            <p:ph type="subTitle" idx="1"/>
          </p:nvPr>
        </p:nvSpPr>
        <p:spPr>
          <a:xfrm>
            <a:off x="3110500" y="2863787"/>
            <a:ext cx="5320200" cy="49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p:txBody>
      </p:sp>
      <p:grpSp>
        <p:nvGrpSpPr>
          <p:cNvPr id="112" name="Google Shape;112;p11"/>
          <p:cNvGrpSpPr/>
          <p:nvPr/>
        </p:nvGrpSpPr>
        <p:grpSpPr>
          <a:xfrm>
            <a:off x="518850" y="392550"/>
            <a:ext cx="8106300" cy="4358400"/>
            <a:chOff x="518850" y="392550"/>
            <a:chExt cx="8106300" cy="4358400"/>
          </a:xfrm>
        </p:grpSpPr>
        <p:grpSp>
          <p:nvGrpSpPr>
            <p:cNvPr id="113" name="Google Shape;113;p11"/>
            <p:cNvGrpSpPr/>
            <p:nvPr/>
          </p:nvGrpSpPr>
          <p:grpSpPr>
            <a:xfrm>
              <a:off x="518850" y="392550"/>
              <a:ext cx="8106300" cy="396000"/>
              <a:chOff x="518850" y="385283"/>
              <a:chExt cx="8106300" cy="396000"/>
            </a:xfrm>
          </p:grpSpPr>
          <p:cxnSp>
            <p:nvCxnSpPr>
              <p:cNvPr id="114" name="Google Shape;114;p11"/>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15" name="Google Shape;115;p11"/>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16" name="Google Shape;116;p11"/>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17" name="Google Shape;117;p11"/>
            <p:cNvGrpSpPr/>
            <p:nvPr/>
          </p:nvGrpSpPr>
          <p:grpSpPr>
            <a:xfrm rot="10800000">
              <a:off x="518850" y="4354950"/>
              <a:ext cx="8106300" cy="396000"/>
              <a:chOff x="518850" y="385283"/>
              <a:chExt cx="8106300" cy="396000"/>
            </a:xfrm>
          </p:grpSpPr>
          <p:cxnSp>
            <p:nvCxnSpPr>
              <p:cNvPr id="118" name="Google Shape;118;p11"/>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19" name="Google Shape;119;p11"/>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20" name="Google Shape;120;p11"/>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bg>
      <p:bgPr>
        <a:solidFill>
          <a:srgbClr val="FFFFFF"/>
        </a:solidFill>
        <a:effectLst/>
      </p:bgPr>
    </p:bg>
    <p:spTree>
      <p:nvGrpSpPr>
        <p:cNvPr id="121" name="Shape 12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22" name="Shape 122"/>
        <p:cNvGrpSpPr/>
        <p:nvPr/>
      </p:nvGrpSpPr>
      <p:grpSpPr>
        <a:xfrm>
          <a:off x="0" y="0"/>
          <a:ext cx="0" cy="0"/>
          <a:chOff x="0" y="0"/>
          <a:chExt cx="0" cy="0"/>
        </a:xfrm>
      </p:grpSpPr>
      <p:sp>
        <p:nvSpPr>
          <p:cNvPr id="123" name="Google Shape;123;p13"/>
          <p:cNvSpPr txBox="1"/>
          <p:nvPr>
            <p:ph type="title" hasCustomPrompt="1"/>
          </p:nvPr>
        </p:nvSpPr>
        <p:spPr>
          <a:xfrm>
            <a:off x="720000" y="1404675"/>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4" name="Google Shape;124;p13"/>
          <p:cNvSpPr txBox="1"/>
          <p:nvPr>
            <p:ph type="title" idx="2" hasCustomPrompt="1"/>
          </p:nvPr>
        </p:nvSpPr>
        <p:spPr>
          <a:xfrm>
            <a:off x="720000" y="3066688"/>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5" name="Google Shape;125;p13"/>
          <p:cNvSpPr txBox="1"/>
          <p:nvPr>
            <p:ph type="title" idx="3" hasCustomPrompt="1"/>
          </p:nvPr>
        </p:nvSpPr>
        <p:spPr>
          <a:xfrm>
            <a:off x="2709178" y="1404675"/>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6" name="Google Shape;126;p13"/>
          <p:cNvSpPr txBox="1"/>
          <p:nvPr>
            <p:ph type="title" idx="4" hasCustomPrompt="1"/>
          </p:nvPr>
        </p:nvSpPr>
        <p:spPr>
          <a:xfrm>
            <a:off x="2709178" y="3066688"/>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7" name="Google Shape;127;p13"/>
          <p:cNvSpPr txBox="1"/>
          <p:nvPr>
            <p:ph type="title" idx="5" hasCustomPrompt="1"/>
          </p:nvPr>
        </p:nvSpPr>
        <p:spPr>
          <a:xfrm>
            <a:off x="4698355" y="1404675"/>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8" name="Google Shape;128;p13"/>
          <p:cNvSpPr txBox="1"/>
          <p:nvPr>
            <p:ph type="title" idx="6" hasCustomPrompt="1"/>
          </p:nvPr>
        </p:nvSpPr>
        <p:spPr>
          <a:xfrm>
            <a:off x="4698355" y="3066688"/>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9" name="Google Shape;129;p13"/>
          <p:cNvSpPr txBox="1"/>
          <p:nvPr>
            <p:ph type="subTitle" idx="1"/>
          </p:nvPr>
        </p:nvSpPr>
        <p:spPr>
          <a:xfrm>
            <a:off x="720000" y="185226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p:txBody>
      </p:sp>
      <p:sp>
        <p:nvSpPr>
          <p:cNvPr id="130" name="Google Shape;130;p13"/>
          <p:cNvSpPr txBox="1"/>
          <p:nvPr>
            <p:ph type="subTitle" idx="7"/>
          </p:nvPr>
        </p:nvSpPr>
        <p:spPr>
          <a:xfrm>
            <a:off x="2709178" y="185226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p:txBody>
      </p:sp>
      <p:sp>
        <p:nvSpPr>
          <p:cNvPr id="131" name="Google Shape;131;p13"/>
          <p:cNvSpPr txBox="1"/>
          <p:nvPr>
            <p:ph type="subTitle" idx="8"/>
          </p:nvPr>
        </p:nvSpPr>
        <p:spPr>
          <a:xfrm>
            <a:off x="4698355" y="185226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p:txBody>
      </p:sp>
      <p:sp>
        <p:nvSpPr>
          <p:cNvPr id="132" name="Google Shape;132;p13"/>
          <p:cNvSpPr txBox="1"/>
          <p:nvPr>
            <p:ph type="subTitle" idx="9"/>
          </p:nvPr>
        </p:nvSpPr>
        <p:spPr>
          <a:xfrm>
            <a:off x="720000" y="351424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p:txBody>
      </p:sp>
      <p:sp>
        <p:nvSpPr>
          <p:cNvPr id="133" name="Google Shape;133;p13"/>
          <p:cNvSpPr txBox="1"/>
          <p:nvPr>
            <p:ph type="subTitle" idx="13"/>
          </p:nvPr>
        </p:nvSpPr>
        <p:spPr>
          <a:xfrm>
            <a:off x="2709178" y="351424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p:txBody>
      </p:sp>
      <p:sp>
        <p:nvSpPr>
          <p:cNvPr id="134" name="Google Shape;134;p13"/>
          <p:cNvSpPr txBox="1"/>
          <p:nvPr>
            <p:ph type="subTitle" idx="14"/>
          </p:nvPr>
        </p:nvSpPr>
        <p:spPr>
          <a:xfrm>
            <a:off x="4698355" y="351424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p:txBody>
      </p:sp>
      <p:grpSp>
        <p:nvGrpSpPr>
          <p:cNvPr id="135" name="Google Shape;135;p13"/>
          <p:cNvGrpSpPr/>
          <p:nvPr/>
        </p:nvGrpSpPr>
        <p:grpSpPr>
          <a:xfrm>
            <a:off x="518850" y="392550"/>
            <a:ext cx="8106300" cy="4358400"/>
            <a:chOff x="518850" y="392550"/>
            <a:chExt cx="8106300" cy="4358400"/>
          </a:xfrm>
        </p:grpSpPr>
        <p:grpSp>
          <p:nvGrpSpPr>
            <p:cNvPr id="136" name="Google Shape;136;p13"/>
            <p:cNvGrpSpPr/>
            <p:nvPr/>
          </p:nvGrpSpPr>
          <p:grpSpPr>
            <a:xfrm>
              <a:off x="518850" y="392550"/>
              <a:ext cx="8106300" cy="396000"/>
              <a:chOff x="518850" y="385283"/>
              <a:chExt cx="8106300" cy="396000"/>
            </a:xfrm>
          </p:grpSpPr>
          <p:cxnSp>
            <p:nvCxnSpPr>
              <p:cNvPr id="137" name="Google Shape;137;p1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38" name="Google Shape;138;p1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39" name="Google Shape;139;p1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40" name="Google Shape;140;p13"/>
            <p:cNvGrpSpPr/>
            <p:nvPr/>
          </p:nvGrpSpPr>
          <p:grpSpPr>
            <a:xfrm rot="10800000">
              <a:off x="518850" y="4354950"/>
              <a:ext cx="8106300" cy="396000"/>
              <a:chOff x="518850" y="385283"/>
              <a:chExt cx="8106300" cy="396000"/>
            </a:xfrm>
          </p:grpSpPr>
          <p:cxnSp>
            <p:nvCxnSpPr>
              <p:cNvPr id="141" name="Google Shape;141;p1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42" name="Google Shape;142;p1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43" name="Google Shape;143;p1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44" name="Google Shape;144;p13"/>
          <p:cNvSpPr txBox="1"/>
          <p:nvPr>
            <p:ph type="title" idx="15"/>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45" name="Shape 145"/>
        <p:cNvGrpSpPr/>
        <p:nvPr/>
      </p:nvGrpSpPr>
      <p:grpSpPr>
        <a:xfrm>
          <a:off x="0" y="0"/>
          <a:ext cx="0" cy="0"/>
          <a:chOff x="0" y="0"/>
          <a:chExt cx="0" cy="0"/>
        </a:xfrm>
      </p:grpSpPr>
      <p:sp>
        <p:nvSpPr>
          <p:cNvPr id="146" name="Google Shape;146;p14"/>
          <p:cNvSpPr txBox="1"/>
          <p:nvPr>
            <p:ph type="title"/>
          </p:nvPr>
        </p:nvSpPr>
        <p:spPr>
          <a:xfrm>
            <a:off x="3758050" y="1937075"/>
            <a:ext cx="3233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7" name="Google Shape;147;p14"/>
          <p:cNvSpPr txBox="1"/>
          <p:nvPr>
            <p:ph type="subTitle" idx="1"/>
          </p:nvPr>
        </p:nvSpPr>
        <p:spPr>
          <a:xfrm>
            <a:off x="3758050" y="2433575"/>
            <a:ext cx="3233100" cy="98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grpSp>
        <p:nvGrpSpPr>
          <p:cNvPr id="148" name="Google Shape;148;p14"/>
          <p:cNvGrpSpPr/>
          <p:nvPr/>
        </p:nvGrpSpPr>
        <p:grpSpPr>
          <a:xfrm>
            <a:off x="518850" y="392550"/>
            <a:ext cx="8106300" cy="4358400"/>
            <a:chOff x="518850" y="392550"/>
            <a:chExt cx="8106300" cy="4358400"/>
          </a:xfrm>
        </p:grpSpPr>
        <p:grpSp>
          <p:nvGrpSpPr>
            <p:cNvPr id="149" name="Google Shape;149;p14"/>
            <p:cNvGrpSpPr/>
            <p:nvPr/>
          </p:nvGrpSpPr>
          <p:grpSpPr>
            <a:xfrm>
              <a:off x="518850" y="392550"/>
              <a:ext cx="8106300" cy="396000"/>
              <a:chOff x="518850" y="385283"/>
              <a:chExt cx="8106300" cy="396000"/>
            </a:xfrm>
          </p:grpSpPr>
          <p:cxnSp>
            <p:nvCxnSpPr>
              <p:cNvPr id="150" name="Google Shape;150;p1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51" name="Google Shape;151;p1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52" name="Google Shape;152;p1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53" name="Google Shape;153;p14"/>
            <p:cNvGrpSpPr/>
            <p:nvPr/>
          </p:nvGrpSpPr>
          <p:grpSpPr>
            <a:xfrm rot="10800000">
              <a:off x="518850" y="4354950"/>
              <a:ext cx="8106300" cy="396000"/>
              <a:chOff x="518850" y="385283"/>
              <a:chExt cx="8106300" cy="396000"/>
            </a:xfrm>
          </p:grpSpPr>
          <p:cxnSp>
            <p:nvCxnSpPr>
              <p:cNvPr id="154" name="Google Shape;154;p1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55" name="Google Shape;155;p1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56" name="Google Shape;156;p1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57" name="Shape 157"/>
        <p:cNvGrpSpPr/>
        <p:nvPr/>
      </p:nvGrpSpPr>
      <p:grpSpPr>
        <a:xfrm>
          <a:off x="0" y="0"/>
          <a:ext cx="0" cy="0"/>
          <a:chOff x="0" y="0"/>
          <a:chExt cx="0" cy="0"/>
        </a:xfrm>
      </p:grpSpPr>
      <p:sp>
        <p:nvSpPr>
          <p:cNvPr id="158" name="Google Shape;158;p15"/>
          <p:cNvSpPr txBox="1"/>
          <p:nvPr>
            <p:ph type="subTitle" idx="1"/>
          </p:nvPr>
        </p:nvSpPr>
        <p:spPr>
          <a:xfrm>
            <a:off x="901850"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59" name="Google Shape;159;p15"/>
          <p:cNvSpPr txBox="1"/>
          <p:nvPr>
            <p:ph type="subTitle" idx="2"/>
          </p:nvPr>
        </p:nvSpPr>
        <p:spPr>
          <a:xfrm>
            <a:off x="3473632"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60" name="Google Shape;160;p15"/>
          <p:cNvSpPr txBox="1"/>
          <p:nvPr>
            <p:ph type="subTitle" idx="3"/>
          </p:nvPr>
        </p:nvSpPr>
        <p:spPr>
          <a:xfrm>
            <a:off x="6045421"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61" name="Google Shape;161;p15"/>
          <p:cNvSpPr txBox="1"/>
          <p:nvPr>
            <p:ph type="subTitle" idx="4"/>
          </p:nvPr>
        </p:nvSpPr>
        <p:spPr>
          <a:xfrm>
            <a:off x="901850"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p:txBody>
      </p:sp>
      <p:sp>
        <p:nvSpPr>
          <p:cNvPr id="162" name="Google Shape;162;p15"/>
          <p:cNvSpPr txBox="1"/>
          <p:nvPr>
            <p:ph type="subTitle" idx="5"/>
          </p:nvPr>
        </p:nvSpPr>
        <p:spPr>
          <a:xfrm>
            <a:off x="3473636"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p:txBody>
      </p:sp>
      <p:sp>
        <p:nvSpPr>
          <p:cNvPr id="163" name="Google Shape;163;p15"/>
          <p:cNvSpPr txBox="1"/>
          <p:nvPr>
            <p:ph type="subTitle" idx="6"/>
          </p:nvPr>
        </p:nvSpPr>
        <p:spPr>
          <a:xfrm>
            <a:off x="6045421"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p:txBody>
      </p:sp>
      <p:grpSp>
        <p:nvGrpSpPr>
          <p:cNvPr id="164" name="Google Shape;164;p15"/>
          <p:cNvGrpSpPr/>
          <p:nvPr/>
        </p:nvGrpSpPr>
        <p:grpSpPr>
          <a:xfrm>
            <a:off x="518850" y="392550"/>
            <a:ext cx="8106300" cy="4358400"/>
            <a:chOff x="518850" y="392550"/>
            <a:chExt cx="8106300" cy="4358400"/>
          </a:xfrm>
        </p:grpSpPr>
        <p:grpSp>
          <p:nvGrpSpPr>
            <p:cNvPr id="165" name="Google Shape;165;p15"/>
            <p:cNvGrpSpPr/>
            <p:nvPr/>
          </p:nvGrpSpPr>
          <p:grpSpPr>
            <a:xfrm>
              <a:off x="518850" y="392550"/>
              <a:ext cx="8106300" cy="396000"/>
              <a:chOff x="518850" y="385283"/>
              <a:chExt cx="8106300" cy="396000"/>
            </a:xfrm>
          </p:grpSpPr>
          <p:cxnSp>
            <p:nvCxnSpPr>
              <p:cNvPr id="166" name="Google Shape;166;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7" name="Google Shape;167;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68" name="Google Shape;168;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69" name="Google Shape;169;p15"/>
            <p:cNvGrpSpPr/>
            <p:nvPr/>
          </p:nvGrpSpPr>
          <p:grpSpPr>
            <a:xfrm rot="10800000">
              <a:off x="518850" y="4354950"/>
              <a:ext cx="8106300" cy="396000"/>
              <a:chOff x="518850" y="385283"/>
              <a:chExt cx="8106300" cy="396000"/>
            </a:xfrm>
          </p:grpSpPr>
          <p:cxnSp>
            <p:nvCxnSpPr>
              <p:cNvPr id="170" name="Google Shape;170;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71" name="Google Shape;171;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2" name="Google Shape;172;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73" name="Google Shape;173;p15"/>
          <p:cNvSpPr txBox="1"/>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74" name="Shape 174"/>
        <p:cNvGrpSpPr/>
        <p:nvPr/>
      </p:nvGrpSpPr>
      <p:grpSpPr>
        <a:xfrm>
          <a:off x="0" y="0"/>
          <a:ext cx="0" cy="0"/>
          <a:chOff x="0" y="0"/>
          <a:chExt cx="0" cy="0"/>
        </a:xfrm>
      </p:grpSpPr>
      <p:sp>
        <p:nvSpPr>
          <p:cNvPr id="175" name="Google Shape;175;p16"/>
          <p:cNvSpPr txBox="1"/>
          <p:nvPr>
            <p:ph type="subTitle" idx="1"/>
          </p:nvPr>
        </p:nvSpPr>
        <p:spPr>
          <a:xfrm>
            <a:off x="2321755" y="1748900"/>
            <a:ext cx="2848200" cy="10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76" name="Google Shape;176;p16"/>
          <p:cNvSpPr txBox="1"/>
          <p:nvPr>
            <p:ph type="subTitle" idx="2"/>
          </p:nvPr>
        </p:nvSpPr>
        <p:spPr>
          <a:xfrm>
            <a:off x="5614906" y="1748900"/>
            <a:ext cx="2848200" cy="10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77" name="Google Shape;177;p16"/>
          <p:cNvSpPr txBox="1"/>
          <p:nvPr>
            <p:ph type="subTitle" idx="3"/>
          </p:nvPr>
        </p:nvSpPr>
        <p:spPr>
          <a:xfrm>
            <a:off x="2321754" y="3409475"/>
            <a:ext cx="2848200" cy="10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78" name="Google Shape;178;p16"/>
          <p:cNvSpPr txBox="1"/>
          <p:nvPr>
            <p:ph type="subTitle" idx="4"/>
          </p:nvPr>
        </p:nvSpPr>
        <p:spPr>
          <a:xfrm>
            <a:off x="5614906" y="3409475"/>
            <a:ext cx="2848200" cy="10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79" name="Google Shape;179;p16"/>
          <p:cNvSpPr txBox="1"/>
          <p:nvPr>
            <p:ph type="subTitle" idx="5"/>
          </p:nvPr>
        </p:nvSpPr>
        <p:spPr>
          <a:xfrm>
            <a:off x="2321754" y="1379350"/>
            <a:ext cx="284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p:txBody>
      </p:sp>
      <p:sp>
        <p:nvSpPr>
          <p:cNvPr id="180" name="Google Shape;180;p16"/>
          <p:cNvSpPr txBox="1"/>
          <p:nvPr>
            <p:ph type="subTitle" idx="6"/>
          </p:nvPr>
        </p:nvSpPr>
        <p:spPr>
          <a:xfrm>
            <a:off x="2321754" y="3040000"/>
            <a:ext cx="284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p:txBody>
      </p:sp>
      <p:sp>
        <p:nvSpPr>
          <p:cNvPr id="181" name="Google Shape;181;p16"/>
          <p:cNvSpPr txBox="1"/>
          <p:nvPr>
            <p:ph type="subTitle" idx="7"/>
          </p:nvPr>
        </p:nvSpPr>
        <p:spPr>
          <a:xfrm>
            <a:off x="5614879" y="1379350"/>
            <a:ext cx="284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p:txBody>
      </p:sp>
      <p:sp>
        <p:nvSpPr>
          <p:cNvPr id="182" name="Google Shape;182;p16"/>
          <p:cNvSpPr txBox="1"/>
          <p:nvPr>
            <p:ph type="subTitle" idx="8"/>
          </p:nvPr>
        </p:nvSpPr>
        <p:spPr>
          <a:xfrm>
            <a:off x="5614879" y="3040000"/>
            <a:ext cx="284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p:txBody>
      </p:sp>
      <p:grpSp>
        <p:nvGrpSpPr>
          <p:cNvPr id="183" name="Google Shape;183;p16"/>
          <p:cNvGrpSpPr/>
          <p:nvPr/>
        </p:nvGrpSpPr>
        <p:grpSpPr>
          <a:xfrm>
            <a:off x="518850" y="392550"/>
            <a:ext cx="8106300" cy="4358400"/>
            <a:chOff x="518850" y="392550"/>
            <a:chExt cx="8106300" cy="4358400"/>
          </a:xfrm>
        </p:grpSpPr>
        <p:grpSp>
          <p:nvGrpSpPr>
            <p:cNvPr id="184" name="Google Shape;184;p16"/>
            <p:cNvGrpSpPr/>
            <p:nvPr/>
          </p:nvGrpSpPr>
          <p:grpSpPr>
            <a:xfrm>
              <a:off x="518850" y="392550"/>
              <a:ext cx="8106300" cy="396000"/>
              <a:chOff x="518850" y="385283"/>
              <a:chExt cx="8106300" cy="396000"/>
            </a:xfrm>
          </p:grpSpPr>
          <p:cxnSp>
            <p:nvCxnSpPr>
              <p:cNvPr id="185" name="Google Shape;185;p1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1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87" name="Google Shape;187;p1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88" name="Google Shape;188;p16"/>
            <p:cNvGrpSpPr/>
            <p:nvPr/>
          </p:nvGrpSpPr>
          <p:grpSpPr>
            <a:xfrm rot="10800000">
              <a:off x="518850" y="4354950"/>
              <a:ext cx="8106300" cy="396000"/>
              <a:chOff x="518850" y="385283"/>
              <a:chExt cx="8106300" cy="396000"/>
            </a:xfrm>
          </p:grpSpPr>
          <p:cxnSp>
            <p:nvCxnSpPr>
              <p:cNvPr id="189" name="Google Shape;189;p1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90" name="Google Shape;190;p1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91" name="Google Shape;191;p1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92" name="Google Shape;192;p16"/>
          <p:cNvSpPr txBox="1"/>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93" name="Shape 193"/>
        <p:cNvGrpSpPr/>
        <p:nvPr/>
      </p:nvGrpSpPr>
      <p:grpSpPr>
        <a:xfrm>
          <a:off x="0" y="0"/>
          <a:ext cx="0" cy="0"/>
          <a:chOff x="0" y="0"/>
          <a:chExt cx="0" cy="0"/>
        </a:xfrm>
      </p:grpSpPr>
      <p:sp>
        <p:nvSpPr>
          <p:cNvPr id="194" name="Google Shape;194;p17"/>
          <p:cNvSpPr txBox="1"/>
          <p:nvPr>
            <p:ph type="subTitle" idx="1"/>
          </p:nvPr>
        </p:nvSpPr>
        <p:spPr>
          <a:xfrm>
            <a:off x="720000" y="1710171"/>
            <a:ext cx="21621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95" name="Google Shape;195;p17"/>
          <p:cNvSpPr txBox="1"/>
          <p:nvPr>
            <p:ph type="subTitle" idx="2"/>
          </p:nvPr>
        </p:nvSpPr>
        <p:spPr>
          <a:xfrm>
            <a:off x="3490950" y="1710149"/>
            <a:ext cx="21621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96" name="Google Shape;196;p17"/>
          <p:cNvSpPr txBox="1"/>
          <p:nvPr>
            <p:ph type="subTitle" idx="3"/>
          </p:nvPr>
        </p:nvSpPr>
        <p:spPr>
          <a:xfrm>
            <a:off x="720000" y="3498800"/>
            <a:ext cx="21621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97" name="Google Shape;197;p17"/>
          <p:cNvSpPr txBox="1"/>
          <p:nvPr>
            <p:ph type="subTitle" idx="4"/>
          </p:nvPr>
        </p:nvSpPr>
        <p:spPr>
          <a:xfrm>
            <a:off x="3490950" y="3498796"/>
            <a:ext cx="21621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98" name="Google Shape;198;p17"/>
          <p:cNvSpPr txBox="1"/>
          <p:nvPr>
            <p:ph type="subTitle" idx="5"/>
          </p:nvPr>
        </p:nvSpPr>
        <p:spPr>
          <a:xfrm>
            <a:off x="6268669" y="1710149"/>
            <a:ext cx="21621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99" name="Google Shape;199;p17"/>
          <p:cNvSpPr txBox="1"/>
          <p:nvPr>
            <p:ph type="subTitle" idx="6"/>
          </p:nvPr>
        </p:nvSpPr>
        <p:spPr>
          <a:xfrm>
            <a:off x="6268669" y="3498796"/>
            <a:ext cx="21621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200" name="Google Shape;200;p17"/>
          <p:cNvSpPr txBox="1"/>
          <p:nvPr>
            <p:ph type="subTitle" idx="7"/>
          </p:nvPr>
        </p:nvSpPr>
        <p:spPr>
          <a:xfrm>
            <a:off x="720000" y="1017725"/>
            <a:ext cx="2162100" cy="69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p:txBody>
      </p:sp>
      <p:sp>
        <p:nvSpPr>
          <p:cNvPr id="201" name="Google Shape;201;p17"/>
          <p:cNvSpPr txBox="1"/>
          <p:nvPr>
            <p:ph type="subTitle" idx="8"/>
          </p:nvPr>
        </p:nvSpPr>
        <p:spPr>
          <a:xfrm>
            <a:off x="3490950" y="1017725"/>
            <a:ext cx="2162100" cy="69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p:txBody>
      </p:sp>
      <p:sp>
        <p:nvSpPr>
          <p:cNvPr id="202" name="Google Shape;202;p17"/>
          <p:cNvSpPr txBox="1"/>
          <p:nvPr>
            <p:ph type="subTitle" idx="9"/>
          </p:nvPr>
        </p:nvSpPr>
        <p:spPr>
          <a:xfrm>
            <a:off x="6268669" y="1017725"/>
            <a:ext cx="2162100" cy="69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p:txBody>
      </p:sp>
      <p:sp>
        <p:nvSpPr>
          <p:cNvPr id="203" name="Google Shape;203;p17"/>
          <p:cNvSpPr txBox="1"/>
          <p:nvPr>
            <p:ph type="subTitle" idx="13"/>
          </p:nvPr>
        </p:nvSpPr>
        <p:spPr>
          <a:xfrm>
            <a:off x="720000" y="2803097"/>
            <a:ext cx="2162100" cy="69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p:txBody>
      </p:sp>
      <p:sp>
        <p:nvSpPr>
          <p:cNvPr id="204" name="Google Shape;204;p17"/>
          <p:cNvSpPr txBox="1"/>
          <p:nvPr>
            <p:ph type="subTitle" idx="14"/>
          </p:nvPr>
        </p:nvSpPr>
        <p:spPr>
          <a:xfrm>
            <a:off x="3490950" y="2803097"/>
            <a:ext cx="2162100" cy="69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p:txBody>
      </p:sp>
      <p:sp>
        <p:nvSpPr>
          <p:cNvPr id="205" name="Google Shape;205;p17"/>
          <p:cNvSpPr txBox="1"/>
          <p:nvPr>
            <p:ph type="subTitle" idx="15"/>
          </p:nvPr>
        </p:nvSpPr>
        <p:spPr>
          <a:xfrm>
            <a:off x="6268669" y="2803097"/>
            <a:ext cx="2162100" cy="69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p:txBody>
      </p:sp>
      <p:grpSp>
        <p:nvGrpSpPr>
          <p:cNvPr id="206" name="Google Shape;206;p17"/>
          <p:cNvGrpSpPr/>
          <p:nvPr/>
        </p:nvGrpSpPr>
        <p:grpSpPr>
          <a:xfrm>
            <a:off x="518850" y="392550"/>
            <a:ext cx="8106300" cy="4358400"/>
            <a:chOff x="518850" y="392550"/>
            <a:chExt cx="8106300" cy="4358400"/>
          </a:xfrm>
        </p:grpSpPr>
        <p:grpSp>
          <p:nvGrpSpPr>
            <p:cNvPr id="207" name="Google Shape;207;p17"/>
            <p:cNvGrpSpPr/>
            <p:nvPr/>
          </p:nvGrpSpPr>
          <p:grpSpPr>
            <a:xfrm>
              <a:off x="518850" y="392550"/>
              <a:ext cx="8106300" cy="396000"/>
              <a:chOff x="518850" y="385283"/>
              <a:chExt cx="8106300" cy="396000"/>
            </a:xfrm>
          </p:grpSpPr>
          <p:cxnSp>
            <p:nvCxnSpPr>
              <p:cNvPr id="208" name="Google Shape;208;p1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09" name="Google Shape;209;p1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10" name="Google Shape;210;p1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11" name="Google Shape;211;p17"/>
            <p:cNvGrpSpPr/>
            <p:nvPr/>
          </p:nvGrpSpPr>
          <p:grpSpPr>
            <a:xfrm rot="10800000">
              <a:off x="518850" y="4354950"/>
              <a:ext cx="8106300" cy="396000"/>
              <a:chOff x="518850" y="385283"/>
              <a:chExt cx="8106300" cy="396000"/>
            </a:xfrm>
          </p:grpSpPr>
          <p:cxnSp>
            <p:nvCxnSpPr>
              <p:cNvPr id="212" name="Google Shape;212;p1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13" name="Google Shape;213;p1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14" name="Google Shape;214;p1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215" name="Google Shape;215;p17"/>
          <p:cNvSpPr txBox="1"/>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216" name="Shape 216"/>
        <p:cNvGrpSpPr/>
        <p:nvPr/>
      </p:nvGrpSpPr>
      <p:grpSpPr>
        <a:xfrm>
          <a:off x="0" y="0"/>
          <a:ext cx="0" cy="0"/>
          <a:chOff x="0" y="0"/>
          <a:chExt cx="0" cy="0"/>
        </a:xfrm>
      </p:grpSpPr>
      <p:sp>
        <p:nvSpPr>
          <p:cNvPr id="217" name="Google Shape;217;p18"/>
          <p:cNvSpPr txBox="1"/>
          <p:nvPr>
            <p:ph type="title"/>
          </p:nvPr>
        </p:nvSpPr>
        <p:spPr>
          <a:xfrm>
            <a:off x="3982663" y="539500"/>
            <a:ext cx="44481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8" name="Google Shape;218;p18"/>
          <p:cNvSpPr txBox="1"/>
          <p:nvPr>
            <p:ph type="subTitle" idx="1"/>
          </p:nvPr>
        </p:nvSpPr>
        <p:spPr>
          <a:xfrm>
            <a:off x="3982625" y="1719925"/>
            <a:ext cx="4448100" cy="105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219" name="Google Shape;219;p18"/>
          <p:cNvSpPr txBox="1"/>
          <p:nvPr/>
        </p:nvSpPr>
        <p:spPr>
          <a:xfrm>
            <a:off x="3982500" y="3611950"/>
            <a:ext cx="4448100" cy="5562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GB" sz="1000" b="1">
                <a:solidFill>
                  <a:schemeClr val="dk1"/>
                </a:solidFill>
                <a:latin typeface="Open Sans"/>
                <a:ea typeface="Open Sans"/>
                <a:cs typeface="Open Sans"/>
                <a:sym typeface="Open Sans"/>
              </a:rPr>
              <a:t>CREDITS:</a:t>
            </a:r>
            <a:r>
              <a:rPr lang="en-GB" sz="1000">
                <a:solidFill>
                  <a:schemeClr val="dk1"/>
                </a:solidFill>
                <a:latin typeface="Open Sans"/>
                <a:ea typeface="Open Sans"/>
                <a:cs typeface="Open Sans"/>
                <a:sym typeface="Open Sans"/>
              </a:rPr>
              <a:t> This presentation template was created by </a:t>
            </a:r>
            <a:r>
              <a:rPr lang="en-GB" sz="1000" b="1" u="sng">
                <a:solidFill>
                  <a:schemeClr val="hlink"/>
                </a:solidFill>
                <a:latin typeface="Open Sans"/>
                <a:ea typeface="Open Sans"/>
                <a:cs typeface="Open Sans"/>
                <a:sym typeface="Open Sans"/>
                <a:hlinkClick r:id="rId2"/>
              </a:rPr>
              <a:t>Slidesgo</a:t>
            </a:r>
            <a:r>
              <a:rPr lang="en-GB" sz="1000">
                <a:solidFill>
                  <a:schemeClr val="dk1"/>
                </a:solidFill>
                <a:latin typeface="Open Sans"/>
                <a:ea typeface="Open Sans"/>
                <a:cs typeface="Open Sans"/>
                <a:sym typeface="Open Sans"/>
              </a:rPr>
              <a:t>, and includes icons by </a:t>
            </a:r>
            <a:r>
              <a:rPr lang="en-GB" sz="1000" b="1" u="sng">
                <a:solidFill>
                  <a:schemeClr val="dk1"/>
                </a:solidFill>
                <a:latin typeface="Open Sans"/>
                <a:ea typeface="Open Sans"/>
                <a:cs typeface="Open Sans"/>
                <a:sym typeface="Open Sans"/>
                <a:hlinkClick r:id="rId3"/>
              </a:rPr>
              <a:t>Flaticon</a:t>
            </a:r>
            <a:r>
              <a:rPr lang="en-GB" sz="1000">
                <a:solidFill>
                  <a:schemeClr val="dk1"/>
                </a:solidFill>
                <a:latin typeface="Open Sans"/>
                <a:ea typeface="Open Sans"/>
                <a:cs typeface="Open Sans"/>
                <a:sym typeface="Open Sans"/>
              </a:rPr>
              <a:t>, and infographics &amp; images by </a:t>
            </a:r>
            <a:r>
              <a:rPr lang="en-GB" sz="1000" b="1" u="sng">
                <a:solidFill>
                  <a:schemeClr val="dk1"/>
                </a:solidFill>
                <a:latin typeface="Open Sans"/>
                <a:ea typeface="Open Sans"/>
                <a:cs typeface="Open Sans"/>
                <a:sym typeface="Open Sans"/>
                <a:hlinkClick r:id="rId4"/>
              </a:rPr>
              <a:t>Freepik</a:t>
            </a:r>
            <a:r>
              <a:rPr lang="en-GB" sz="1000" u="sng">
                <a:solidFill>
                  <a:schemeClr val="dk1"/>
                </a:solidFill>
                <a:latin typeface="Open Sans"/>
                <a:ea typeface="Open Sans"/>
                <a:cs typeface="Open Sans"/>
                <a:sym typeface="Open Sans"/>
              </a:rPr>
              <a:t> </a:t>
            </a:r>
            <a:endParaRPr sz="1000" b="1" u="sng">
              <a:solidFill>
                <a:schemeClr val="dk1"/>
              </a:solidFill>
              <a:latin typeface="Open Sans"/>
              <a:ea typeface="Open Sans"/>
              <a:cs typeface="Open Sans"/>
              <a:sym typeface="Open Sans"/>
            </a:endParaRPr>
          </a:p>
        </p:txBody>
      </p:sp>
      <p:grpSp>
        <p:nvGrpSpPr>
          <p:cNvPr id="220" name="Google Shape;220;p18"/>
          <p:cNvGrpSpPr/>
          <p:nvPr/>
        </p:nvGrpSpPr>
        <p:grpSpPr>
          <a:xfrm>
            <a:off x="518850" y="392550"/>
            <a:ext cx="8106300" cy="4358400"/>
            <a:chOff x="518850" y="392550"/>
            <a:chExt cx="8106300" cy="4358400"/>
          </a:xfrm>
        </p:grpSpPr>
        <p:grpSp>
          <p:nvGrpSpPr>
            <p:cNvPr id="221" name="Google Shape;221;p18"/>
            <p:cNvGrpSpPr/>
            <p:nvPr/>
          </p:nvGrpSpPr>
          <p:grpSpPr>
            <a:xfrm>
              <a:off x="518850" y="392550"/>
              <a:ext cx="8106300" cy="396000"/>
              <a:chOff x="518850" y="385283"/>
              <a:chExt cx="8106300" cy="396000"/>
            </a:xfrm>
          </p:grpSpPr>
          <p:cxnSp>
            <p:nvCxnSpPr>
              <p:cNvPr id="222" name="Google Shape;222;p1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23" name="Google Shape;223;p1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24" name="Google Shape;224;p1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25" name="Google Shape;225;p18"/>
            <p:cNvGrpSpPr/>
            <p:nvPr/>
          </p:nvGrpSpPr>
          <p:grpSpPr>
            <a:xfrm rot="10800000">
              <a:off x="518850" y="4354950"/>
              <a:ext cx="8106300" cy="396000"/>
              <a:chOff x="518850" y="385283"/>
              <a:chExt cx="8106300" cy="396000"/>
            </a:xfrm>
          </p:grpSpPr>
          <p:cxnSp>
            <p:nvCxnSpPr>
              <p:cNvPr id="226" name="Google Shape;226;p1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27" name="Google Shape;227;p1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28" name="Google Shape;228;p1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229" name="Shape 229"/>
        <p:cNvGrpSpPr/>
        <p:nvPr/>
      </p:nvGrpSpPr>
      <p:grpSpPr>
        <a:xfrm>
          <a:off x="0" y="0"/>
          <a:ext cx="0" cy="0"/>
          <a:chOff x="0" y="0"/>
          <a:chExt cx="0" cy="0"/>
        </a:xfrm>
      </p:grpSpPr>
      <p:grpSp>
        <p:nvGrpSpPr>
          <p:cNvPr id="230" name="Google Shape;230;p19"/>
          <p:cNvGrpSpPr/>
          <p:nvPr/>
        </p:nvGrpSpPr>
        <p:grpSpPr>
          <a:xfrm>
            <a:off x="518850" y="392550"/>
            <a:ext cx="8106300" cy="4358400"/>
            <a:chOff x="518850" y="392550"/>
            <a:chExt cx="8106300" cy="4358400"/>
          </a:xfrm>
        </p:grpSpPr>
        <p:grpSp>
          <p:nvGrpSpPr>
            <p:cNvPr id="231" name="Google Shape;231;p19"/>
            <p:cNvGrpSpPr/>
            <p:nvPr/>
          </p:nvGrpSpPr>
          <p:grpSpPr>
            <a:xfrm>
              <a:off x="518850" y="392550"/>
              <a:ext cx="8106300" cy="396000"/>
              <a:chOff x="518850" y="385283"/>
              <a:chExt cx="8106300" cy="396000"/>
            </a:xfrm>
          </p:grpSpPr>
          <p:cxnSp>
            <p:nvCxnSpPr>
              <p:cNvPr id="232" name="Google Shape;232;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3" name="Google Shape;233;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4" name="Google Shape;234;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35" name="Google Shape;235;p19"/>
            <p:cNvGrpSpPr/>
            <p:nvPr/>
          </p:nvGrpSpPr>
          <p:grpSpPr>
            <a:xfrm rot="10800000">
              <a:off x="518850" y="4354950"/>
              <a:ext cx="8106300" cy="396000"/>
              <a:chOff x="518850" y="385283"/>
              <a:chExt cx="8106300" cy="396000"/>
            </a:xfrm>
          </p:grpSpPr>
          <p:cxnSp>
            <p:nvCxnSpPr>
              <p:cNvPr id="236" name="Google Shape;236;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8" name="Google Shape;238;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239" name="Google Shape;239;p19"/>
          <p:cNvGrpSpPr/>
          <p:nvPr/>
        </p:nvGrpSpPr>
        <p:grpSpPr>
          <a:xfrm>
            <a:off x="518845" y="755087"/>
            <a:ext cx="3381109" cy="3633336"/>
            <a:chOff x="1742895" y="795775"/>
            <a:chExt cx="3381109" cy="3633336"/>
          </a:xfrm>
        </p:grpSpPr>
        <p:sp>
          <p:nvSpPr>
            <p:cNvPr id="240" name="Google Shape;240;p19"/>
            <p:cNvSpPr/>
            <p:nvPr/>
          </p:nvSpPr>
          <p:spPr>
            <a:xfrm>
              <a:off x="1913656" y="3200832"/>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 name="Google Shape;241;p19"/>
            <p:cNvSpPr/>
            <p:nvPr/>
          </p:nvSpPr>
          <p:spPr>
            <a:xfrm>
              <a:off x="1910411" y="3196997"/>
              <a:ext cx="46022" cy="46081"/>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42" name="Google Shape;242;p19"/>
            <p:cNvGrpSpPr/>
            <p:nvPr/>
          </p:nvGrpSpPr>
          <p:grpSpPr>
            <a:xfrm>
              <a:off x="1742895" y="947116"/>
              <a:ext cx="1986215" cy="3269968"/>
              <a:chOff x="6934075" y="1778325"/>
              <a:chExt cx="689275" cy="1134775"/>
            </a:xfrm>
          </p:grpSpPr>
          <p:sp>
            <p:nvSpPr>
              <p:cNvPr id="243" name="Google Shape;243;p19"/>
              <p:cNvSpPr/>
              <p:nvPr/>
            </p:nvSpPr>
            <p:spPr>
              <a:xfrm>
                <a:off x="7486500" y="2665625"/>
                <a:ext cx="136850" cy="66125"/>
              </a:xfrm>
              <a:custGeom>
                <a:avLst/>
                <a:gdLst/>
                <a:ahLst/>
                <a:cxnLst/>
                <a:rect l="l" t="t" r="r" b="b"/>
                <a:pathLst>
                  <a:path w="5474" h="2645" extrusionOk="0">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 name="Google Shape;244;p19"/>
              <p:cNvSpPr/>
              <p:nvPr/>
            </p:nvSpPr>
            <p:spPr>
              <a:xfrm>
                <a:off x="7313500" y="2548975"/>
                <a:ext cx="85375" cy="41525"/>
              </a:xfrm>
              <a:custGeom>
                <a:avLst/>
                <a:gdLst/>
                <a:ahLst/>
                <a:cxnLst/>
                <a:rect l="l" t="t" r="r" b="b"/>
                <a:pathLst>
                  <a:path w="3415" h="1661" extrusionOk="0">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 name="Google Shape;245;p19"/>
              <p:cNvSpPr/>
              <p:nvPr/>
            </p:nvSpPr>
            <p:spPr>
              <a:xfrm>
                <a:off x="7252725" y="2143825"/>
                <a:ext cx="207600" cy="156800"/>
              </a:xfrm>
              <a:custGeom>
                <a:avLst/>
                <a:gdLst/>
                <a:ahLst/>
                <a:cxnLst/>
                <a:rect l="l" t="t" r="r" b="b"/>
                <a:pathLst>
                  <a:path w="8304" h="6272" extrusionOk="0">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 name="Google Shape;246;p19"/>
              <p:cNvSpPr/>
              <p:nvPr/>
            </p:nvSpPr>
            <p:spPr>
              <a:xfrm>
                <a:off x="7564200" y="1778325"/>
                <a:ext cx="41075" cy="41075"/>
              </a:xfrm>
              <a:custGeom>
                <a:avLst/>
                <a:gdLst/>
                <a:ahLst/>
                <a:cxnLst/>
                <a:rect l="l" t="t" r="r" b="b"/>
                <a:pathLst>
                  <a:path w="1643" h="1643" extrusionOk="0">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 name="Google Shape;247;p19"/>
              <p:cNvSpPr/>
              <p:nvPr/>
            </p:nvSpPr>
            <p:spPr>
              <a:xfrm>
                <a:off x="6975825" y="2325875"/>
                <a:ext cx="51500" cy="51275"/>
              </a:xfrm>
              <a:custGeom>
                <a:avLst/>
                <a:gdLst/>
                <a:ahLst/>
                <a:cxnLst/>
                <a:rect l="l" t="t" r="r" b="b"/>
                <a:pathLst>
                  <a:path w="2060" h="2051" extrusionOk="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 name="Google Shape;248;p19"/>
              <p:cNvSpPr/>
              <p:nvPr/>
            </p:nvSpPr>
            <p:spPr>
              <a:xfrm>
                <a:off x="6992525" y="1930925"/>
                <a:ext cx="22050" cy="22050"/>
              </a:xfrm>
              <a:custGeom>
                <a:avLst/>
                <a:gdLst/>
                <a:ahLst/>
                <a:cxnLst/>
                <a:rect l="l" t="t" r="r" b="b"/>
                <a:pathLst>
                  <a:path w="882" h="882" extrusionOk="0">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 name="Google Shape;249;p19"/>
              <p:cNvSpPr/>
              <p:nvPr/>
            </p:nvSpPr>
            <p:spPr>
              <a:xfrm>
                <a:off x="6934075" y="2211075"/>
                <a:ext cx="14175" cy="14175"/>
              </a:xfrm>
              <a:custGeom>
                <a:avLst/>
                <a:gdLst/>
                <a:ahLst/>
                <a:cxnLst/>
                <a:rect l="l" t="t" r="r" b="b"/>
                <a:pathLst>
                  <a:path w="567" h="567" extrusionOk="0">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 name="Google Shape;250;p19"/>
              <p:cNvSpPr/>
              <p:nvPr/>
            </p:nvSpPr>
            <p:spPr>
              <a:xfrm>
                <a:off x="6935000" y="2456875"/>
                <a:ext cx="344900" cy="344675"/>
              </a:xfrm>
              <a:custGeom>
                <a:avLst/>
                <a:gdLst/>
                <a:ahLst/>
                <a:cxnLst/>
                <a:rect l="l" t="t" r="r" b="b"/>
                <a:pathLst>
                  <a:path w="13796" h="13787" extrusionOk="0">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 name="Google Shape;251;p19"/>
              <p:cNvSpPr/>
              <p:nvPr/>
            </p:nvSpPr>
            <p:spPr>
              <a:xfrm>
                <a:off x="7073000" y="2596525"/>
                <a:ext cx="406100" cy="280875"/>
              </a:xfrm>
              <a:custGeom>
                <a:avLst/>
                <a:gdLst/>
                <a:ahLst/>
                <a:cxnLst/>
                <a:rect l="l" t="t" r="r" b="b"/>
                <a:pathLst>
                  <a:path w="16244" h="11235" extrusionOk="0">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 name="Google Shape;252;p19"/>
              <p:cNvSpPr/>
              <p:nvPr/>
            </p:nvSpPr>
            <p:spPr>
              <a:xfrm>
                <a:off x="7071375" y="2595125"/>
                <a:ext cx="409350" cy="283650"/>
              </a:xfrm>
              <a:custGeom>
                <a:avLst/>
                <a:gdLst/>
                <a:ahLst/>
                <a:cxnLst/>
                <a:rect l="l" t="t" r="r" b="b"/>
                <a:pathLst>
                  <a:path w="16374" h="11346" extrusionOk="0">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 name="Google Shape;253;p19"/>
              <p:cNvSpPr/>
              <p:nvPr/>
            </p:nvSpPr>
            <p:spPr>
              <a:xfrm>
                <a:off x="7102675" y="2623425"/>
                <a:ext cx="346750" cy="227075"/>
              </a:xfrm>
              <a:custGeom>
                <a:avLst/>
                <a:gdLst/>
                <a:ahLst/>
                <a:cxnLst/>
                <a:rect l="l" t="t" r="r" b="b"/>
                <a:pathLst>
                  <a:path w="13870" h="9083" extrusionOk="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4" name="Google Shape;254;p19"/>
              <p:cNvSpPr/>
              <p:nvPr/>
            </p:nvSpPr>
            <p:spPr>
              <a:xfrm>
                <a:off x="7101050" y="2622025"/>
                <a:ext cx="349775" cy="229850"/>
              </a:xfrm>
              <a:custGeom>
                <a:avLst/>
                <a:gdLst/>
                <a:ahLst/>
                <a:cxnLst/>
                <a:rect l="l" t="t" r="r" b="b"/>
                <a:pathLst>
                  <a:path w="13991" h="9194" extrusionOk="0">
                    <a:moveTo>
                      <a:pt x="66" y="1"/>
                    </a:moveTo>
                    <a:cubicBezTo>
                      <a:pt x="29" y="1"/>
                      <a:pt x="1" y="28"/>
                      <a:pt x="1" y="56"/>
                    </a:cubicBezTo>
                    <a:lnTo>
                      <a:pt x="1" y="9138"/>
                    </a:lnTo>
                    <a:cubicBezTo>
                      <a:pt x="1" y="9166"/>
                      <a:pt x="29" y="9194"/>
                      <a:pt x="66" y="9194"/>
                    </a:cubicBezTo>
                    <a:lnTo>
                      <a:pt x="13934" y="9194"/>
                    </a:lnTo>
                    <a:cubicBezTo>
                      <a:pt x="13971" y="9194"/>
                      <a:pt x="13990" y="9166"/>
                      <a:pt x="13990" y="9138"/>
                    </a:cubicBezTo>
                    <a:lnTo>
                      <a:pt x="13990" y="7459"/>
                    </a:lnTo>
                    <a:cubicBezTo>
                      <a:pt x="13990" y="7422"/>
                      <a:pt x="13971" y="7394"/>
                      <a:pt x="13934" y="7394"/>
                    </a:cubicBezTo>
                    <a:cubicBezTo>
                      <a:pt x="13907" y="7394"/>
                      <a:pt x="13879" y="7422"/>
                      <a:pt x="13879" y="7459"/>
                    </a:cubicBezTo>
                    <a:lnTo>
                      <a:pt x="13879" y="9073"/>
                    </a:lnTo>
                    <a:lnTo>
                      <a:pt x="121" y="9073"/>
                    </a:lnTo>
                    <a:lnTo>
                      <a:pt x="121" y="112"/>
                    </a:lnTo>
                    <a:lnTo>
                      <a:pt x="13879" y="112"/>
                    </a:lnTo>
                    <a:lnTo>
                      <a:pt x="13879" y="2153"/>
                    </a:lnTo>
                    <a:cubicBezTo>
                      <a:pt x="13879" y="2190"/>
                      <a:pt x="13907" y="2218"/>
                      <a:pt x="13934" y="2218"/>
                    </a:cubicBezTo>
                    <a:cubicBezTo>
                      <a:pt x="13971" y="2218"/>
                      <a:pt x="13990" y="2190"/>
                      <a:pt x="13990" y="2153"/>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 name="Google Shape;255;p19"/>
              <p:cNvSpPr/>
              <p:nvPr/>
            </p:nvSpPr>
            <p:spPr>
              <a:xfrm>
                <a:off x="7448000" y="2694150"/>
                <a:ext cx="2825" cy="76100"/>
              </a:xfrm>
              <a:custGeom>
                <a:avLst/>
                <a:gdLst/>
                <a:ahLst/>
                <a:cxnLst/>
                <a:rect l="l" t="t" r="r" b="b"/>
                <a:pathLst>
                  <a:path w="113" h="3044" extrusionOk="0">
                    <a:moveTo>
                      <a:pt x="56" y="1"/>
                    </a:moveTo>
                    <a:cubicBezTo>
                      <a:pt x="29" y="1"/>
                      <a:pt x="1" y="28"/>
                      <a:pt x="1" y="66"/>
                    </a:cubicBezTo>
                    <a:lnTo>
                      <a:pt x="1" y="2988"/>
                    </a:lnTo>
                    <a:cubicBezTo>
                      <a:pt x="1" y="3025"/>
                      <a:pt x="29" y="3043"/>
                      <a:pt x="56" y="3043"/>
                    </a:cubicBezTo>
                    <a:cubicBezTo>
                      <a:pt x="93" y="3043"/>
                      <a:pt x="112" y="3025"/>
                      <a:pt x="112" y="2988"/>
                    </a:cubicBezTo>
                    <a:lnTo>
                      <a:pt x="112" y="66"/>
                    </a:lnTo>
                    <a:cubicBezTo>
                      <a:pt x="112" y="28"/>
                      <a:pt x="8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 name="Google Shape;256;p19"/>
              <p:cNvSpPr/>
              <p:nvPr/>
            </p:nvSpPr>
            <p:spPr>
              <a:xfrm>
                <a:off x="7271525" y="2605800"/>
                <a:ext cx="9050" cy="9075"/>
              </a:xfrm>
              <a:custGeom>
                <a:avLst/>
                <a:gdLst/>
                <a:ahLst/>
                <a:cxnLst/>
                <a:rect l="l" t="t" r="r" b="b"/>
                <a:pathLst>
                  <a:path w="362" h="363" extrusionOk="0">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 name="Google Shape;257;p19"/>
              <p:cNvSpPr/>
              <p:nvPr/>
            </p:nvSpPr>
            <p:spPr>
              <a:xfrm>
                <a:off x="7006425" y="2875275"/>
                <a:ext cx="539250" cy="36450"/>
              </a:xfrm>
              <a:custGeom>
                <a:avLst/>
                <a:gdLst/>
                <a:ahLst/>
                <a:cxnLst/>
                <a:rect l="l" t="t" r="r" b="b"/>
                <a:pathLst>
                  <a:path w="21570" h="1458" extrusionOk="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 name="Google Shape;258;p19"/>
              <p:cNvSpPr/>
              <p:nvPr/>
            </p:nvSpPr>
            <p:spPr>
              <a:xfrm>
                <a:off x="7005050" y="2873900"/>
                <a:ext cx="542000" cy="39200"/>
              </a:xfrm>
              <a:custGeom>
                <a:avLst/>
                <a:gdLst/>
                <a:ahLst/>
                <a:cxnLst/>
                <a:rect l="l" t="t" r="r" b="b"/>
                <a:pathLst>
                  <a:path w="21680" h="1568" extrusionOk="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9" name="Google Shape;259;p19"/>
              <p:cNvSpPr/>
              <p:nvPr/>
            </p:nvSpPr>
            <p:spPr>
              <a:xfrm>
                <a:off x="7010150" y="2901725"/>
                <a:ext cx="531800" cy="2800"/>
              </a:xfrm>
              <a:custGeom>
                <a:avLst/>
                <a:gdLst/>
                <a:ahLst/>
                <a:cxnLst/>
                <a:rect l="l" t="t" r="r" b="b"/>
                <a:pathLst>
                  <a:path w="21272" h="112" extrusionOk="0">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0" name="Google Shape;260;p19"/>
              <p:cNvSpPr/>
              <p:nvPr/>
            </p:nvSpPr>
            <p:spPr>
              <a:xfrm>
                <a:off x="7224425" y="2877600"/>
                <a:ext cx="103000" cy="11400"/>
              </a:xfrm>
              <a:custGeom>
                <a:avLst/>
                <a:gdLst/>
                <a:ahLst/>
                <a:cxnLst/>
                <a:rect l="l" t="t" r="r" b="b"/>
                <a:pathLst>
                  <a:path w="4120" h="456" extrusionOk="0">
                    <a:moveTo>
                      <a:pt x="1" y="0"/>
                    </a:moveTo>
                    <a:lnTo>
                      <a:pt x="1" y="455"/>
                    </a:lnTo>
                    <a:lnTo>
                      <a:pt x="4120" y="455"/>
                    </a:lnTo>
                    <a:lnTo>
                      <a:pt x="4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1" name="Google Shape;261;p19"/>
              <p:cNvSpPr/>
              <p:nvPr/>
            </p:nvSpPr>
            <p:spPr>
              <a:xfrm>
                <a:off x="7223050" y="2875975"/>
                <a:ext cx="106000" cy="14400"/>
              </a:xfrm>
              <a:custGeom>
                <a:avLst/>
                <a:gdLst/>
                <a:ahLst/>
                <a:cxnLst/>
                <a:rect l="l" t="t" r="r" b="b"/>
                <a:pathLst>
                  <a:path w="4240" h="576" extrusionOk="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 name="Google Shape;262;p19"/>
              <p:cNvSpPr/>
              <p:nvPr/>
            </p:nvSpPr>
            <p:spPr>
              <a:xfrm>
                <a:off x="7171800" y="2666550"/>
                <a:ext cx="186025" cy="158900"/>
              </a:xfrm>
              <a:custGeom>
                <a:avLst/>
                <a:gdLst/>
                <a:ahLst/>
                <a:cxnLst/>
                <a:rect l="l" t="t" r="r" b="b"/>
                <a:pathLst>
                  <a:path w="7441" h="6356" extrusionOk="0">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 name="Google Shape;263;p19"/>
              <p:cNvSpPr/>
              <p:nvPr/>
            </p:nvSpPr>
            <p:spPr>
              <a:xfrm>
                <a:off x="7184075" y="2654025"/>
                <a:ext cx="186025" cy="158900"/>
              </a:xfrm>
              <a:custGeom>
                <a:avLst/>
                <a:gdLst/>
                <a:ahLst/>
                <a:cxnLst/>
                <a:rect l="l" t="t" r="r" b="b"/>
                <a:pathLst>
                  <a:path w="7441" h="6356" extrusionOk="0">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 name="Google Shape;264;p19"/>
              <p:cNvSpPr/>
              <p:nvPr/>
            </p:nvSpPr>
            <p:spPr>
              <a:xfrm>
                <a:off x="7182700" y="2652400"/>
                <a:ext cx="188800" cy="162150"/>
              </a:xfrm>
              <a:custGeom>
                <a:avLst/>
                <a:gdLst/>
                <a:ahLst/>
                <a:cxnLst/>
                <a:rect l="l" t="t" r="r" b="b"/>
                <a:pathLst>
                  <a:path w="7552" h="6486" extrusionOk="0">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 name="Google Shape;265;p19"/>
              <p:cNvSpPr/>
              <p:nvPr/>
            </p:nvSpPr>
            <p:spPr>
              <a:xfrm>
                <a:off x="7212850" y="2737750"/>
                <a:ext cx="128275" cy="17200"/>
              </a:xfrm>
              <a:custGeom>
                <a:avLst/>
                <a:gdLst/>
                <a:ahLst/>
                <a:cxnLst/>
                <a:rect l="l" t="t" r="r" b="b"/>
                <a:pathLst>
                  <a:path w="5131" h="688" extrusionOk="0">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 name="Google Shape;266;p19"/>
              <p:cNvSpPr/>
              <p:nvPr/>
            </p:nvSpPr>
            <p:spPr>
              <a:xfrm>
                <a:off x="7211225" y="2736375"/>
                <a:ext cx="131275" cy="19950"/>
              </a:xfrm>
              <a:custGeom>
                <a:avLst/>
                <a:gdLst/>
                <a:ahLst/>
                <a:cxnLst/>
                <a:rect l="l" t="t" r="r" b="b"/>
                <a:pathLst>
                  <a:path w="5251" h="798" extrusionOk="0">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 name="Google Shape;267;p19"/>
              <p:cNvSpPr/>
              <p:nvPr/>
            </p:nvSpPr>
            <p:spPr>
              <a:xfrm>
                <a:off x="7226750" y="2742400"/>
                <a:ext cx="99525" cy="7200"/>
              </a:xfrm>
              <a:custGeom>
                <a:avLst/>
                <a:gdLst/>
                <a:ahLst/>
                <a:cxnLst/>
                <a:rect l="l" t="t" r="r" b="b"/>
                <a:pathLst>
                  <a:path w="3981" h="288" extrusionOk="0">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 name="Google Shape;268;p19"/>
              <p:cNvSpPr/>
              <p:nvPr/>
            </p:nvSpPr>
            <p:spPr>
              <a:xfrm>
                <a:off x="7234875" y="2764425"/>
                <a:ext cx="83975" cy="10000"/>
              </a:xfrm>
              <a:custGeom>
                <a:avLst/>
                <a:gdLst/>
                <a:ahLst/>
                <a:cxnLst/>
                <a:rect l="l" t="t" r="r" b="b"/>
                <a:pathLst>
                  <a:path w="3359" h="400" extrusionOk="0">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 name="Google Shape;269;p19"/>
              <p:cNvSpPr/>
              <p:nvPr/>
            </p:nvSpPr>
            <p:spPr>
              <a:xfrm>
                <a:off x="7233475" y="2763025"/>
                <a:ext cx="86775" cy="13025"/>
              </a:xfrm>
              <a:custGeom>
                <a:avLst/>
                <a:gdLst/>
                <a:ahLst/>
                <a:cxnLst/>
                <a:rect l="l" t="t" r="r" b="b"/>
                <a:pathLst>
                  <a:path w="3471" h="521" extrusionOk="0">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 name="Google Shape;270;p19"/>
              <p:cNvSpPr/>
              <p:nvPr/>
            </p:nvSpPr>
            <p:spPr>
              <a:xfrm>
                <a:off x="725180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 name="Google Shape;271;p19"/>
              <p:cNvSpPr/>
              <p:nvPr/>
            </p:nvSpPr>
            <p:spPr>
              <a:xfrm>
                <a:off x="72610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 name="Google Shape;272;p19"/>
              <p:cNvSpPr/>
              <p:nvPr/>
            </p:nvSpPr>
            <p:spPr>
              <a:xfrm>
                <a:off x="7269900" y="2766975"/>
                <a:ext cx="4650" cy="4900"/>
              </a:xfrm>
              <a:custGeom>
                <a:avLst/>
                <a:gdLst/>
                <a:ahLst/>
                <a:cxnLst/>
                <a:rect l="l" t="t" r="r" b="b"/>
                <a:pathLst>
                  <a:path w="186" h="196" extrusionOk="0">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 name="Google Shape;273;p19"/>
              <p:cNvSpPr/>
              <p:nvPr/>
            </p:nvSpPr>
            <p:spPr>
              <a:xfrm>
                <a:off x="7278950" y="2766975"/>
                <a:ext cx="4875" cy="4900"/>
              </a:xfrm>
              <a:custGeom>
                <a:avLst/>
                <a:gdLst/>
                <a:ahLst/>
                <a:cxnLst/>
                <a:rect l="l" t="t" r="r" b="b"/>
                <a:pathLst>
                  <a:path w="195" h="196" extrusionOk="0">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 name="Google Shape;274;p19"/>
              <p:cNvSpPr/>
              <p:nvPr/>
            </p:nvSpPr>
            <p:spPr>
              <a:xfrm>
                <a:off x="72879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 name="Google Shape;275;p19"/>
              <p:cNvSpPr/>
              <p:nvPr/>
            </p:nvSpPr>
            <p:spPr>
              <a:xfrm>
                <a:off x="729725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 name="Google Shape;276;p19"/>
              <p:cNvSpPr/>
              <p:nvPr/>
            </p:nvSpPr>
            <p:spPr>
              <a:xfrm>
                <a:off x="7249950" y="2672575"/>
                <a:ext cx="53825" cy="53850"/>
              </a:xfrm>
              <a:custGeom>
                <a:avLst/>
                <a:gdLst/>
                <a:ahLst/>
                <a:cxnLst/>
                <a:rect l="l" t="t" r="r" b="b"/>
                <a:pathLst>
                  <a:path w="2153" h="2154" extrusionOk="0">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 name="Google Shape;277;p19"/>
              <p:cNvSpPr/>
              <p:nvPr/>
            </p:nvSpPr>
            <p:spPr>
              <a:xfrm>
                <a:off x="7248550" y="2671200"/>
                <a:ext cx="56625" cy="56600"/>
              </a:xfrm>
              <a:custGeom>
                <a:avLst/>
                <a:gdLst/>
                <a:ahLst/>
                <a:cxnLst/>
                <a:rect l="l" t="t" r="r" b="b"/>
                <a:pathLst>
                  <a:path w="2265" h="2264" extrusionOk="0">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 name="Google Shape;278;p19"/>
              <p:cNvSpPr/>
              <p:nvPr/>
            </p:nvSpPr>
            <p:spPr>
              <a:xfrm>
                <a:off x="7265025" y="2701100"/>
                <a:ext cx="23900" cy="12100"/>
              </a:xfrm>
              <a:custGeom>
                <a:avLst/>
                <a:gdLst/>
                <a:ahLst/>
                <a:cxnLst/>
                <a:rect l="l" t="t" r="r" b="b"/>
                <a:pathLst>
                  <a:path w="956" h="484" extrusionOk="0">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 name="Google Shape;279;p19"/>
              <p:cNvSpPr/>
              <p:nvPr/>
            </p:nvSpPr>
            <p:spPr>
              <a:xfrm>
                <a:off x="7263400" y="2699725"/>
                <a:ext cx="26925" cy="14875"/>
              </a:xfrm>
              <a:custGeom>
                <a:avLst/>
                <a:gdLst/>
                <a:ahLst/>
                <a:cxnLst/>
                <a:rect l="l" t="t" r="r" b="b"/>
                <a:pathLst>
                  <a:path w="1077" h="595" extrusionOk="0">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 name="Google Shape;280;p19"/>
              <p:cNvSpPr/>
              <p:nvPr/>
            </p:nvSpPr>
            <p:spPr>
              <a:xfrm>
                <a:off x="7270125" y="2685800"/>
                <a:ext cx="13700" cy="13725"/>
              </a:xfrm>
              <a:custGeom>
                <a:avLst/>
                <a:gdLst/>
                <a:ahLst/>
                <a:cxnLst/>
                <a:rect l="l" t="t" r="r" b="b"/>
                <a:pathLst>
                  <a:path w="548" h="549" extrusionOk="0">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 name="Google Shape;281;p19"/>
              <p:cNvSpPr/>
              <p:nvPr/>
            </p:nvSpPr>
            <p:spPr>
              <a:xfrm>
                <a:off x="7268725" y="2684425"/>
                <a:ext cx="16500" cy="16475"/>
              </a:xfrm>
              <a:custGeom>
                <a:avLst/>
                <a:gdLst/>
                <a:ahLst/>
                <a:cxnLst/>
                <a:rect l="l" t="t" r="r" b="b"/>
                <a:pathLst>
                  <a:path w="660" h="659" extrusionOk="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 name="Google Shape;282;p19"/>
              <p:cNvSpPr/>
              <p:nvPr/>
            </p:nvSpPr>
            <p:spPr>
              <a:xfrm>
                <a:off x="7257150" y="2782525"/>
                <a:ext cx="39675" cy="12300"/>
              </a:xfrm>
              <a:custGeom>
                <a:avLst/>
                <a:gdLst/>
                <a:ahLst/>
                <a:cxnLst/>
                <a:rect l="l" t="t" r="r" b="b"/>
                <a:pathLst>
                  <a:path w="1587" h="492" extrusionOk="0">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 name="Google Shape;283;p19"/>
              <p:cNvSpPr/>
              <p:nvPr/>
            </p:nvSpPr>
            <p:spPr>
              <a:xfrm>
                <a:off x="7255525" y="2781125"/>
                <a:ext cx="42675" cy="15100"/>
              </a:xfrm>
              <a:custGeom>
                <a:avLst/>
                <a:gdLst/>
                <a:ahLst/>
                <a:cxnLst/>
                <a:rect l="l" t="t" r="r" b="b"/>
                <a:pathLst>
                  <a:path w="1707" h="604" extrusionOk="0">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4" name="Google Shape;284;p19"/>
              <p:cNvSpPr/>
              <p:nvPr/>
            </p:nvSpPr>
            <p:spPr>
              <a:xfrm>
                <a:off x="7359875" y="1832850"/>
                <a:ext cx="241000" cy="240000"/>
              </a:xfrm>
              <a:custGeom>
                <a:avLst/>
                <a:gdLst/>
                <a:ahLst/>
                <a:cxnLst/>
                <a:rect l="l" t="t" r="r" b="b"/>
                <a:pathLst>
                  <a:path w="9640" h="9600" extrusionOk="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 name="Google Shape;285;p19"/>
              <p:cNvSpPr/>
              <p:nvPr/>
            </p:nvSpPr>
            <p:spPr>
              <a:xfrm>
                <a:off x="7358250" y="1831425"/>
                <a:ext cx="243775" cy="242850"/>
              </a:xfrm>
              <a:custGeom>
                <a:avLst/>
                <a:gdLst/>
                <a:ahLst/>
                <a:cxnLst/>
                <a:rect l="l" t="t" r="r" b="b"/>
                <a:pathLst>
                  <a:path w="9751" h="9714" extrusionOk="0">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6" name="Google Shape;286;p19"/>
              <p:cNvSpPr/>
              <p:nvPr/>
            </p:nvSpPr>
            <p:spPr>
              <a:xfrm>
                <a:off x="7084600" y="1809400"/>
                <a:ext cx="406325" cy="280875"/>
              </a:xfrm>
              <a:custGeom>
                <a:avLst/>
                <a:gdLst/>
                <a:ahLst/>
                <a:cxnLst/>
                <a:rect l="l" t="t" r="r" b="b"/>
                <a:pathLst>
                  <a:path w="16253" h="11235" extrusionOk="0">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 name="Google Shape;287;p19"/>
              <p:cNvSpPr/>
              <p:nvPr/>
            </p:nvSpPr>
            <p:spPr>
              <a:xfrm>
                <a:off x="7083200" y="1808000"/>
                <a:ext cx="409125" cy="283900"/>
              </a:xfrm>
              <a:custGeom>
                <a:avLst/>
                <a:gdLst/>
                <a:ahLst/>
                <a:cxnLst/>
                <a:rect l="l" t="t" r="r" b="b"/>
                <a:pathLst>
                  <a:path w="16365" h="11356" extrusionOk="0">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 name="Google Shape;288;p19"/>
              <p:cNvSpPr/>
              <p:nvPr/>
            </p:nvSpPr>
            <p:spPr>
              <a:xfrm>
                <a:off x="7114275" y="1836525"/>
                <a:ext cx="346975" cy="226850"/>
              </a:xfrm>
              <a:custGeom>
                <a:avLst/>
                <a:gdLst/>
                <a:ahLst/>
                <a:cxnLst/>
                <a:rect l="l" t="t" r="r" b="b"/>
                <a:pathLst>
                  <a:path w="13879" h="9074" extrusionOk="0">
                    <a:moveTo>
                      <a:pt x="1" y="1"/>
                    </a:moveTo>
                    <a:lnTo>
                      <a:pt x="1" y="9073"/>
                    </a:lnTo>
                    <a:lnTo>
                      <a:pt x="13879" y="9073"/>
                    </a:lnTo>
                    <a:lnTo>
                      <a:pt x="13879" y="7394"/>
                    </a:lnTo>
                    <a:lnTo>
                      <a:pt x="13879" y="2097"/>
                    </a:lnTo>
                    <a:lnTo>
                      <a:pt x="138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 name="Google Shape;289;p19"/>
              <p:cNvSpPr/>
              <p:nvPr/>
            </p:nvSpPr>
            <p:spPr>
              <a:xfrm>
                <a:off x="7112875" y="1834900"/>
                <a:ext cx="349775" cy="229850"/>
              </a:xfrm>
              <a:custGeom>
                <a:avLst/>
                <a:gdLst/>
                <a:ahLst/>
                <a:cxnLst/>
                <a:rect l="l" t="t" r="r" b="b"/>
                <a:pathLst>
                  <a:path w="13991" h="9194" extrusionOk="0">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 name="Google Shape;290;p19"/>
              <p:cNvSpPr/>
              <p:nvPr/>
            </p:nvSpPr>
            <p:spPr>
              <a:xfrm>
                <a:off x="7459600" y="1907275"/>
                <a:ext cx="3050" cy="76075"/>
              </a:xfrm>
              <a:custGeom>
                <a:avLst/>
                <a:gdLst/>
                <a:ahLst/>
                <a:cxnLst/>
                <a:rect l="l" t="t" r="r" b="b"/>
                <a:pathLst>
                  <a:path w="122" h="3043" extrusionOk="0">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 name="Google Shape;291;p19"/>
              <p:cNvSpPr/>
              <p:nvPr/>
            </p:nvSpPr>
            <p:spPr>
              <a:xfrm>
                <a:off x="7283100" y="1818675"/>
                <a:ext cx="9325" cy="9075"/>
              </a:xfrm>
              <a:custGeom>
                <a:avLst/>
                <a:gdLst/>
                <a:ahLst/>
                <a:cxnLst/>
                <a:rect l="l" t="t" r="r" b="b"/>
                <a:pathLst>
                  <a:path w="373" h="363" extrusionOk="0">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 name="Google Shape;292;p19"/>
              <p:cNvSpPr/>
              <p:nvPr/>
            </p:nvSpPr>
            <p:spPr>
              <a:xfrm>
                <a:off x="7018025" y="2088150"/>
                <a:ext cx="539250" cy="36450"/>
              </a:xfrm>
              <a:custGeom>
                <a:avLst/>
                <a:gdLst/>
                <a:ahLst/>
                <a:cxnLst/>
                <a:rect l="l" t="t" r="r" b="b"/>
                <a:pathLst>
                  <a:path w="21570" h="1458" extrusionOk="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3" name="Google Shape;293;p19"/>
              <p:cNvSpPr/>
              <p:nvPr/>
            </p:nvSpPr>
            <p:spPr>
              <a:xfrm>
                <a:off x="7016650" y="2086775"/>
                <a:ext cx="542225" cy="39200"/>
              </a:xfrm>
              <a:custGeom>
                <a:avLst/>
                <a:gdLst/>
                <a:ahLst/>
                <a:cxnLst/>
                <a:rect l="l" t="t" r="r" b="b"/>
                <a:pathLst>
                  <a:path w="21689" h="1568" extrusionOk="0">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4" name="Google Shape;294;p19"/>
              <p:cNvSpPr/>
              <p:nvPr/>
            </p:nvSpPr>
            <p:spPr>
              <a:xfrm>
                <a:off x="7021750" y="2114600"/>
                <a:ext cx="531800" cy="2800"/>
              </a:xfrm>
              <a:custGeom>
                <a:avLst/>
                <a:gdLst/>
                <a:ahLst/>
                <a:cxnLst/>
                <a:rect l="l" t="t" r="r" b="b"/>
                <a:pathLst>
                  <a:path w="21272" h="112" extrusionOk="0">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5" name="Google Shape;295;p19"/>
              <p:cNvSpPr/>
              <p:nvPr/>
            </p:nvSpPr>
            <p:spPr>
              <a:xfrm>
                <a:off x="7236275" y="2090475"/>
                <a:ext cx="102975" cy="11400"/>
              </a:xfrm>
              <a:custGeom>
                <a:avLst/>
                <a:gdLst/>
                <a:ahLst/>
                <a:cxnLst/>
                <a:rect l="l" t="t" r="r" b="b"/>
                <a:pathLst>
                  <a:path w="4119" h="456" extrusionOk="0">
                    <a:moveTo>
                      <a:pt x="0" y="1"/>
                    </a:moveTo>
                    <a:lnTo>
                      <a:pt x="0"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6" name="Google Shape;296;p19"/>
              <p:cNvSpPr/>
              <p:nvPr/>
            </p:nvSpPr>
            <p:spPr>
              <a:xfrm>
                <a:off x="7234875" y="2089075"/>
                <a:ext cx="105775" cy="14175"/>
              </a:xfrm>
              <a:custGeom>
                <a:avLst/>
                <a:gdLst/>
                <a:ahLst/>
                <a:cxnLst/>
                <a:rect l="l" t="t" r="r" b="b"/>
                <a:pathLst>
                  <a:path w="4231" h="567" extrusionOk="0">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 name="Google Shape;297;p19"/>
              <p:cNvSpPr/>
              <p:nvPr/>
            </p:nvSpPr>
            <p:spPr>
              <a:xfrm>
                <a:off x="7183625" y="1879425"/>
                <a:ext cx="185775" cy="159125"/>
              </a:xfrm>
              <a:custGeom>
                <a:avLst/>
                <a:gdLst/>
                <a:ahLst/>
                <a:cxnLst/>
                <a:rect l="l" t="t" r="r" b="b"/>
                <a:pathLst>
                  <a:path w="7431" h="6365" extrusionOk="0">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 name="Google Shape;298;p19"/>
              <p:cNvSpPr/>
              <p:nvPr/>
            </p:nvSpPr>
            <p:spPr>
              <a:xfrm>
                <a:off x="7195900" y="1866900"/>
                <a:ext cx="185800" cy="159125"/>
              </a:xfrm>
              <a:custGeom>
                <a:avLst/>
                <a:gdLst/>
                <a:ahLst/>
                <a:cxnLst/>
                <a:rect l="l" t="t" r="r" b="b"/>
                <a:pathLst>
                  <a:path w="7432" h="6365" extrusionOk="0">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 name="Google Shape;299;p19"/>
              <p:cNvSpPr/>
              <p:nvPr/>
            </p:nvSpPr>
            <p:spPr>
              <a:xfrm>
                <a:off x="7194525" y="1865525"/>
                <a:ext cx="188800" cy="161900"/>
              </a:xfrm>
              <a:custGeom>
                <a:avLst/>
                <a:gdLst/>
                <a:ahLst/>
                <a:cxnLst/>
                <a:rect l="l" t="t" r="r" b="b"/>
                <a:pathLst>
                  <a:path w="7552" h="6476" extrusionOk="0">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 name="Google Shape;300;p19"/>
              <p:cNvSpPr/>
              <p:nvPr/>
            </p:nvSpPr>
            <p:spPr>
              <a:xfrm>
                <a:off x="7224425" y="1950625"/>
                <a:ext cx="128275" cy="17200"/>
              </a:xfrm>
              <a:custGeom>
                <a:avLst/>
                <a:gdLst/>
                <a:ahLst/>
                <a:cxnLst/>
                <a:rect l="l" t="t" r="r" b="b"/>
                <a:pathLst>
                  <a:path w="5131" h="688" extrusionOk="0">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 name="Google Shape;301;p19"/>
              <p:cNvSpPr/>
              <p:nvPr/>
            </p:nvSpPr>
            <p:spPr>
              <a:xfrm>
                <a:off x="7223050" y="1949250"/>
                <a:ext cx="131275" cy="19950"/>
              </a:xfrm>
              <a:custGeom>
                <a:avLst/>
                <a:gdLst/>
                <a:ahLst/>
                <a:cxnLst/>
                <a:rect l="l" t="t" r="r" b="b"/>
                <a:pathLst>
                  <a:path w="5251" h="798" extrusionOk="0">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 name="Google Shape;302;p19"/>
              <p:cNvSpPr/>
              <p:nvPr/>
            </p:nvSpPr>
            <p:spPr>
              <a:xfrm>
                <a:off x="7238350" y="1955275"/>
                <a:ext cx="99750" cy="7200"/>
              </a:xfrm>
              <a:custGeom>
                <a:avLst/>
                <a:gdLst/>
                <a:ahLst/>
                <a:cxnLst/>
                <a:rect l="l" t="t" r="r" b="b"/>
                <a:pathLst>
                  <a:path w="3990" h="288" extrusionOk="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 name="Google Shape;303;p19"/>
              <p:cNvSpPr/>
              <p:nvPr/>
            </p:nvSpPr>
            <p:spPr>
              <a:xfrm>
                <a:off x="7246700" y="1977525"/>
                <a:ext cx="83975" cy="10000"/>
              </a:xfrm>
              <a:custGeom>
                <a:avLst/>
                <a:gdLst/>
                <a:ahLst/>
                <a:cxnLst/>
                <a:rect l="l" t="t" r="r" b="b"/>
                <a:pathLst>
                  <a:path w="3359" h="400" extrusionOk="0">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 name="Google Shape;304;p19"/>
              <p:cNvSpPr/>
              <p:nvPr/>
            </p:nvSpPr>
            <p:spPr>
              <a:xfrm>
                <a:off x="7245300" y="1976150"/>
                <a:ext cx="86775" cy="12775"/>
              </a:xfrm>
              <a:custGeom>
                <a:avLst/>
                <a:gdLst/>
                <a:ahLst/>
                <a:cxnLst/>
                <a:rect l="l" t="t" r="r" b="b"/>
                <a:pathLst>
                  <a:path w="3471" h="511" extrusionOk="0">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5" name="Google Shape;305;p19"/>
              <p:cNvSpPr/>
              <p:nvPr/>
            </p:nvSpPr>
            <p:spPr>
              <a:xfrm>
                <a:off x="7263625"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 name="Google Shape;306;p19"/>
              <p:cNvSpPr/>
              <p:nvPr/>
            </p:nvSpPr>
            <p:spPr>
              <a:xfrm>
                <a:off x="7272900"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 name="Google Shape;307;p19"/>
              <p:cNvSpPr/>
              <p:nvPr/>
            </p:nvSpPr>
            <p:spPr>
              <a:xfrm>
                <a:off x="7281500"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 name="Google Shape;308;p19"/>
              <p:cNvSpPr/>
              <p:nvPr/>
            </p:nvSpPr>
            <p:spPr>
              <a:xfrm>
                <a:off x="7290775"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 name="Google Shape;309;p19"/>
              <p:cNvSpPr/>
              <p:nvPr/>
            </p:nvSpPr>
            <p:spPr>
              <a:xfrm>
                <a:off x="7299800" y="1980075"/>
                <a:ext cx="4900" cy="4900"/>
              </a:xfrm>
              <a:custGeom>
                <a:avLst/>
                <a:gdLst/>
                <a:ahLst/>
                <a:cxnLst/>
                <a:rect l="l" t="t" r="r" b="b"/>
                <a:pathLst>
                  <a:path w="196" h="196" extrusionOk="0">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 name="Google Shape;310;p19"/>
              <p:cNvSpPr/>
              <p:nvPr/>
            </p:nvSpPr>
            <p:spPr>
              <a:xfrm>
                <a:off x="7309075" y="1980075"/>
                <a:ext cx="4900" cy="4900"/>
              </a:xfrm>
              <a:custGeom>
                <a:avLst/>
                <a:gdLst/>
                <a:ahLst/>
                <a:cxnLst/>
                <a:rect l="l" t="t" r="r" b="b"/>
                <a:pathLst>
                  <a:path w="196" h="196" extrusionOk="0">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 name="Google Shape;311;p19"/>
              <p:cNvSpPr/>
              <p:nvPr/>
            </p:nvSpPr>
            <p:spPr>
              <a:xfrm>
                <a:off x="7261775" y="1885700"/>
                <a:ext cx="53825" cy="53600"/>
              </a:xfrm>
              <a:custGeom>
                <a:avLst/>
                <a:gdLst/>
                <a:ahLst/>
                <a:cxnLst/>
                <a:rect l="l" t="t" r="r" b="b"/>
                <a:pathLst>
                  <a:path w="2153" h="2144" extrusionOk="0">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 name="Google Shape;312;p19"/>
              <p:cNvSpPr/>
              <p:nvPr/>
            </p:nvSpPr>
            <p:spPr>
              <a:xfrm>
                <a:off x="7260375" y="1884075"/>
                <a:ext cx="56625" cy="56850"/>
              </a:xfrm>
              <a:custGeom>
                <a:avLst/>
                <a:gdLst/>
                <a:ahLst/>
                <a:cxnLst/>
                <a:rect l="l" t="t" r="r" b="b"/>
                <a:pathLst>
                  <a:path w="2265" h="2274" extrusionOk="0">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 name="Google Shape;313;p19"/>
              <p:cNvSpPr/>
              <p:nvPr/>
            </p:nvSpPr>
            <p:spPr>
              <a:xfrm>
                <a:off x="7276625" y="1914000"/>
                <a:ext cx="23900" cy="12075"/>
              </a:xfrm>
              <a:custGeom>
                <a:avLst/>
                <a:gdLst/>
                <a:ahLst/>
                <a:cxnLst/>
                <a:rect l="l" t="t" r="r" b="b"/>
                <a:pathLst>
                  <a:path w="956" h="483" extrusionOk="0">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 name="Google Shape;314;p19"/>
              <p:cNvSpPr/>
              <p:nvPr/>
            </p:nvSpPr>
            <p:spPr>
              <a:xfrm>
                <a:off x="7275225" y="1912600"/>
                <a:ext cx="26925" cy="14875"/>
              </a:xfrm>
              <a:custGeom>
                <a:avLst/>
                <a:gdLst/>
                <a:ahLst/>
                <a:cxnLst/>
                <a:rect l="l" t="t" r="r" b="b"/>
                <a:pathLst>
                  <a:path w="1077" h="595" extrusionOk="0">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 name="Google Shape;315;p19"/>
              <p:cNvSpPr/>
              <p:nvPr/>
            </p:nvSpPr>
            <p:spPr>
              <a:xfrm>
                <a:off x="7281950" y="1898925"/>
                <a:ext cx="13475" cy="13475"/>
              </a:xfrm>
              <a:custGeom>
                <a:avLst/>
                <a:gdLst/>
                <a:ahLst/>
                <a:cxnLst/>
                <a:rect l="l" t="t" r="r" b="b"/>
                <a:pathLst>
                  <a:path w="539" h="539" extrusionOk="0">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6" name="Google Shape;316;p19"/>
              <p:cNvSpPr/>
              <p:nvPr/>
            </p:nvSpPr>
            <p:spPr>
              <a:xfrm>
                <a:off x="7280550" y="1897525"/>
                <a:ext cx="16500" cy="16500"/>
              </a:xfrm>
              <a:custGeom>
                <a:avLst/>
                <a:gdLst/>
                <a:ahLst/>
                <a:cxnLst/>
                <a:rect l="l" t="t" r="r" b="b"/>
                <a:pathLst>
                  <a:path w="660" h="660" extrusionOk="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7" name="Google Shape;317;p19"/>
              <p:cNvSpPr/>
              <p:nvPr/>
            </p:nvSpPr>
            <p:spPr>
              <a:xfrm>
                <a:off x="7268725" y="1995400"/>
                <a:ext cx="39700" cy="12300"/>
              </a:xfrm>
              <a:custGeom>
                <a:avLst/>
                <a:gdLst/>
                <a:ahLst/>
                <a:cxnLst/>
                <a:rect l="l" t="t" r="r" b="b"/>
                <a:pathLst>
                  <a:path w="1588" h="492" extrusionOk="0">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 name="Google Shape;318;p19"/>
              <p:cNvSpPr/>
              <p:nvPr/>
            </p:nvSpPr>
            <p:spPr>
              <a:xfrm>
                <a:off x="7267350" y="1994000"/>
                <a:ext cx="42450" cy="15325"/>
              </a:xfrm>
              <a:custGeom>
                <a:avLst/>
                <a:gdLst/>
                <a:ahLst/>
                <a:cxnLst/>
                <a:rect l="l" t="t" r="r" b="b"/>
                <a:pathLst>
                  <a:path w="1698" h="613" extrusionOk="0">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 name="Google Shape;319;p19"/>
              <p:cNvSpPr/>
              <p:nvPr/>
            </p:nvSpPr>
            <p:spPr>
              <a:xfrm>
                <a:off x="7284275" y="2327500"/>
                <a:ext cx="305000" cy="222425"/>
              </a:xfrm>
              <a:custGeom>
                <a:avLst/>
                <a:gdLst/>
                <a:ahLst/>
                <a:cxnLst/>
                <a:rect l="l" t="t" r="r" b="b"/>
                <a:pathLst>
                  <a:path w="12200" h="8897" extrusionOk="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 name="Google Shape;320;p19"/>
              <p:cNvSpPr/>
              <p:nvPr/>
            </p:nvSpPr>
            <p:spPr>
              <a:xfrm>
                <a:off x="7301425" y="2310575"/>
                <a:ext cx="305000" cy="37575"/>
              </a:xfrm>
              <a:custGeom>
                <a:avLst/>
                <a:gdLst/>
                <a:ahLst/>
                <a:cxnLst/>
                <a:rect l="l" t="t" r="r" b="b"/>
                <a:pathLst>
                  <a:path w="12200" h="1503" extrusionOk="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 name="Google Shape;321;p19"/>
              <p:cNvSpPr/>
              <p:nvPr/>
            </p:nvSpPr>
            <p:spPr>
              <a:xfrm>
                <a:off x="7299800" y="2309175"/>
                <a:ext cx="308025" cy="40375"/>
              </a:xfrm>
              <a:custGeom>
                <a:avLst/>
                <a:gdLst/>
                <a:ahLst/>
                <a:cxnLst/>
                <a:rect l="l" t="t" r="r" b="b"/>
                <a:pathLst>
                  <a:path w="12321" h="1615" extrusionOk="0">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 name="Google Shape;322;p19"/>
              <p:cNvSpPr/>
              <p:nvPr/>
            </p:nvSpPr>
            <p:spPr>
              <a:xfrm>
                <a:off x="7553750" y="2321700"/>
                <a:ext cx="14650" cy="14400"/>
              </a:xfrm>
              <a:custGeom>
                <a:avLst/>
                <a:gdLst/>
                <a:ahLst/>
                <a:cxnLst/>
                <a:rect l="l" t="t" r="r" b="b"/>
                <a:pathLst>
                  <a:path w="586" h="576" extrusionOk="0">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 name="Google Shape;323;p19"/>
              <p:cNvSpPr/>
              <p:nvPr/>
            </p:nvSpPr>
            <p:spPr>
              <a:xfrm>
                <a:off x="7576250" y="2321700"/>
                <a:ext cx="14650" cy="14400"/>
              </a:xfrm>
              <a:custGeom>
                <a:avLst/>
                <a:gdLst/>
                <a:ahLst/>
                <a:cxnLst/>
                <a:rect l="l" t="t" r="r" b="b"/>
                <a:pathLst>
                  <a:path w="586" h="576" extrusionOk="0">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4" name="Google Shape;324;p19"/>
              <p:cNvSpPr/>
              <p:nvPr/>
            </p:nvSpPr>
            <p:spPr>
              <a:xfrm>
                <a:off x="7531500" y="2321700"/>
                <a:ext cx="14400" cy="14400"/>
              </a:xfrm>
              <a:custGeom>
                <a:avLst/>
                <a:gdLst/>
                <a:ahLst/>
                <a:cxnLst/>
                <a:rect l="l" t="t" r="r" b="b"/>
                <a:pathLst>
                  <a:path w="576" h="576" extrusionOk="0">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 name="Google Shape;325;p19"/>
              <p:cNvSpPr/>
              <p:nvPr/>
            </p:nvSpPr>
            <p:spPr>
              <a:xfrm>
                <a:off x="7301200" y="2348125"/>
                <a:ext cx="305000" cy="183475"/>
              </a:xfrm>
              <a:custGeom>
                <a:avLst/>
                <a:gdLst/>
                <a:ahLst/>
                <a:cxnLst/>
                <a:rect l="l" t="t" r="r" b="b"/>
                <a:pathLst>
                  <a:path w="12200" h="7339" extrusionOk="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 name="Google Shape;326;p19"/>
              <p:cNvSpPr/>
              <p:nvPr/>
            </p:nvSpPr>
            <p:spPr>
              <a:xfrm>
                <a:off x="7299800" y="2346750"/>
                <a:ext cx="308025" cy="186250"/>
              </a:xfrm>
              <a:custGeom>
                <a:avLst/>
                <a:gdLst/>
                <a:ahLst/>
                <a:cxnLst/>
                <a:rect l="l" t="t" r="r" b="b"/>
                <a:pathLst>
                  <a:path w="12321" h="7450" extrusionOk="0">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7" name="Google Shape;327;p19"/>
              <p:cNvSpPr/>
              <p:nvPr/>
            </p:nvSpPr>
            <p:spPr>
              <a:xfrm>
                <a:off x="7510150" y="2385250"/>
                <a:ext cx="67525" cy="103925"/>
              </a:xfrm>
              <a:custGeom>
                <a:avLst/>
                <a:gdLst/>
                <a:ahLst/>
                <a:cxnLst/>
                <a:rect l="l" t="t" r="r" b="b"/>
                <a:pathLst>
                  <a:path w="2701" h="4157" extrusionOk="0">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 name="Google Shape;328;p19"/>
              <p:cNvSpPr/>
              <p:nvPr/>
            </p:nvSpPr>
            <p:spPr>
              <a:xfrm>
                <a:off x="7508775" y="2383625"/>
                <a:ext cx="70300" cy="107175"/>
              </a:xfrm>
              <a:custGeom>
                <a:avLst/>
                <a:gdLst/>
                <a:ahLst/>
                <a:cxnLst/>
                <a:rect l="l" t="t" r="r" b="b"/>
                <a:pathLst>
                  <a:path w="2812" h="4287" extrusionOk="0">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 name="Google Shape;329;p19"/>
              <p:cNvSpPr/>
              <p:nvPr/>
            </p:nvSpPr>
            <p:spPr>
              <a:xfrm>
                <a:off x="7511775" y="2387100"/>
                <a:ext cx="65200" cy="100900"/>
              </a:xfrm>
              <a:custGeom>
                <a:avLst/>
                <a:gdLst/>
                <a:ahLst/>
                <a:cxnLst/>
                <a:rect l="l" t="t" r="r" b="b"/>
                <a:pathLst>
                  <a:path w="2608" h="4036" extrusionOk="0">
                    <a:moveTo>
                      <a:pt x="1" y="0"/>
                    </a:moveTo>
                    <a:lnTo>
                      <a:pt x="2608" y="403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 name="Google Shape;330;p19"/>
              <p:cNvSpPr/>
              <p:nvPr/>
            </p:nvSpPr>
            <p:spPr>
              <a:xfrm>
                <a:off x="7510150" y="2385700"/>
                <a:ext cx="68450" cy="103700"/>
              </a:xfrm>
              <a:custGeom>
                <a:avLst/>
                <a:gdLst/>
                <a:ahLst/>
                <a:cxnLst/>
                <a:rect l="l" t="t" r="r" b="b"/>
                <a:pathLst>
                  <a:path w="2738" h="4148" extrusionOk="0">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 name="Google Shape;331;p19"/>
              <p:cNvSpPr/>
              <p:nvPr/>
            </p:nvSpPr>
            <p:spPr>
              <a:xfrm>
                <a:off x="7510625" y="2386875"/>
                <a:ext cx="64950" cy="102300"/>
              </a:xfrm>
              <a:custGeom>
                <a:avLst/>
                <a:gdLst/>
                <a:ahLst/>
                <a:cxnLst/>
                <a:rect l="l" t="t" r="r" b="b"/>
                <a:pathLst>
                  <a:path w="2598" h="4092" extrusionOk="0">
                    <a:moveTo>
                      <a:pt x="2598" y="0"/>
                    </a:moveTo>
                    <a:lnTo>
                      <a:pt x="0" y="409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2" name="Google Shape;332;p19"/>
              <p:cNvSpPr/>
              <p:nvPr/>
            </p:nvSpPr>
            <p:spPr>
              <a:xfrm>
                <a:off x="7509000" y="2385325"/>
                <a:ext cx="68200" cy="105475"/>
              </a:xfrm>
              <a:custGeom>
                <a:avLst/>
                <a:gdLst/>
                <a:ahLst/>
                <a:cxnLst/>
                <a:rect l="l" t="t" r="r" b="b"/>
                <a:pathLst>
                  <a:path w="2728" h="4219" extrusionOk="0">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 name="Google Shape;333;p19"/>
              <p:cNvSpPr/>
              <p:nvPr/>
            </p:nvSpPr>
            <p:spPr>
              <a:xfrm>
                <a:off x="7340175" y="2391050"/>
                <a:ext cx="143350" cy="3025"/>
              </a:xfrm>
              <a:custGeom>
                <a:avLst/>
                <a:gdLst/>
                <a:ahLst/>
                <a:cxnLst/>
                <a:rect l="l" t="t" r="r" b="b"/>
                <a:pathLst>
                  <a:path w="5734" h="121" extrusionOk="0">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 name="Google Shape;334;p19"/>
              <p:cNvSpPr/>
              <p:nvPr/>
            </p:nvSpPr>
            <p:spPr>
              <a:xfrm>
                <a:off x="7340175" y="2412375"/>
                <a:ext cx="52200" cy="3050"/>
              </a:xfrm>
              <a:custGeom>
                <a:avLst/>
                <a:gdLst/>
                <a:ahLst/>
                <a:cxnLst/>
                <a:rect l="l" t="t" r="r" b="b"/>
                <a:pathLst>
                  <a:path w="2088" h="122" extrusionOk="0">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 name="Google Shape;335;p19"/>
              <p:cNvSpPr/>
              <p:nvPr/>
            </p:nvSpPr>
            <p:spPr>
              <a:xfrm>
                <a:off x="7409750" y="2412375"/>
                <a:ext cx="62875" cy="3050"/>
              </a:xfrm>
              <a:custGeom>
                <a:avLst/>
                <a:gdLst/>
                <a:ahLst/>
                <a:cxnLst/>
                <a:rect l="l" t="t" r="r" b="b"/>
                <a:pathLst>
                  <a:path w="2515" h="122" extrusionOk="0">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 name="Google Shape;336;p19"/>
              <p:cNvSpPr/>
              <p:nvPr/>
            </p:nvSpPr>
            <p:spPr>
              <a:xfrm>
                <a:off x="7340175" y="2477075"/>
                <a:ext cx="93025" cy="2825"/>
              </a:xfrm>
              <a:custGeom>
                <a:avLst/>
                <a:gdLst/>
                <a:ahLst/>
                <a:cxnLst/>
                <a:rect l="l" t="t" r="r" b="b"/>
                <a:pathLst>
                  <a:path w="3721" h="113" extrusionOk="0">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 name="Google Shape;337;p19"/>
              <p:cNvSpPr/>
              <p:nvPr/>
            </p:nvSpPr>
            <p:spPr>
              <a:xfrm>
                <a:off x="7340175" y="2434875"/>
                <a:ext cx="144500" cy="2800"/>
              </a:xfrm>
              <a:custGeom>
                <a:avLst/>
                <a:gdLst/>
                <a:ahLst/>
                <a:cxnLst/>
                <a:rect l="l" t="t" r="r" b="b"/>
                <a:pathLst>
                  <a:path w="5780" h="112" extrusionOk="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 name="Google Shape;338;p19"/>
              <p:cNvSpPr/>
              <p:nvPr/>
            </p:nvSpPr>
            <p:spPr>
              <a:xfrm>
                <a:off x="7340175" y="2456200"/>
                <a:ext cx="47800" cy="2825"/>
              </a:xfrm>
              <a:custGeom>
                <a:avLst/>
                <a:gdLst/>
                <a:ahLst/>
                <a:cxnLst/>
                <a:rect l="l" t="t" r="r" b="b"/>
                <a:pathLst>
                  <a:path w="1912" h="113" extrusionOk="0">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9" name="Google Shape;339;p19"/>
              <p:cNvSpPr/>
              <p:nvPr/>
            </p:nvSpPr>
            <p:spPr>
              <a:xfrm>
                <a:off x="7398850" y="2456200"/>
                <a:ext cx="84675" cy="2825"/>
              </a:xfrm>
              <a:custGeom>
                <a:avLst/>
                <a:gdLst/>
                <a:ahLst/>
                <a:cxnLst/>
                <a:rect l="l" t="t" r="r" b="b"/>
                <a:pathLst>
                  <a:path w="3387" h="113" extrusionOk="0">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0" name="Google Shape;340;p19"/>
              <p:cNvSpPr/>
              <p:nvPr/>
            </p:nvSpPr>
            <p:spPr>
              <a:xfrm>
                <a:off x="7414375" y="2425125"/>
                <a:ext cx="500" cy="8850"/>
              </a:xfrm>
              <a:custGeom>
                <a:avLst/>
                <a:gdLst/>
                <a:ahLst/>
                <a:cxnLst/>
                <a:rect l="l" t="t" r="r" b="b"/>
                <a:pathLst>
                  <a:path w="20" h="354" extrusionOk="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 name="Google Shape;341;p19"/>
              <p:cNvSpPr/>
              <p:nvPr/>
            </p:nvSpPr>
            <p:spPr>
              <a:xfrm>
                <a:off x="7106150" y="2233800"/>
                <a:ext cx="232650" cy="165625"/>
              </a:xfrm>
              <a:custGeom>
                <a:avLst/>
                <a:gdLst/>
                <a:ahLst/>
                <a:cxnLst/>
                <a:rect l="l" t="t" r="r" b="b"/>
                <a:pathLst>
                  <a:path w="9306" h="6625" extrusionOk="0">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2" name="Google Shape;342;p19"/>
              <p:cNvSpPr/>
              <p:nvPr/>
            </p:nvSpPr>
            <p:spPr>
              <a:xfrm>
                <a:off x="7104525" y="2232175"/>
                <a:ext cx="235675" cy="168850"/>
              </a:xfrm>
              <a:custGeom>
                <a:avLst/>
                <a:gdLst/>
                <a:ahLst/>
                <a:cxnLst/>
                <a:rect l="l" t="t" r="r" b="b"/>
                <a:pathLst>
                  <a:path w="9427" h="6754" extrusionOk="0">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 name="Google Shape;343;p19"/>
              <p:cNvSpPr/>
              <p:nvPr/>
            </p:nvSpPr>
            <p:spPr>
              <a:xfrm>
                <a:off x="7119150" y="2221275"/>
                <a:ext cx="232625" cy="27850"/>
              </a:xfrm>
              <a:custGeom>
                <a:avLst/>
                <a:gdLst/>
                <a:ahLst/>
                <a:cxnLst/>
                <a:rect l="l" t="t" r="r" b="b"/>
                <a:pathLst>
                  <a:path w="9305" h="1114" extrusionOk="0">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 name="Google Shape;344;p19"/>
              <p:cNvSpPr/>
              <p:nvPr/>
            </p:nvSpPr>
            <p:spPr>
              <a:xfrm>
                <a:off x="7117750" y="2219650"/>
                <a:ext cx="235425" cy="30875"/>
              </a:xfrm>
              <a:custGeom>
                <a:avLst/>
                <a:gdLst/>
                <a:ahLst/>
                <a:cxnLst/>
                <a:rect l="l" t="t" r="r" b="b"/>
                <a:pathLst>
                  <a:path w="9417" h="1235" extrusionOk="0">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 name="Google Shape;345;p19"/>
              <p:cNvSpPr/>
              <p:nvPr/>
            </p:nvSpPr>
            <p:spPr>
              <a:xfrm>
                <a:off x="7143950" y="2229150"/>
                <a:ext cx="11400" cy="11400"/>
              </a:xfrm>
              <a:custGeom>
                <a:avLst/>
                <a:gdLst/>
                <a:ahLst/>
                <a:cxnLst/>
                <a:rect l="l" t="t" r="r" b="b"/>
                <a:pathLst>
                  <a:path w="456" h="456" extrusionOk="0">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6" name="Google Shape;346;p19"/>
              <p:cNvSpPr/>
              <p:nvPr/>
            </p:nvSpPr>
            <p:spPr>
              <a:xfrm>
                <a:off x="7160650" y="2229150"/>
                <a:ext cx="11625" cy="11400"/>
              </a:xfrm>
              <a:custGeom>
                <a:avLst/>
                <a:gdLst/>
                <a:ahLst/>
                <a:cxnLst/>
                <a:rect l="l" t="t" r="r" b="b"/>
                <a:pathLst>
                  <a:path w="465" h="456" extrusionOk="0">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7" name="Google Shape;347;p19"/>
              <p:cNvSpPr/>
              <p:nvPr/>
            </p:nvSpPr>
            <p:spPr>
              <a:xfrm>
                <a:off x="7127275" y="2229150"/>
                <a:ext cx="11600" cy="11400"/>
              </a:xfrm>
              <a:custGeom>
                <a:avLst/>
                <a:gdLst/>
                <a:ahLst/>
                <a:cxnLst/>
                <a:rect l="l" t="t" r="r" b="b"/>
                <a:pathLst>
                  <a:path w="464" h="456" extrusionOk="0">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8" name="Google Shape;348;p19"/>
              <p:cNvSpPr/>
              <p:nvPr/>
            </p:nvSpPr>
            <p:spPr>
              <a:xfrm>
                <a:off x="7118925" y="2249100"/>
                <a:ext cx="232625" cy="136625"/>
              </a:xfrm>
              <a:custGeom>
                <a:avLst/>
                <a:gdLst/>
                <a:ahLst/>
                <a:cxnLst/>
                <a:rect l="l" t="t" r="r" b="b"/>
                <a:pathLst>
                  <a:path w="9305" h="5465" extrusionOk="0">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 name="Google Shape;349;p19"/>
              <p:cNvSpPr/>
              <p:nvPr/>
            </p:nvSpPr>
            <p:spPr>
              <a:xfrm>
                <a:off x="7117525" y="2247725"/>
                <a:ext cx="235650" cy="139625"/>
              </a:xfrm>
              <a:custGeom>
                <a:avLst/>
                <a:gdLst/>
                <a:ahLst/>
                <a:cxnLst/>
                <a:rect l="l" t="t" r="r" b="b"/>
                <a:pathLst>
                  <a:path w="9426" h="5585" extrusionOk="0">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 name="Google Shape;350;p19"/>
              <p:cNvSpPr/>
              <p:nvPr/>
            </p:nvSpPr>
            <p:spPr>
              <a:xfrm>
                <a:off x="7224200" y="2280875"/>
                <a:ext cx="98600" cy="2825"/>
              </a:xfrm>
              <a:custGeom>
                <a:avLst/>
                <a:gdLst/>
                <a:ahLst/>
                <a:cxnLst/>
                <a:rect l="l" t="t" r="r" b="b"/>
                <a:pathLst>
                  <a:path w="3944" h="113" extrusionOk="0">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 name="Google Shape;351;p19"/>
              <p:cNvSpPr/>
              <p:nvPr/>
            </p:nvSpPr>
            <p:spPr>
              <a:xfrm>
                <a:off x="7224200" y="2296650"/>
                <a:ext cx="36450" cy="3050"/>
              </a:xfrm>
              <a:custGeom>
                <a:avLst/>
                <a:gdLst/>
                <a:ahLst/>
                <a:cxnLst/>
                <a:rect l="l" t="t" r="r" b="b"/>
                <a:pathLst>
                  <a:path w="1458" h="122" extrusionOk="0">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 name="Google Shape;352;p19"/>
              <p:cNvSpPr/>
              <p:nvPr/>
            </p:nvSpPr>
            <p:spPr>
              <a:xfrm>
                <a:off x="7271525" y="2296650"/>
                <a:ext cx="43850" cy="3050"/>
              </a:xfrm>
              <a:custGeom>
                <a:avLst/>
                <a:gdLst/>
                <a:ahLst/>
                <a:cxnLst/>
                <a:rect l="l" t="t" r="r" b="b"/>
                <a:pathLst>
                  <a:path w="1754" h="122" extrusionOk="0">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3" name="Google Shape;353;p19"/>
              <p:cNvSpPr/>
              <p:nvPr/>
            </p:nvSpPr>
            <p:spPr>
              <a:xfrm>
                <a:off x="7224200" y="2344900"/>
                <a:ext cx="64275" cy="2800"/>
              </a:xfrm>
              <a:custGeom>
                <a:avLst/>
                <a:gdLst/>
                <a:ahLst/>
                <a:cxnLst/>
                <a:rect l="l" t="t" r="r" b="b"/>
                <a:pathLst>
                  <a:path w="2571" h="112" extrusionOk="0">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4" name="Google Shape;354;p19"/>
              <p:cNvSpPr/>
              <p:nvPr/>
            </p:nvSpPr>
            <p:spPr>
              <a:xfrm>
                <a:off x="7224200" y="2313350"/>
                <a:ext cx="99525" cy="2800"/>
              </a:xfrm>
              <a:custGeom>
                <a:avLst/>
                <a:gdLst/>
                <a:ahLst/>
                <a:cxnLst/>
                <a:rect l="l" t="t" r="r" b="b"/>
                <a:pathLst>
                  <a:path w="3981" h="112" extrusionOk="0">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 name="Google Shape;355;p19"/>
              <p:cNvSpPr/>
              <p:nvPr/>
            </p:nvSpPr>
            <p:spPr>
              <a:xfrm>
                <a:off x="7224200" y="2329125"/>
                <a:ext cx="33425" cy="3025"/>
              </a:xfrm>
              <a:custGeom>
                <a:avLst/>
                <a:gdLst/>
                <a:ahLst/>
                <a:cxnLst/>
                <a:rect l="l" t="t" r="r" b="b"/>
                <a:pathLst>
                  <a:path w="1337" h="121" extrusionOk="0">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 name="Google Shape;356;p19"/>
              <p:cNvSpPr/>
              <p:nvPr/>
            </p:nvSpPr>
            <p:spPr>
              <a:xfrm>
                <a:off x="7264100" y="2329125"/>
                <a:ext cx="58700" cy="3025"/>
              </a:xfrm>
              <a:custGeom>
                <a:avLst/>
                <a:gdLst/>
                <a:ahLst/>
                <a:cxnLst/>
                <a:rect l="l" t="t" r="r" b="b"/>
                <a:pathLst>
                  <a:path w="2348" h="121" extrusionOk="0">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 name="Google Shape;357;p19"/>
              <p:cNvSpPr/>
              <p:nvPr/>
            </p:nvSpPr>
            <p:spPr>
              <a:xfrm>
                <a:off x="7136550" y="2273925"/>
                <a:ext cx="70525" cy="70525"/>
              </a:xfrm>
              <a:custGeom>
                <a:avLst/>
                <a:gdLst/>
                <a:ahLst/>
                <a:cxnLst/>
                <a:rect l="l" t="t" r="r" b="b"/>
                <a:pathLst>
                  <a:path w="2821" h="2821" extrusionOk="0">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 name="Google Shape;358;p19"/>
              <p:cNvSpPr/>
              <p:nvPr/>
            </p:nvSpPr>
            <p:spPr>
              <a:xfrm>
                <a:off x="7135150" y="2272525"/>
                <a:ext cx="73300" cy="73550"/>
              </a:xfrm>
              <a:custGeom>
                <a:avLst/>
                <a:gdLst/>
                <a:ahLst/>
                <a:cxnLst/>
                <a:rect l="l" t="t" r="r" b="b"/>
                <a:pathLst>
                  <a:path w="2932" h="2942" extrusionOk="0">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9" name="Google Shape;359;p19"/>
              <p:cNvSpPr/>
              <p:nvPr/>
            </p:nvSpPr>
            <p:spPr>
              <a:xfrm>
                <a:off x="7133525" y="2274375"/>
                <a:ext cx="70525" cy="70550"/>
              </a:xfrm>
              <a:custGeom>
                <a:avLst/>
                <a:gdLst/>
                <a:ahLst/>
                <a:cxnLst/>
                <a:rect l="l" t="t" r="r" b="b"/>
                <a:pathLst>
                  <a:path w="2821" h="2822" extrusionOk="0">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 name="Google Shape;360;p19"/>
              <p:cNvSpPr/>
              <p:nvPr/>
            </p:nvSpPr>
            <p:spPr>
              <a:xfrm>
                <a:off x="7132125" y="2273000"/>
                <a:ext cx="73325" cy="73525"/>
              </a:xfrm>
              <a:custGeom>
                <a:avLst/>
                <a:gdLst/>
                <a:ahLst/>
                <a:cxnLst/>
                <a:rect l="l" t="t" r="r" b="b"/>
                <a:pathLst>
                  <a:path w="2933" h="2941" extrusionOk="0">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 name="Google Shape;361;p19"/>
              <p:cNvSpPr/>
              <p:nvPr/>
            </p:nvSpPr>
            <p:spPr>
              <a:xfrm>
                <a:off x="7288225" y="2174500"/>
                <a:ext cx="117825" cy="104850"/>
              </a:xfrm>
              <a:custGeom>
                <a:avLst/>
                <a:gdLst/>
                <a:ahLst/>
                <a:cxnLst/>
                <a:rect l="l" t="t" r="r" b="b"/>
                <a:pathLst>
                  <a:path w="4713" h="4194" extrusionOk="0">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 name="Google Shape;362;p19"/>
              <p:cNvSpPr/>
              <p:nvPr/>
            </p:nvSpPr>
            <p:spPr>
              <a:xfrm>
                <a:off x="7293325" y="2173275"/>
                <a:ext cx="107625" cy="107625"/>
              </a:xfrm>
              <a:custGeom>
                <a:avLst/>
                <a:gdLst/>
                <a:ahLst/>
                <a:cxnLst/>
                <a:rect l="l" t="t" r="r" b="b"/>
                <a:pathLst>
                  <a:path w="4305" h="4305" extrusionOk="0">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3" name="Google Shape;363;p19"/>
              <p:cNvSpPr/>
              <p:nvPr/>
            </p:nvSpPr>
            <p:spPr>
              <a:xfrm>
                <a:off x="7296575" y="2169100"/>
                <a:ext cx="112725" cy="104825"/>
              </a:xfrm>
              <a:custGeom>
                <a:avLst/>
                <a:gdLst/>
                <a:ahLst/>
                <a:cxnLst/>
                <a:rect l="l" t="t" r="r" b="b"/>
                <a:pathLst>
                  <a:path w="4509" h="4193" extrusionOk="0">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 name="Google Shape;364;p19"/>
              <p:cNvSpPr/>
              <p:nvPr/>
            </p:nvSpPr>
            <p:spPr>
              <a:xfrm>
                <a:off x="7299125" y="2167700"/>
                <a:ext cx="107850" cy="107650"/>
              </a:xfrm>
              <a:custGeom>
                <a:avLst/>
                <a:gdLst/>
                <a:ahLst/>
                <a:cxnLst/>
                <a:rect l="l" t="t" r="r" b="b"/>
                <a:pathLst>
                  <a:path w="4314" h="4306" extrusionOk="0">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 name="Google Shape;365;p19"/>
              <p:cNvSpPr/>
              <p:nvPr/>
            </p:nvSpPr>
            <p:spPr>
              <a:xfrm>
                <a:off x="7335750" y="2167700"/>
                <a:ext cx="34125" cy="107650"/>
              </a:xfrm>
              <a:custGeom>
                <a:avLst/>
                <a:gdLst/>
                <a:ahLst/>
                <a:cxnLst/>
                <a:rect l="l" t="t" r="r" b="b"/>
                <a:pathLst>
                  <a:path w="1365" h="4306" extrusionOk="0">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6" name="Google Shape;366;p19"/>
              <p:cNvSpPr/>
              <p:nvPr/>
            </p:nvSpPr>
            <p:spPr>
              <a:xfrm>
                <a:off x="7303050" y="2203425"/>
                <a:ext cx="99050" cy="2800"/>
              </a:xfrm>
              <a:custGeom>
                <a:avLst/>
                <a:gdLst/>
                <a:ahLst/>
                <a:cxnLst/>
                <a:rect l="l" t="t" r="r" b="b"/>
                <a:pathLst>
                  <a:path w="3962" h="112" extrusionOk="0">
                    <a:moveTo>
                      <a:pt x="1" y="0"/>
                    </a:moveTo>
                    <a:lnTo>
                      <a:pt x="1" y="112"/>
                    </a:lnTo>
                    <a:lnTo>
                      <a:pt x="3962" y="112"/>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 name="Google Shape;367;p19"/>
              <p:cNvSpPr/>
              <p:nvPr/>
            </p:nvSpPr>
            <p:spPr>
              <a:xfrm>
                <a:off x="7303050" y="2238675"/>
                <a:ext cx="99050" cy="3025"/>
              </a:xfrm>
              <a:custGeom>
                <a:avLst/>
                <a:gdLst/>
                <a:ahLst/>
                <a:cxnLst/>
                <a:rect l="l" t="t" r="r" b="b"/>
                <a:pathLst>
                  <a:path w="3962" h="121" extrusionOk="0">
                    <a:moveTo>
                      <a:pt x="1" y="0"/>
                    </a:moveTo>
                    <a:lnTo>
                      <a:pt x="1" y="121"/>
                    </a:lnTo>
                    <a:lnTo>
                      <a:pt x="3962" y="121"/>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68" name="Google Shape;368;p19"/>
            <p:cNvSpPr/>
            <p:nvPr/>
          </p:nvSpPr>
          <p:spPr>
            <a:xfrm>
              <a:off x="1925692" y="2196479"/>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69" name="Google Shape;369;p19"/>
            <p:cNvGrpSpPr/>
            <p:nvPr/>
          </p:nvGrpSpPr>
          <p:grpSpPr>
            <a:xfrm>
              <a:off x="3729110" y="795775"/>
              <a:ext cx="1239906" cy="584116"/>
              <a:chOff x="6947135" y="2460525"/>
              <a:chExt cx="1239906" cy="584116"/>
            </a:xfrm>
          </p:grpSpPr>
          <p:sp>
            <p:nvSpPr>
              <p:cNvPr id="370" name="Google Shape;370;p19"/>
              <p:cNvSpPr/>
              <p:nvPr/>
            </p:nvSpPr>
            <p:spPr>
              <a:xfrm>
                <a:off x="7878097" y="2638928"/>
                <a:ext cx="304483" cy="39265"/>
              </a:xfrm>
              <a:custGeom>
                <a:avLst/>
                <a:gdLst/>
                <a:ahLst/>
                <a:cxnLst/>
                <a:rect l="l" t="t" r="r" b="b"/>
                <a:pathLst>
                  <a:path w="3823" h="493" extrusionOk="0">
                    <a:moveTo>
                      <a:pt x="1" y="1"/>
                    </a:moveTo>
                    <a:lnTo>
                      <a:pt x="1" y="492"/>
                    </a:lnTo>
                    <a:lnTo>
                      <a:pt x="3823" y="492"/>
                    </a:lnTo>
                    <a:lnTo>
                      <a:pt x="38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1" name="Google Shape;371;p19"/>
              <p:cNvSpPr/>
              <p:nvPr/>
            </p:nvSpPr>
            <p:spPr>
              <a:xfrm>
                <a:off x="7872920" y="2634468"/>
                <a:ext cx="314120" cy="48106"/>
              </a:xfrm>
              <a:custGeom>
                <a:avLst/>
                <a:gdLst/>
                <a:ahLst/>
                <a:cxnLst/>
                <a:rect l="l" t="t" r="r" b="b"/>
                <a:pathLst>
                  <a:path w="3944" h="604" extrusionOk="0">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2" name="Google Shape;372;p19"/>
              <p:cNvSpPr/>
              <p:nvPr/>
            </p:nvSpPr>
            <p:spPr>
              <a:xfrm>
                <a:off x="7878097" y="2725342"/>
                <a:ext cx="174423" cy="25247"/>
              </a:xfrm>
              <a:custGeom>
                <a:avLst/>
                <a:gdLst/>
                <a:ahLst/>
                <a:cxnLst/>
                <a:rect l="l" t="t" r="r" b="b"/>
                <a:pathLst>
                  <a:path w="2190" h="317" extrusionOk="0">
                    <a:moveTo>
                      <a:pt x="1" y="1"/>
                    </a:moveTo>
                    <a:lnTo>
                      <a:pt x="1" y="316"/>
                    </a:lnTo>
                    <a:lnTo>
                      <a:pt x="2190" y="316"/>
                    </a:lnTo>
                    <a:lnTo>
                      <a:pt x="21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 name="Google Shape;373;p19"/>
              <p:cNvSpPr/>
              <p:nvPr/>
            </p:nvSpPr>
            <p:spPr>
              <a:xfrm>
                <a:off x="7872920" y="2720165"/>
                <a:ext cx="184060" cy="34805"/>
              </a:xfrm>
              <a:custGeom>
                <a:avLst/>
                <a:gdLst/>
                <a:ahLst/>
                <a:cxnLst/>
                <a:rect l="l" t="t" r="r" b="b"/>
                <a:pathLst>
                  <a:path w="2311" h="437" extrusionOk="0">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 name="Google Shape;374;p19"/>
              <p:cNvSpPr/>
              <p:nvPr/>
            </p:nvSpPr>
            <p:spPr>
              <a:xfrm>
                <a:off x="7878097" y="2797818"/>
                <a:ext cx="174423" cy="25168"/>
              </a:xfrm>
              <a:custGeom>
                <a:avLst/>
                <a:gdLst/>
                <a:ahLst/>
                <a:cxnLst/>
                <a:rect l="l" t="t" r="r" b="b"/>
                <a:pathLst>
                  <a:path w="2190" h="316" extrusionOk="0">
                    <a:moveTo>
                      <a:pt x="1" y="0"/>
                    </a:moveTo>
                    <a:lnTo>
                      <a:pt x="1" y="315"/>
                    </a:lnTo>
                    <a:lnTo>
                      <a:pt x="2190" y="315"/>
                    </a:lnTo>
                    <a:lnTo>
                      <a:pt x="21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5" name="Google Shape;375;p19"/>
              <p:cNvSpPr/>
              <p:nvPr/>
            </p:nvSpPr>
            <p:spPr>
              <a:xfrm>
                <a:off x="7872920" y="2793358"/>
                <a:ext cx="184060" cy="34805"/>
              </a:xfrm>
              <a:custGeom>
                <a:avLst/>
                <a:gdLst/>
                <a:ahLst/>
                <a:cxnLst/>
                <a:rect l="l" t="t" r="r" b="b"/>
                <a:pathLst>
                  <a:path w="2311" h="437" extrusionOk="0">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 name="Google Shape;376;p19"/>
              <p:cNvSpPr/>
              <p:nvPr/>
            </p:nvSpPr>
            <p:spPr>
              <a:xfrm>
                <a:off x="6985603" y="2857631"/>
                <a:ext cx="295563" cy="127910"/>
              </a:xfrm>
              <a:custGeom>
                <a:avLst/>
                <a:gdLst/>
                <a:ahLst/>
                <a:cxnLst/>
                <a:rect l="l" t="t" r="r" b="b"/>
                <a:pathLst>
                  <a:path w="3711" h="1606" extrusionOk="0">
                    <a:moveTo>
                      <a:pt x="3711" y="0"/>
                    </a:moveTo>
                    <a:lnTo>
                      <a:pt x="0" y="1605"/>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7" name="Google Shape;377;p19"/>
              <p:cNvSpPr/>
              <p:nvPr/>
            </p:nvSpPr>
            <p:spPr>
              <a:xfrm>
                <a:off x="6980426" y="2853330"/>
                <a:ext cx="305916" cy="136591"/>
              </a:xfrm>
              <a:custGeom>
                <a:avLst/>
                <a:gdLst/>
                <a:ahLst/>
                <a:cxnLst/>
                <a:rect l="l" t="t" r="r" b="b"/>
                <a:pathLst>
                  <a:path w="3841" h="1715" extrusionOk="0">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 name="Google Shape;378;p19"/>
              <p:cNvSpPr/>
              <p:nvPr/>
            </p:nvSpPr>
            <p:spPr>
              <a:xfrm>
                <a:off x="6951595" y="2965470"/>
                <a:ext cx="48822" cy="48106"/>
              </a:xfrm>
              <a:custGeom>
                <a:avLst/>
                <a:gdLst/>
                <a:ahLst/>
                <a:cxnLst/>
                <a:rect l="l" t="t" r="r" b="b"/>
                <a:pathLst>
                  <a:path w="613" h="604" extrusionOk="0">
                    <a:moveTo>
                      <a:pt x="168" y="1"/>
                    </a:moveTo>
                    <a:lnTo>
                      <a:pt x="1" y="446"/>
                    </a:lnTo>
                    <a:lnTo>
                      <a:pt x="446" y="604"/>
                    </a:lnTo>
                    <a:lnTo>
                      <a:pt x="613" y="159"/>
                    </a:lnTo>
                    <a:lnTo>
                      <a:pt x="1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 name="Google Shape;379;p19"/>
              <p:cNvSpPr/>
              <p:nvPr/>
            </p:nvSpPr>
            <p:spPr>
              <a:xfrm>
                <a:off x="6947135" y="2961487"/>
                <a:ext cx="57743" cy="57265"/>
              </a:xfrm>
              <a:custGeom>
                <a:avLst/>
                <a:gdLst/>
                <a:ahLst/>
                <a:cxnLst/>
                <a:rect l="l" t="t" r="r" b="b"/>
                <a:pathLst>
                  <a:path w="725" h="719" extrusionOk="0">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 name="Google Shape;380;p19"/>
              <p:cNvSpPr/>
              <p:nvPr/>
            </p:nvSpPr>
            <p:spPr>
              <a:xfrm>
                <a:off x="7264836" y="2488002"/>
                <a:ext cx="591922" cy="551701"/>
              </a:xfrm>
              <a:custGeom>
                <a:avLst/>
                <a:gdLst/>
                <a:ahLst/>
                <a:cxnLst/>
                <a:rect l="l" t="t" r="r" b="b"/>
                <a:pathLst>
                  <a:path w="7432" h="6927" extrusionOk="0">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1" name="Google Shape;381;p19"/>
              <p:cNvSpPr/>
              <p:nvPr/>
            </p:nvSpPr>
            <p:spPr>
              <a:xfrm>
                <a:off x="7259659" y="2483223"/>
                <a:ext cx="589692" cy="561418"/>
              </a:xfrm>
              <a:custGeom>
                <a:avLst/>
                <a:gdLst/>
                <a:ahLst/>
                <a:cxnLst/>
                <a:rect l="l" t="t" r="r" b="b"/>
                <a:pathLst>
                  <a:path w="7404" h="7049" extrusionOk="0">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2" name="Google Shape;382;p19"/>
              <p:cNvSpPr/>
              <p:nvPr/>
            </p:nvSpPr>
            <p:spPr>
              <a:xfrm>
                <a:off x="7219757" y="2465303"/>
                <a:ext cx="627364" cy="552019"/>
              </a:xfrm>
              <a:custGeom>
                <a:avLst/>
                <a:gdLst/>
                <a:ahLst/>
                <a:cxnLst/>
                <a:rect l="l" t="t" r="r" b="b"/>
                <a:pathLst>
                  <a:path w="7877" h="6931" extrusionOk="0">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 name="Google Shape;383;p19"/>
              <p:cNvSpPr/>
              <p:nvPr/>
            </p:nvSpPr>
            <p:spPr>
              <a:xfrm>
                <a:off x="7232341" y="2460525"/>
                <a:ext cx="601479" cy="561179"/>
              </a:xfrm>
              <a:custGeom>
                <a:avLst/>
                <a:gdLst/>
                <a:ahLst/>
                <a:cxnLst/>
                <a:rect l="l" t="t" r="r" b="b"/>
                <a:pathLst>
                  <a:path w="7552" h="7046" extrusionOk="0">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4" name="Google Shape;384;p19"/>
              <p:cNvSpPr/>
              <p:nvPr/>
            </p:nvSpPr>
            <p:spPr>
              <a:xfrm>
                <a:off x="7615828" y="2510541"/>
                <a:ext cx="134520" cy="135158"/>
              </a:xfrm>
              <a:custGeom>
                <a:avLst/>
                <a:gdLst/>
                <a:ahLst/>
                <a:cxnLst/>
                <a:rect l="l" t="t" r="r" b="b"/>
                <a:pathLst>
                  <a:path w="1689" h="1697" extrusionOk="0">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 name="Google Shape;385;p19"/>
              <p:cNvSpPr/>
              <p:nvPr/>
            </p:nvSpPr>
            <p:spPr>
              <a:xfrm>
                <a:off x="7397842" y="2601973"/>
                <a:ext cx="261634" cy="300102"/>
              </a:xfrm>
              <a:custGeom>
                <a:avLst/>
                <a:gdLst/>
                <a:ahLst/>
                <a:cxnLst/>
                <a:rect l="l" t="t" r="r" b="b"/>
                <a:pathLst>
                  <a:path w="3285" h="3768" extrusionOk="0">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6" name="Google Shape;386;p19"/>
              <p:cNvSpPr/>
              <p:nvPr/>
            </p:nvSpPr>
            <p:spPr>
              <a:xfrm>
                <a:off x="7393461" y="2597592"/>
                <a:ext cx="271191" cy="308863"/>
              </a:xfrm>
              <a:custGeom>
                <a:avLst/>
                <a:gdLst/>
                <a:ahLst/>
                <a:cxnLst/>
                <a:rect l="l" t="t" r="r" b="b"/>
                <a:pathLst>
                  <a:path w="3405" h="3878" extrusionOk="0">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7" name="Google Shape;387;p19"/>
              <p:cNvSpPr/>
              <p:nvPr/>
            </p:nvSpPr>
            <p:spPr>
              <a:xfrm>
                <a:off x="7448814" y="2585725"/>
                <a:ext cx="159688" cy="31858"/>
              </a:xfrm>
              <a:custGeom>
                <a:avLst/>
                <a:gdLst/>
                <a:ahLst/>
                <a:cxnLst/>
                <a:rect l="l" t="t" r="r" b="b"/>
                <a:pathLst>
                  <a:path w="2005" h="400" extrusionOk="0">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8" name="Google Shape;388;p19"/>
              <p:cNvSpPr/>
              <p:nvPr/>
            </p:nvSpPr>
            <p:spPr>
              <a:xfrm>
                <a:off x="7443637" y="2580549"/>
                <a:ext cx="169325" cy="41495"/>
              </a:xfrm>
              <a:custGeom>
                <a:avLst/>
                <a:gdLst/>
                <a:ahLst/>
                <a:cxnLst/>
                <a:rect l="l" t="t" r="r" b="b"/>
                <a:pathLst>
                  <a:path w="2126" h="521" extrusionOk="0">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9" name="Google Shape;389;p19"/>
              <p:cNvSpPr/>
              <p:nvPr/>
            </p:nvSpPr>
            <p:spPr>
              <a:xfrm>
                <a:off x="7500583" y="2556894"/>
                <a:ext cx="55433" cy="55513"/>
              </a:xfrm>
              <a:custGeom>
                <a:avLst/>
                <a:gdLst/>
                <a:ahLst/>
                <a:cxnLst/>
                <a:rect l="l" t="t" r="r" b="b"/>
                <a:pathLst>
                  <a:path w="696" h="697" extrusionOk="0">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0" name="Google Shape;390;p19"/>
              <p:cNvSpPr/>
              <p:nvPr/>
            </p:nvSpPr>
            <p:spPr>
              <a:xfrm>
                <a:off x="7496123" y="2552514"/>
                <a:ext cx="65070" cy="65070"/>
              </a:xfrm>
              <a:custGeom>
                <a:avLst/>
                <a:gdLst/>
                <a:ahLst/>
                <a:cxnLst/>
                <a:rect l="l" t="t" r="r" b="b"/>
                <a:pathLst>
                  <a:path w="817" h="817" extrusionOk="0">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1" name="Google Shape;391;p19"/>
              <p:cNvSpPr/>
              <p:nvPr/>
            </p:nvSpPr>
            <p:spPr>
              <a:xfrm>
                <a:off x="7516830" y="2570195"/>
                <a:ext cx="22938" cy="22301"/>
              </a:xfrm>
              <a:custGeom>
                <a:avLst/>
                <a:gdLst/>
                <a:ahLst/>
                <a:cxnLst/>
                <a:rect l="l" t="t" r="r" b="b"/>
                <a:pathLst>
                  <a:path w="288" h="280" extrusionOk="0">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 name="Google Shape;392;p19"/>
              <p:cNvSpPr/>
              <p:nvPr/>
            </p:nvSpPr>
            <p:spPr>
              <a:xfrm>
                <a:off x="7512370" y="2565018"/>
                <a:ext cx="31858" cy="31858"/>
              </a:xfrm>
              <a:custGeom>
                <a:avLst/>
                <a:gdLst/>
                <a:ahLst/>
                <a:cxnLst/>
                <a:rect l="l" t="t" r="r" b="b"/>
                <a:pathLst>
                  <a:path w="400" h="400" extrusionOk="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3" name="Google Shape;393;p19"/>
              <p:cNvSpPr/>
              <p:nvPr/>
            </p:nvSpPr>
            <p:spPr>
              <a:xfrm>
                <a:off x="7442204" y="2676600"/>
                <a:ext cx="178086" cy="9717"/>
              </a:xfrm>
              <a:custGeom>
                <a:avLst/>
                <a:gdLst/>
                <a:ahLst/>
                <a:cxnLst/>
                <a:rect l="l" t="t" r="r" b="b"/>
                <a:pathLst>
                  <a:path w="2236" h="122" extrusionOk="0">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 name="Google Shape;394;p19"/>
              <p:cNvSpPr/>
              <p:nvPr/>
            </p:nvSpPr>
            <p:spPr>
              <a:xfrm>
                <a:off x="7496840" y="2655175"/>
                <a:ext cx="68096" cy="9717"/>
              </a:xfrm>
              <a:custGeom>
                <a:avLst/>
                <a:gdLst/>
                <a:ahLst/>
                <a:cxnLst/>
                <a:rect l="l" t="t" r="r" b="b"/>
                <a:pathLst>
                  <a:path w="855" h="122" extrusionOk="0">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 name="Google Shape;395;p19"/>
              <p:cNvSpPr/>
              <p:nvPr/>
            </p:nvSpPr>
            <p:spPr>
              <a:xfrm>
                <a:off x="7496840" y="2727572"/>
                <a:ext cx="68096" cy="9000"/>
              </a:xfrm>
              <a:custGeom>
                <a:avLst/>
                <a:gdLst/>
                <a:ahLst/>
                <a:cxnLst/>
                <a:rect l="l" t="t" r="r" b="b"/>
                <a:pathLst>
                  <a:path w="855" h="113" extrusionOk="0">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 name="Google Shape;396;p19"/>
              <p:cNvSpPr/>
              <p:nvPr/>
            </p:nvSpPr>
            <p:spPr>
              <a:xfrm>
                <a:off x="7496840" y="2802199"/>
                <a:ext cx="68096" cy="9000"/>
              </a:xfrm>
              <a:custGeom>
                <a:avLst/>
                <a:gdLst/>
                <a:ahLst/>
                <a:cxnLst/>
                <a:rect l="l" t="t" r="r" b="b"/>
                <a:pathLst>
                  <a:path w="855" h="113" extrusionOk="0">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 name="Google Shape;397;p19"/>
              <p:cNvSpPr/>
              <p:nvPr/>
            </p:nvSpPr>
            <p:spPr>
              <a:xfrm>
                <a:off x="7442204" y="2698741"/>
                <a:ext cx="178086" cy="9000"/>
              </a:xfrm>
              <a:custGeom>
                <a:avLst/>
                <a:gdLst/>
                <a:ahLst/>
                <a:cxnLst/>
                <a:rect l="l" t="t" r="r" b="b"/>
                <a:pathLst>
                  <a:path w="2236" h="113" extrusionOk="0">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8" name="Google Shape;398;p19"/>
              <p:cNvSpPr/>
              <p:nvPr/>
            </p:nvSpPr>
            <p:spPr>
              <a:xfrm>
                <a:off x="7442204" y="2753456"/>
                <a:ext cx="178086" cy="8920"/>
              </a:xfrm>
              <a:custGeom>
                <a:avLst/>
                <a:gdLst/>
                <a:ahLst/>
                <a:cxnLst/>
                <a:rect l="l" t="t" r="r" b="b"/>
                <a:pathLst>
                  <a:path w="2236" h="112" extrusionOk="0">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 name="Google Shape;399;p19"/>
              <p:cNvSpPr/>
              <p:nvPr/>
            </p:nvSpPr>
            <p:spPr>
              <a:xfrm>
                <a:off x="7442204" y="2775598"/>
                <a:ext cx="178086" cy="9000"/>
              </a:xfrm>
              <a:custGeom>
                <a:avLst/>
                <a:gdLst/>
                <a:ahLst/>
                <a:cxnLst/>
                <a:rect l="l" t="t" r="r" b="b"/>
                <a:pathLst>
                  <a:path w="2236" h="113" extrusionOk="0">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 name="Google Shape;400;p19"/>
              <p:cNvSpPr/>
              <p:nvPr/>
            </p:nvSpPr>
            <p:spPr>
              <a:xfrm>
                <a:off x="7442204" y="2828800"/>
                <a:ext cx="178086" cy="9717"/>
              </a:xfrm>
              <a:custGeom>
                <a:avLst/>
                <a:gdLst/>
                <a:ahLst/>
                <a:cxnLst/>
                <a:rect l="l" t="t" r="r" b="b"/>
                <a:pathLst>
                  <a:path w="2236" h="122" extrusionOk="0">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01" name="Google Shape;401;p19"/>
            <p:cNvGrpSpPr/>
            <p:nvPr/>
          </p:nvGrpSpPr>
          <p:grpSpPr>
            <a:xfrm>
              <a:off x="3657353" y="1571295"/>
              <a:ext cx="1466651" cy="1625718"/>
              <a:chOff x="6964178" y="2817557"/>
              <a:chExt cx="1466651" cy="1625718"/>
            </a:xfrm>
          </p:grpSpPr>
          <p:sp>
            <p:nvSpPr>
              <p:cNvPr id="402" name="Google Shape;402;p19"/>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 name="Google Shape;403;p19"/>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 name="Google Shape;404;p19"/>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5" name="Google Shape;405;p19"/>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6" name="Google Shape;406;p19"/>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7" name="Google Shape;407;p19"/>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8" name="Google Shape;408;p19"/>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 name="Google Shape;409;p19"/>
              <p:cNvSpPr/>
              <p:nvPr/>
            </p:nvSpPr>
            <p:spPr>
              <a:xfrm>
                <a:off x="8344335" y="3571324"/>
                <a:ext cx="36238" cy="35522"/>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 name="Google Shape;410;p19"/>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 name="Google Shape;411;p19"/>
              <p:cNvSpPr/>
              <p:nvPr/>
            </p:nvSpPr>
            <p:spPr>
              <a:xfrm>
                <a:off x="8251948" y="3571324"/>
                <a:ext cx="36318" cy="35522"/>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2" name="Google Shape;412;p19"/>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 name="Google Shape;413;p19"/>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 name="Google Shape;414;p19"/>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 name="Google Shape;415;p19"/>
              <p:cNvSpPr/>
              <p:nvPr/>
            </p:nvSpPr>
            <p:spPr>
              <a:xfrm>
                <a:off x="8376830" y="3208544"/>
                <a:ext cx="53999" cy="54796"/>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 name="Google Shape;416;p19"/>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 name="Google Shape;417;p19"/>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 name="Google Shape;418;p19"/>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 name="Google Shape;419;p19"/>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0" name="Google Shape;420;p19"/>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 name="Google Shape;421;p19"/>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 name="Google Shape;422;p19"/>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 name="Google Shape;423;p19"/>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4" name="Google Shape;424;p19"/>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5" name="Google Shape;425;p19"/>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6" name="Google Shape;426;p19"/>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7" name="Google Shape;427;p19"/>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 name="Google Shape;428;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 name="Google Shape;429;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0" name="Google Shape;43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 name="Google Shape;43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 name="Google Shape;43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 name="Google Shape;43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4" name="Google Shape;434;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 name="Google Shape;435;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 name="Google Shape;436;p19"/>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 name="Google Shape;437;p19"/>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8" name="Google Shape;438;p19"/>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 name="Google Shape;439;p19"/>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 name="Google Shape;44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1" name="Google Shape;44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 name="Google Shape;44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3" name="Google Shape;44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4" name="Google Shape;444;p19"/>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 name="Google Shape;445;p19"/>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 name="Google Shape;446;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 name="Google Shape;447;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 name="Google Shape;448;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 name="Google Shape;449;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 name="Google Shape;450;p19"/>
              <p:cNvSpPr/>
              <p:nvPr/>
            </p:nvSpPr>
            <p:spPr>
              <a:xfrm>
                <a:off x="7003284" y="3902326"/>
                <a:ext cx="295642" cy="127193"/>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1" name="Google Shape;451;p19"/>
              <p:cNvSpPr/>
              <p:nvPr/>
            </p:nvSpPr>
            <p:spPr>
              <a:xfrm>
                <a:off x="6998107" y="3897627"/>
                <a:ext cx="305996" cy="136273"/>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2" name="Google Shape;452;p19"/>
              <p:cNvSpPr/>
              <p:nvPr/>
            </p:nvSpPr>
            <p:spPr>
              <a:xfrm>
                <a:off x="6969355" y="3873495"/>
                <a:ext cx="48106" cy="48106"/>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 name="Google Shape;453;p19"/>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 name="Google Shape;454;p19"/>
              <p:cNvSpPr/>
              <p:nvPr/>
            </p:nvSpPr>
            <p:spPr>
              <a:xfrm>
                <a:off x="7282596" y="3887114"/>
                <a:ext cx="591125" cy="551940"/>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 name="Google Shape;455;p19"/>
              <p:cNvSpPr/>
              <p:nvPr/>
            </p:nvSpPr>
            <p:spPr>
              <a:xfrm>
                <a:off x="7277420" y="3882176"/>
                <a:ext cx="589692" cy="561099"/>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6" name="Google Shape;456;p19"/>
              <p:cNvSpPr/>
              <p:nvPr/>
            </p:nvSpPr>
            <p:spPr>
              <a:xfrm>
                <a:off x="7236801" y="3869592"/>
                <a:ext cx="627364" cy="551781"/>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 name="Google Shape;457;p19"/>
              <p:cNvSpPr/>
              <p:nvPr/>
            </p:nvSpPr>
            <p:spPr>
              <a:xfrm>
                <a:off x="7250102" y="3865769"/>
                <a:ext cx="588895" cy="561258"/>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 name="Google Shape;458;p19"/>
              <p:cNvSpPr/>
              <p:nvPr/>
            </p:nvSpPr>
            <p:spPr>
              <a:xfrm>
                <a:off x="7643863" y="3925423"/>
                <a:ext cx="134600" cy="135078"/>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 name="Google Shape;459;p19"/>
              <p:cNvSpPr/>
              <p:nvPr/>
            </p:nvSpPr>
            <p:spPr>
              <a:xfrm>
                <a:off x="7895061" y="4209673"/>
                <a:ext cx="304483"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 name="Google Shape;460;p19"/>
              <p:cNvSpPr/>
              <p:nvPr/>
            </p:nvSpPr>
            <p:spPr>
              <a:xfrm>
                <a:off x="7890681" y="4205293"/>
                <a:ext cx="314040" cy="48106"/>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 name="Google Shape;461;p19"/>
              <p:cNvSpPr/>
              <p:nvPr/>
            </p:nvSpPr>
            <p:spPr>
              <a:xfrm>
                <a:off x="7895061" y="4136560"/>
                <a:ext cx="175219" cy="25885"/>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2" name="Google Shape;462;p19"/>
              <p:cNvSpPr/>
              <p:nvPr/>
            </p:nvSpPr>
            <p:spPr>
              <a:xfrm>
                <a:off x="7890681" y="4132100"/>
                <a:ext cx="184060"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3" name="Google Shape;463;p19"/>
              <p:cNvSpPr/>
              <p:nvPr/>
            </p:nvSpPr>
            <p:spPr>
              <a:xfrm>
                <a:off x="7895061" y="4064163"/>
                <a:ext cx="175219"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 name="Google Shape;464;p19"/>
              <p:cNvSpPr/>
              <p:nvPr/>
            </p:nvSpPr>
            <p:spPr>
              <a:xfrm>
                <a:off x="7890681" y="4059703"/>
                <a:ext cx="184060"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 name="Google Shape;465;p19"/>
              <p:cNvSpPr/>
              <p:nvPr/>
            </p:nvSpPr>
            <p:spPr>
              <a:xfrm>
                <a:off x="7475415" y="3969546"/>
                <a:ext cx="156025" cy="115326"/>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6" name="Google Shape;466;p19"/>
              <p:cNvSpPr/>
              <p:nvPr/>
            </p:nvSpPr>
            <p:spPr>
              <a:xfrm>
                <a:off x="7471035" y="3964369"/>
                <a:ext cx="164786" cy="125680"/>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7" name="Google Shape;467;p19"/>
              <p:cNvSpPr/>
              <p:nvPr/>
            </p:nvSpPr>
            <p:spPr>
              <a:xfrm>
                <a:off x="7437744" y="4085587"/>
                <a:ext cx="231369" cy="192900"/>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 name="Google Shape;468;p19"/>
              <p:cNvSpPr/>
              <p:nvPr/>
            </p:nvSpPr>
            <p:spPr>
              <a:xfrm>
                <a:off x="7433283" y="4080411"/>
                <a:ext cx="240209" cy="202537"/>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 name="Google Shape;469;p19"/>
              <p:cNvSpPr/>
              <p:nvPr/>
            </p:nvSpPr>
            <p:spPr>
              <a:xfrm>
                <a:off x="7532361" y="4141737"/>
                <a:ext cx="42132" cy="80601"/>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0" name="Google Shape;470;p19"/>
              <p:cNvSpPr/>
              <p:nvPr/>
            </p:nvSpPr>
            <p:spPr>
              <a:xfrm>
                <a:off x="7527901" y="4137277"/>
                <a:ext cx="51769" cy="89521"/>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71" name="Google Shape;471;p19"/>
            <p:cNvGrpSpPr/>
            <p:nvPr/>
          </p:nvGrpSpPr>
          <p:grpSpPr>
            <a:xfrm flipH="1">
              <a:off x="3725955" y="3512636"/>
              <a:ext cx="1329443" cy="916475"/>
              <a:chOff x="713230" y="2963286"/>
              <a:chExt cx="1329443" cy="916475"/>
            </a:xfrm>
          </p:grpSpPr>
          <p:sp>
            <p:nvSpPr>
              <p:cNvPr id="472" name="Google Shape;472;p19"/>
              <p:cNvSpPr/>
              <p:nvPr/>
            </p:nvSpPr>
            <p:spPr>
              <a:xfrm>
                <a:off x="803044" y="2963286"/>
                <a:ext cx="9516" cy="59929"/>
              </a:xfrm>
              <a:custGeom>
                <a:avLst/>
                <a:gdLst/>
                <a:ahLst/>
                <a:cxnLst/>
                <a:rect l="l" t="t" r="r" b="b"/>
                <a:pathLst>
                  <a:path w="121" h="762" extrusionOk="0">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3" name="Google Shape;473;p19"/>
              <p:cNvSpPr/>
              <p:nvPr/>
            </p:nvSpPr>
            <p:spPr>
              <a:xfrm>
                <a:off x="803044" y="3093131"/>
                <a:ext cx="9516" cy="59222"/>
              </a:xfrm>
              <a:custGeom>
                <a:avLst/>
                <a:gdLst/>
                <a:ahLst/>
                <a:cxnLst/>
                <a:rect l="l" t="t" r="r" b="b"/>
                <a:pathLst>
                  <a:path w="121" h="753" extrusionOk="0">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4" name="Google Shape;474;p19"/>
              <p:cNvSpPr/>
              <p:nvPr/>
            </p:nvSpPr>
            <p:spPr>
              <a:xfrm>
                <a:off x="842367" y="3053021"/>
                <a:ext cx="59929" cy="9595"/>
              </a:xfrm>
              <a:custGeom>
                <a:avLst/>
                <a:gdLst/>
                <a:ahLst/>
                <a:cxnLst/>
                <a:rect l="l" t="t" r="r" b="b"/>
                <a:pathLst>
                  <a:path w="762" h="122" extrusionOk="0">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5" name="Google Shape;475;p19"/>
              <p:cNvSpPr/>
              <p:nvPr/>
            </p:nvSpPr>
            <p:spPr>
              <a:xfrm>
                <a:off x="713230" y="3053021"/>
                <a:ext cx="59222" cy="9595"/>
              </a:xfrm>
              <a:custGeom>
                <a:avLst/>
                <a:gdLst/>
                <a:ahLst/>
                <a:cxnLst/>
                <a:rect l="l" t="t" r="r" b="b"/>
                <a:pathLst>
                  <a:path w="753" h="122" extrusionOk="0">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6" name="Google Shape;476;p19"/>
              <p:cNvSpPr/>
              <p:nvPr/>
            </p:nvSpPr>
            <p:spPr>
              <a:xfrm>
                <a:off x="743902" y="3085896"/>
                <a:ext cx="35863" cy="35785"/>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7" name="Google Shape;477;p19"/>
              <p:cNvSpPr/>
              <p:nvPr/>
            </p:nvSpPr>
            <p:spPr>
              <a:xfrm>
                <a:off x="738790" y="3081098"/>
                <a:ext cx="46087" cy="44986"/>
              </a:xfrm>
              <a:custGeom>
                <a:avLst/>
                <a:gdLst/>
                <a:ahLst/>
                <a:cxnLst/>
                <a:rect l="l" t="t" r="r" b="b"/>
                <a:pathLst>
                  <a:path w="586" h="572" extrusionOk="0">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8" name="Google Shape;478;p19"/>
              <p:cNvSpPr/>
              <p:nvPr/>
            </p:nvSpPr>
            <p:spPr>
              <a:xfrm>
                <a:off x="835840" y="2993958"/>
                <a:ext cx="35785" cy="35785"/>
              </a:xfrm>
              <a:custGeom>
                <a:avLst/>
                <a:gdLst/>
                <a:ahLst/>
                <a:cxnLst/>
                <a:rect l="l" t="t" r="r" b="b"/>
                <a:pathLst>
                  <a:path w="455" h="455" extrusionOk="0">
                    <a:moveTo>
                      <a:pt x="0"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 name="Google Shape;479;p19"/>
              <p:cNvSpPr/>
              <p:nvPr/>
            </p:nvSpPr>
            <p:spPr>
              <a:xfrm>
                <a:off x="830728" y="2989396"/>
                <a:ext cx="46009" cy="45458"/>
              </a:xfrm>
              <a:custGeom>
                <a:avLst/>
                <a:gdLst/>
                <a:ahLst/>
                <a:cxnLst/>
                <a:rect l="l" t="t" r="r" b="b"/>
                <a:pathLst>
                  <a:path w="585" h="578" extrusionOk="0">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 name="Google Shape;480;p19"/>
              <p:cNvSpPr/>
              <p:nvPr/>
            </p:nvSpPr>
            <p:spPr>
              <a:xfrm>
                <a:off x="743902" y="2993958"/>
                <a:ext cx="35863" cy="35785"/>
              </a:xfrm>
              <a:custGeom>
                <a:avLst/>
                <a:gdLst/>
                <a:ahLst/>
                <a:cxnLst/>
                <a:rect l="l" t="t" r="r" b="b"/>
                <a:pathLst>
                  <a:path w="456" h="455" extrusionOk="0">
                    <a:moveTo>
                      <a:pt x="1"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 name="Google Shape;481;p19"/>
              <p:cNvSpPr/>
              <p:nvPr/>
            </p:nvSpPr>
            <p:spPr>
              <a:xfrm>
                <a:off x="738790" y="2989396"/>
                <a:ext cx="46087" cy="45458"/>
              </a:xfrm>
              <a:custGeom>
                <a:avLst/>
                <a:gdLst/>
                <a:ahLst/>
                <a:cxnLst/>
                <a:rect l="l" t="t" r="r" b="b"/>
                <a:pathLst>
                  <a:path w="586" h="578" extrusionOk="0">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 name="Google Shape;482;p19"/>
              <p:cNvSpPr/>
              <p:nvPr/>
            </p:nvSpPr>
            <p:spPr>
              <a:xfrm>
                <a:off x="835840" y="3085896"/>
                <a:ext cx="35785" cy="35785"/>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3" name="Google Shape;483;p19"/>
              <p:cNvSpPr/>
              <p:nvPr/>
            </p:nvSpPr>
            <p:spPr>
              <a:xfrm>
                <a:off x="830728" y="3081098"/>
                <a:ext cx="46009" cy="44986"/>
              </a:xfrm>
              <a:custGeom>
                <a:avLst/>
                <a:gdLst/>
                <a:ahLst/>
                <a:cxnLst/>
                <a:rect l="l" t="t" r="r" b="b"/>
                <a:pathLst>
                  <a:path w="585" h="572" extrusionOk="0">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4" name="Google Shape;484;p19"/>
              <p:cNvSpPr/>
              <p:nvPr/>
            </p:nvSpPr>
            <p:spPr>
              <a:xfrm>
                <a:off x="1099227" y="3149281"/>
                <a:ext cx="70861" cy="71569"/>
              </a:xfrm>
              <a:custGeom>
                <a:avLst/>
                <a:gdLst/>
                <a:ahLst/>
                <a:cxnLst/>
                <a:rect l="l" t="t" r="r" b="b"/>
                <a:pathLst>
                  <a:path w="901" h="910" extrusionOk="0">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5" name="Google Shape;485;p19"/>
              <p:cNvSpPr/>
              <p:nvPr/>
            </p:nvSpPr>
            <p:spPr>
              <a:xfrm>
                <a:off x="822706" y="3648376"/>
                <a:ext cx="300669" cy="38773"/>
              </a:xfrm>
              <a:custGeom>
                <a:avLst/>
                <a:gdLst/>
                <a:ahLst/>
                <a:cxnLst/>
                <a:rect l="l" t="t" r="r" b="b"/>
                <a:pathLst>
                  <a:path w="3823" h="493" extrusionOk="0">
                    <a:moveTo>
                      <a:pt x="0" y="0"/>
                    </a:moveTo>
                    <a:lnTo>
                      <a:pt x="0" y="492"/>
                    </a:lnTo>
                    <a:lnTo>
                      <a:pt x="3822" y="492"/>
                    </a:lnTo>
                    <a:lnTo>
                      <a:pt x="38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6" name="Google Shape;486;p19"/>
              <p:cNvSpPr/>
              <p:nvPr/>
            </p:nvSpPr>
            <p:spPr>
              <a:xfrm>
                <a:off x="818302" y="3643972"/>
                <a:ext cx="309478" cy="47503"/>
              </a:xfrm>
              <a:custGeom>
                <a:avLst/>
                <a:gdLst/>
                <a:ahLst/>
                <a:cxnLst/>
                <a:rect l="l" t="t" r="r" b="b"/>
                <a:pathLst>
                  <a:path w="3935" h="604" extrusionOk="0">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7" name="Google Shape;487;p19"/>
              <p:cNvSpPr/>
              <p:nvPr/>
            </p:nvSpPr>
            <p:spPr>
              <a:xfrm>
                <a:off x="950349" y="357688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8" name="Google Shape;488;p19"/>
              <p:cNvSpPr/>
              <p:nvPr/>
            </p:nvSpPr>
            <p:spPr>
              <a:xfrm>
                <a:off x="946024" y="3572482"/>
                <a:ext cx="181754" cy="33661"/>
              </a:xfrm>
              <a:custGeom>
                <a:avLst/>
                <a:gdLst/>
                <a:ahLst/>
                <a:cxnLst/>
                <a:rect l="l" t="t" r="r" b="b"/>
                <a:pathLst>
                  <a:path w="2311" h="428" extrusionOk="0">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9" name="Google Shape;489;p19"/>
              <p:cNvSpPr/>
              <p:nvPr/>
            </p:nvSpPr>
            <p:spPr>
              <a:xfrm>
                <a:off x="950349" y="350539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0" name="Google Shape;490;p19"/>
              <p:cNvSpPr/>
              <p:nvPr/>
            </p:nvSpPr>
            <p:spPr>
              <a:xfrm>
                <a:off x="946024" y="3500285"/>
                <a:ext cx="181754" cy="34369"/>
              </a:xfrm>
              <a:custGeom>
                <a:avLst/>
                <a:gdLst/>
                <a:ahLst/>
                <a:cxnLst/>
                <a:rect l="l" t="t" r="r" b="b"/>
                <a:pathLst>
                  <a:path w="2311" h="437" extrusionOk="0">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1" name="Google Shape;491;p19"/>
              <p:cNvSpPr/>
              <p:nvPr/>
            </p:nvSpPr>
            <p:spPr>
              <a:xfrm>
                <a:off x="1144449" y="3330093"/>
                <a:ext cx="583722" cy="544713"/>
              </a:xfrm>
              <a:custGeom>
                <a:avLst/>
                <a:gdLst/>
                <a:ahLst/>
                <a:cxnLst/>
                <a:rect l="l" t="t" r="r" b="b"/>
                <a:pathLst>
                  <a:path w="7422" h="6926" extrusionOk="0">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2" name="Google Shape;492;p19"/>
              <p:cNvSpPr/>
              <p:nvPr/>
            </p:nvSpPr>
            <p:spPr>
              <a:xfrm>
                <a:off x="1151763" y="3325532"/>
                <a:ext cx="569880" cy="554229"/>
              </a:xfrm>
              <a:custGeom>
                <a:avLst/>
                <a:gdLst/>
                <a:ahLst/>
                <a:cxnLst/>
                <a:rect l="l" t="t" r="r" b="b"/>
                <a:pathLst>
                  <a:path w="7246" h="7047" extrusionOk="0">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3" name="Google Shape;493;p19"/>
              <p:cNvSpPr/>
              <p:nvPr/>
            </p:nvSpPr>
            <p:spPr>
              <a:xfrm>
                <a:off x="1152471" y="3313892"/>
                <a:ext cx="621708" cy="544949"/>
              </a:xfrm>
              <a:custGeom>
                <a:avLst/>
                <a:gdLst/>
                <a:ahLst/>
                <a:cxnLst/>
                <a:rect l="l" t="t" r="r" b="b"/>
                <a:pathLst>
                  <a:path w="7905" h="6929" extrusionOk="0">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4" name="Google Shape;494;p19"/>
              <p:cNvSpPr/>
              <p:nvPr/>
            </p:nvSpPr>
            <p:spPr>
              <a:xfrm>
                <a:off x="1178739" y="3308938"/>
                <a:ext cx="582306" cy="553993"/>
              </a:xfrm>
              <a:custGeom>
                <a:avLst/>
                <a:gdLst/>
                <a:ahLst/>
                <a:cxnLst/>
                <a:rect l="l" t="t" r="r" b="b"/>
                <a:pathLst>
                  <a:path w="7404" h="7044" extrusionOk="0">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5" name="Google Shape;495;p19"/>
              <p:cNvSpPr/>
              <p:nvPr/>
            </p:nvSpPr>
            <p:spPr>
              <a:xfrm>
                <a:off x="1563950" y="3370439"/>
                <a:ext cx="117578" cy="119701"/>
              </a:xfrm>
              <a:custGeom>
                <a:avLst/>
                <a:gdLst/>
                <a:ahLst/>
                <a:cxnLst/>
                <a:rect l="l" t="t" r="r" b="b"/>
                <a:pathLst>
                  <a:path w="1495" h="1522" extrusionOk="0">
                    <a:moveTo>
                      <a:pt x="1" y="0"/>
                    </a:moveTo>
                    <a:lnTo>
                      <a:pt x="1494" y="1521"/>
                    </a:lnTo>
                    <a:cubicBezTo>
                      <a:pt x="1197" y="863"/>
                      <a:pt x="678" y="315"/>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6" name="Google Shape;496;p19"/>
              <p:cNvSpPr/>
              <p:nvPr/>
            </p:nvSpPr>
            <p:spPr>
              <a:xfrm>
                <a:off x="1555928" y="3363282"/>
                <a:ext cx="132836" cy="133386"/>
              </a:xfrm>
              <a:custGeom>
                <a:avLst/>
                <a:gdLst/>
                <a:ahLst/>
                <a:cxnLst/>
                <a:rect l="l" t="t" r="r" b="b"/>
                <a:pathLst>
                  <a:path w="1689" h="1696" extrusionOk="0">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7" name="Google Shape;497;p19"/>
              <p:cNvSpPr/>
              <p:nvPr/>
            </p:nvSpPr>
            <p:spPr>
              <a:xfrm>
                <a:off x="1990058" y="3317117"/>
                <a:ext cx="47503" cy="47503"/>
              </a:xfrm>
              <a:custGeom>
                <a:avLst/>
                <a:gdLst/>
                <a:ahLst/>
                <a:cxnLst/>
                <a:rect l="l" t="t" r="r" b="b"/>
                <a:pathLst>
                  <a:path w="604" h="604" extrusionOk="0">
                    <a:moveTo>
                      <a:pt x="158" y="1"/>
                    </a:moveTo>
                    <a:lnTo>
                      <a:pt x="0" y="437"/>
                    </a:lnTo>
                    <a:lnTo>
                      <a:pt x="436" y="604"/>
                    </a:lnTo>
                    <a:lnTo>
                      <a:pt x="603" y="159"/>
                    </a:lnTo>
                    <a:lnTo>
                      <a:pt x="1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8" name="Google Shape;498;p19"/>
              <p:cNvSpPr/>
              <p:nvPr/>
            </p:nvSpPr>
            <p:spPr>
              <a:xfrm>
                <a:off x="1277991" y="3581212"/>
                <a:ext cx="151790" cy="76524"/>
              </a:xfrm>
              <a:custGeom>
                <a:avLst/>
                <a:gdLst/>
                <a:ahLst/>
                <a:cxnLst/>
                <a:rect l="l" t="t" r="r" b="b"/>
                <a:pathLst>
                  <a:path w="1930" h="973" extrusionOk="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9" name="Google Shape;499;p19"/>
              <p:cNvSpPr/>
              <p:nvPr/>
            </p:nvSpPr>
            <p:spPr>
              <a:xfrm>
                <a:off x="1272879" y="3576887"/>
                <a:ext cx="161306" cy="85411"/>
              </a:xfrm>
              <a:custGeom>
                <a:avLst/>
                <a:gdLst/>
                <a:ahLst/>
                <a:cxnLst/>
                <a:rect l="l" t="t" r="r" b="b"/>
                <a:pathLst>
                  <a:path w="2051" h="1086" extrusionOk="0">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0" name="Google Shape;500;p19"/>
              <p:cNvSpPr/>
              <p:nvPr/>
            </p:nvSpPr>
            <p:spPr>
              <a:xfrm>
                <a:off x="1310787" y="3484241"/>
                <a:ext cx="86198" cy="86905"/>
              </a:xfrm>
              <a:custGeom>
                <a:avLst/>
                <a:gdLst/>
                <a:ahLst/>
                <a:cxnLst/>
                <a:rect l="l" t="t" r="r" b="b"/>
                <a:pathLst>
                  <a:path w="1096" h="1105" extrusionOk="0">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1" name="Google Shape;501;p19"/>
              <p:cNvSpPr/>
              <p:nvPr/>
            </p:nvSpPr>
            <p:spPr>
              <a:xfrm>
                <a:off x="1306383" y="3479837"/>
                <a:ext cx="95714" cy="95635"/>
              </a:xfrm>
              <a:custGeom>
                <a:avLst/>
                <a:gdLst/>
                <a:ahLst/>
                <a:cxnLst/>
                <a:rect l="l" t="t" r="r" b="b"/>
                <a:pathLst>
                  <a:path w="1217" h="1216" extrusionOk="0">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2" name="Google Shape;502;p19"/>
              <p:cNvSpPr/>
              <p:nvPr/>
            </p:nvSpPr>
            <p:spPr>
              <a:xfrm>
                <a:off x="1499775" y="3581212"/>
                <a:ext cx="152576" cy="76524"/>
              </a:xfrm>
              <a:custGeom>
                <a:avLst/>
                <a:gdLst/>
                <a:ahLst/>
                <a:cxnLst/>
                <a:rect l="l" t="t" r="r" b="b"/>
                <a:pathLst>
                  <a:path w="1940" h="973" extrusionOk="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3" name="Google Shape;503;p19"/>
              <p:cNvSpPr/>
              <p:nvPr/>
            </p:nvSpPr>
            <p:spPr>
              <a:xfrm>
                <a:off x="1495370" y="3576887"/>
                <a:ext cx="161306" cy="85411"/>
              </a:xfrm>
              <a:custGeom>
                <a:avLst/>
                <a:gdLst/>
                <a:ahLst/>
                <a:cxnLst/>
                <a:rect l="l" t="t" r="r" b="b"/>
                <a:pathLst>
                  <a:path w="2051" h="1086" extrusionOk="0">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4" name="Google Shape;504;p19"/>
              <p:cNvSpPr/>
              <p:nvPr/>
            </p:nvSpPr>
            <p:spPr>
              <a:xfrm>
                <a:off x="1533278" y="3484241"/>
                <a:ext cx="86198" cy="86905"/>
              </a:xfrm>
              <a:custGeom>
                <a:avLst/>
                <a:gdLst/>
                <a:ahLst/>
                <a:cxnLst/>
                <a:rect l="l" t="t" r="r" b="b"/>
                <a:pathLst>
                  <a:path w="1096" h="1105" extrusionOk="0">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5" name="Google Shape;505;p19"/>
              <p:cNvSpPr/>
              <p:nvPr/>
            </p:nvSpPr>
            <p:spPr>
              <a:xfrm>
                <a:off x="1528952" y="3479837"/>
                <a:ext cx="95635" cy="95635"/>
              </a:xfrm>
              <a:custGeom>
                <a:avLst/>
                <a:gdLst/>
                <a:ahLst/>
                <a:cxnLst/>
                <a:rect l="l" t="t" r="r" b="b"/>
                <a:pathLst>
                  <a:path w="1216" h="1216" extrusionOk="0">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6" name="Google Shape;506;p19"/>
              <p:cNvSpPr/>
              <p:nvPr/>
            </p:nvSpPr>
            <p:spPr>
              <a:xfrm>
                <a:off x="1374962" y="3594346"/>
                <a:ext cx="172317" cy="86512"/>
              </a:xfrm>
              <a:custGeom>
                <a:avLst/>
                <a:gdLst/>
                <a:ahLst/>
                <a:cxnLst/>
                <a:rect l="l" t="t" r="r" b="b"/>
                <a:pathLst>
                  <a:path w="2191" h="1100" extrusionOk="0">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7" name="Google Shape;507;p19"/>
              <p:cNvSpPr/>
              <p:nvPr/>
            </p:nvSpPr>
            <p:spPr>
              <a:xfrm>
                <a:off x="1370637" y="3590021"/>
                <a:ext cx="180968" cy="95635"/>
              </a:xfrm>
              <a:custGeom>
                <a:avLst/>
                <a:gdLst/>
                <a:ahLst/>
                <a:cxnLst/>
                <a:rect l="l" t="t" r="r" b="b"/>
                <a:pathLst>
                  <a:path w="2301" h="1216" extrusionOk="0">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8" name="Google Shape;508;p19"/>
              <p:cNvSpPr/>
              <p:nvPr/>
            </p:nvSpPr>
            <p:spPr>
              <a:xfrm>
                <a:off x="1412949" y="3484241"/>
                <a:ext cx="97837" cy="98545"/>
              </a:xfrm>
              <a:custGeom>
                <a:avLst/>
                <a:gdLst/>
                <a:ahLst/>
                <a:cxnLst/>
                <a:rect l="l" t="t" r="r" b="b"/>
                <a:pathLst>
                  <a:path w="1244" h="1253" extrusionOk="0">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9" name="Google Shape;509;p19"/>
              <p:cNvSpPr/>
              <p:nvPr/>
            </p:nvSpPr>
            <p:spPr>
              <a:xfrm>
                <a:off x="1407837" y="3479837"/>
                <a:ext cx="107354" cy="107354"/>
              </a:xfrm>
              <a:custGeom>
                <a:avLst/>
                <a:gdLst/>
                <a:ahLst/>
                <a:cxnLst/>
                <a:rect l="l" t="t" r="r" b="b"/>
                <a:pathLst>
                  <a:path w="1365" h="1365" extrusionOk="0">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0" name="Google Shape;510;p19"/>
              <p:cNvSpPr/>
              <p:nvPr/>
            </p:nvSpPr>
            <p:spPr>
              <a:xfrm>
                <a:off x="1985653" y="3311847"/>
                <a:ext cx="57019" cy="56469"/>
              </a:xfrm>
              <a:custGeom>
                <a:avLst/>
                <a:gdLst/>
                <a:ahLst/>
                <a:cxnLst/>
                <a:rect l="l" t="t" r="r" b="b"/>
                <a:pathLst>
                  <a:path w="725" h="718" extrusionOk="0">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1" name="Google Shape;511;p19"/>
              <p:cNvSpPr/>
              <p:nvPr/>
            </p:nvSpPr>
            <p:spPr>
              <a:xfrm>
                <a:off x="1707716" y="3340239"/>
                <a:ext cx="302085" cy="134566"/>
              </a:xfrm>
              <a:custGeom>
                <a:avLst/>
                <a:gdLst/>
                <a:ahLst/>
                <a:cxnLst/>
                <a:rect l="l" t="t" r="r" b="b"/>
                <a:pathLst>
                  <a:path w="3841" h="1711" extrusionOk="0">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512" name="Shape 512"/>
        <p:cNvGrpSpPr/>
        <p:nvPr/>
      </p:nvGrpSpPr>
      <p:grpSpPr>
        <a:xfrm>
          <a:off x="0" y="0"/>
          <a:ext cx="0" cy="0"/>
          <a:chOff x="0" y="0"/>
          <a:chExt cx="0" cy="0"/>
        </a:xfrm>
      </p:grpSpPr>
      <p:grpSp>
        <p:nvGrpSpPr>
          <p:cNvPr id="513" name="Google Shape;513;p20"/>
          <p:cNvGrpSpPr/>
          <p:nvPr/>
        </p:nvGrpSpPr>
        <p:grpSpPr>
          <a:xfrm>
            <a:off x="518850" y="392550"/>
            <a:ext cx="8106300" cy="4358400"/>
            <a:chOff x="518850" y="392550"/>
            <a:chExt cx="8106300" cy="4358400"/>
          </a:xfrm>
        </p:grpSpPr>
        <p:grpSp>
          <p:nvGrpSpPr>
            <p:cNvPr id="514" name="Google Shape;514;p20"/>
            <p:cNvGrpSpPr/>
            <p:nvPr/>
          </p:nvGrpSpPr>
          <p:grpSpPr>
            <a:xfrm>
              <a:off x="518850" y="392550"/>
              <a:ext cx="8106300" cy="396000"/>
              <a:chOff x="518850" y="385283"/>
              <a:chExt cx="8106300" cy="396000"/>
            </a:xfrm>
          </p:grpSpPr>
          <p:cxnSp>
            <p:nvCxnSpPr>
              <p:cNvPr id="515" name="Google Shape;515;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16" name="Google Shape;516;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17" name="Google Shape;517;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18" name="Google Shape;518;p20"/>
            <p:cNvGrpSpPr/>
            <p:nvPr/>
          </p:nvGrpSpPr>
          <p:grpSpPr>
            <a:xfrm rot="10800000">
              <a:off x="518850" y="4354950"/>
              <a:ext cx="8106300" cy="396000"/>
              <a:chOff x="518850" y="385283"/>
              <a:chExt cx="8106300" cy="396000"/>
            </a:xfrm>
          </p:grpSpPr>
          <p:cxnSp>
            <p:nvCxnSpPr>
              <p:cNvPr id="519" name="Google Shape;519;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0" name="Google Shape;520;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21" name="Google Shape;521;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522" name="Google Shape;522;p20"/>
          <p:cNvGrpSpPr/>
          <p:nvPr/>
        </p:nvGrpSpPr>
        <p:grpSpPr>
          <a:xfrm>
            <a:off x="5441862" y="1343334"/>
            <a:ext cx="2955370" cy="2456833"/>
            <a:chOff x="5475412" y="1860275"/>
            <a:chExt cx="2955370" cy="2456833"/>
          </a:xfrm>
        </p:grpSpPr>
        <p:sp>
          <p:nvSpPr>
            <p:cNvPr id="523" name="Google Shape;523;p20"/>
            <p:cNvSpPr/>
            <p:nvPr/>
          </p:nvSpPr>
          <p:spPr>
            <a:xfrm>
              <a:off x="5581433" y="2425462"/>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4" name="Google Shape;524;p20"/>
            <p:cNvSpPr/>
            <p:nvPr/>
          </p:nvSpPr>
          <p:spPr>
            <a:xfrm>
              <a:off x="8233235" y="2755955"/>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5" name="Google Shape;525;p20"/>
            <p:cNvSpPr/>
            <p:nvPr/>
          </p:nvSpPr>
          <p:spPr>
            <a:xfrm>
              <a:off x="5475412" y="3604065"/>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6" name="Google Shape;526;p20"/>
            <p:cNvSpPr/>
            <p:nvPr/>
          </p:nvSpPr>
          <p:spPr>
            <a:xfrm>
              <a:off x="8311913" y="3834088"/>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7" name="Google Shape;527;p20"/>
            <p:cNvSpPr/>
            <p:nvPr/>
          </p:nvSpPr>
          <p:spPr>
            <a:xfrm>
              <a:off x="8015063" y="1953753"/>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8" name="Google Shape;528;p20"/>
            <p:cNvSpPr/>
            <p:nvPr/>
          </p:nvSpPr>
          <p:spPr>
            <a:xfrm>
              <a:off x="8015063" y="2047230"/>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9" name="Google Shape;529;p20"/>
            <p:cNvSpPr/>
            <p:nvPr/>
          </p:nvSpPr>
          <p:spPr>
            <a:xfrm>
              <a:off x="8044097" y="2018709"/>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0" name="Google Shape;530;p20"/>
            <p:cNvSpPr/>
            <p:nvPr/>
          </p:nvSpPr>
          <p:spPr>
            <a:xfrm>
              <a:off x="7950107" y="2018709"/>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1" name="Google Shape;531;p20"/>
            <p:cNvSpPr/>
            <p:nvPr/>
          </p:nvSpPr>
          <p:spPr>
            <a:xfrm>
              <a:off x="7972309" y="2041936"/>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2" name="Google Shape;532;p20"/>
            <p:cNvSpPr/>
            <p:nvPr/>
          </p:nvSpPr>
          <p:spPr>
            <a:xfrm>
              <a:off x="7969121" y="2039032"/>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3" name="Google Shape;533;p20"/>
            <p:cNvSpPr/>
            <p:nvPr/>
          </p:nvSpPr>
          <p:spPr>
            <a:xfrm>
              <a:off x="8038859" y="1975898"/>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4" name="Google Shape;534;p20"/>
            <p:cNvSpPr/>
            <p:nvPr/>
          </p:nvSpPr>
          <p:spPr>
            <a:xfrm>
              <a:off x="8035159" y="1972653"/>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5" name="Google Shape;535;p20"/>
            <p:cNvSpPr/>
            <p:nvPr/>
          </p:nvSpPr>
          <p:spPr>
            <a:xfrm>
              <a:off x="7972309" y="1975898"/>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6" name="Google Shape;536;p20"/>
            <p:cNvSpPr/>
            <p:nvPr/>
          </p:nvSpPr>
          <p:spPr>
            <a:xfrm>
              <a:off x="7969121" y="1972653"/>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7" name="Google Shape;537;p20"/>
            <p:cNvSpPr/>
            <p:nvPr/>
          </p:nvSpPr>
          <p:spPr>
            <a:xfrm>
              <a:off x="8038859" y="2041936"/>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8" name="Google Shape;538;p20"/>
            <p:cNvSpPr/>
            <p:nvPr/>
          </p:nvSpPr>
          <p:spPr>
            <a:xfrm>
              <a:off x="8035159" y="2039032"/>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9" name="Google Shape;539;p20"/>
            <p:cNvSpPr/>
            <p:nvPr/>
          </p:nvSpPr>
          <p:spPr>
            <a:xfrm>
              <a:off x="8355158" y="2208282"/>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0" name="Google Shape;540;p20"/>
            <p:cNvSpPr/>
            <p:nvPr/>
          </p:nvSpPr>
          <p:spPr>
            <a:xfrm>
              <a:off x="5739149" y="2773380"/>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1" name="Google Shape;541;p20"/>
            <p:cNvSpPr/>
            <p:nvPr/>
          </p:nvSpPr>
          <p:spPr>
            <a:xfrm>
              <a:off x="6637773" y="1860275"/>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2" name="Google Shape;542;p20"/>
            <p:cNvSpPr/>
            <p:nvPr/>
          </p:nvSpPr>
          <p:spPr>
            <a:xfrm>
              <a:off x="6622459" y="2287528"/>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3" name="Google Shape;543;p20"/>
            <p:cNvSpPr/>
            <p:nvPr/>
          </p:nvSpPr>
          <p:spPr>
            <a:xfrm>
              <a:off x="6619783" y="2282746"/>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4" name="Google Shape;544;p20"/>
            <p:cNvSpPr/>
            <p:nvPr/>
          </p:nvSpPr>
          <p:spPr>
            <a:xfrm>
              <a:off x="6175621" y="2313943"/>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5" name="Google Shape;545;p20"/>
            <p:cNvSpPr/>
            <p:nvPr/>
          </p:nvSpPr>
          <p:spPr>
            <a:xfrm>
              <a:off x="6172490" y="2310755"/>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6" name="Google Shape;546;p20"/>
            <p:cNvSpPr/>
            <p:nvPr/>
          </p:nvSpPr>
          <p:spPr>
            <a:xfrm>
              <a:off x="6359445" y="2342407"/>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7" name="Google Shape;547;p20"/>
            <p:cNvSpPr/>
            <p:nvPr/>
          </p:nvSpPr>
          <p:spPr>
            <a:xfrm>
              <a:off x="6356257" y="2338764"/>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8" name="Google Shape;548;p20"/>
            <p:cNvSpPr/>
            <p:nvPr/>
          </p:nvSpPr>
          <p:spPr>
            <a:xfrm>
              <a:off x="6631966" y="2285421"/>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9" name="Google Shape;549;p20"/>
            <p:cNvSpPr/>
            <p:nvPr/>
          </p:nvSpPr>
          <p:spPr>
            <a:xfrm>
              <a:off x="6629290" y="2280127"/>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0" name="Google Shape;550;p20"/>
            <p:cNvSpPr/>
            <p:nvPr/>
          </p:nvSpPr>
          <p:spPr>
            <a:xfrm>
              <a:off x="7338003" y="2218302"/>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1" name="Google Shape;551;p20"/>
            <p:cNvSpPr/>
            <p:nvPr/>
          </p:nvSpPr>
          <p:spPr>
            <a:xfrm>
              <a:off x="7334359" y="2214658"/>
              <a:ext cx="88241"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2" name="Google Shape;552;p20"/>
            <p:cNvSpPr/>
            <p:nvPr/>
          </p:nvSpPr>
          <p:spPr>
            <a:xfrm>
              <a:off x="7468997" y="2075239"/>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3" name="Google Shape;553;p20"/>
            <p:cNvSpPr/>
            <p:nvPr/>
          </p:nvSpPr>
          <p:spPr>
            <a:xfrm>
              <a:off x="7465297" y="2072051"/>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4" name="Google Shape;554;p20"/>
            <p:cNvSpPr/>
            <p:nvPr/>
          </p:nvSpPr>
          <p:spPr>
            <a:xfrm>
              <a:off x="7587296" y="2272214"/>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5" name="Google Shape;555;p20"/>
            <p:cNvSpPr/>
            <p:nvPr/>
          </p:nvSpPr>
          <p:spPr>
            <a:xfrm>
              <a:off x="7583596" y="2269026"/>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6" name="Google Shape;556;p20"/>
            <p:cNvSpPr/>
            <p:nvPr/>
          </p:nvSpPr>
          <p:spPr>
            <a:xfrm>
              <a:off x="6112258" y="2077573"/>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7" name="Google Shape;557;p20"/>
            <p:cNvSpPr/>
            <p:nvPr/>
          </p:nvSpPr>
          <p:spPr>
            <a:xfrm>
              <a:off x="6086412"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8" name="Google Shape;558;p20"/>
            <p:cNvSpPr/>
            <p:nvPr/>
          </p:nvSpPr>
          <p:spPr>
            <a:xfrm>
              <a:off x="6083224" y="2047742"/>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9" name="Google Shape;559;p20"/>
            <p:cNvSpPr/>
            <p:nvPr/>
          </p:nvSpPr>
          <p:spPr>
            <a:xfrm>
              <a:off x="6314016"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0" name="Google Shape;560;p20"/>
            <p:cNvSpPr/>
            <p:nvPr/>
          </p:nvSpPr>
          <p:spPr>
            <a:xfrm>
              <a:off x="6310315" y="2047742"/>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1" name="Google Shape;561;p20"/>
            <p:cNvSpPr/>
            <p:nvPr/>
          </p:nvSpPr>
          <p:spPr>
            <a:xfrm>
              <a:off x="6194635" y="2159722"/>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2" name="Google Shape;562;p20"/>
            <p:cNvSpPr/>
            <p:nvPr/>
          </p:nvSpPr>
          <p:spPr>
            <a:xfrm>
              <a:off x="6191504" y="2156022"/>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3" name="Google Shape;563;p20"/>
            <p:cNvSpPr/>
            <p:nvPr/>
          </p:nvSpPr>
          <p:spPr>
            <a:xfrm>
              <a:off x="6449223" y="2065163"/>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 name="Google Shape;564;p20"/>
            <p:cNvSpPr/>
            <p:nvPr/>
          </p:nvSpPr>
          <p:spPr>
            <a:xfrm>
              <a:off x="6446035" y="2062032"/>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5" name="Google Shape;565;p20"/>
            <p:cNvSpPr/>
            <p:nvPr/>
          </p:nvSpPr>
          <p:spPr>
            <a:xfrm>
              <a:off x="6930332" y="1988081"/>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 name="Google Shape;566;p20"/>
            <p:cNvSpPr/>
            <p:nvPr/>
          </p:nvSpPr>
          <p:spPr>
            <a:xfrm>
              <a:off x="6927144" y="1984893"/>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7" name="Google Shape;567;p20"/>
            <p:cNvSpPr/>
            <p:nvPr/>
          </p:nvSpPr>
          <p:spPr>
            <a:xfrm>
              <a:off x="6987888" y="2066757"/>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8" name="Google Shape;568;p20"/>
            <p:cNvSpPr/>
            <p:nvPr/>
          </p:nvSpPr>
          <p:spPr>
            <a:xfrm>
              <a:off x="7051250" y="2066757"/>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9" name="Google Shape;569;p20"/>
            <p:cNvSpPr/>
            <p:nvPr/>
          </p:nvSpPr>
          <p:spPr>
            <a:xfrm>
              <a:off x="7114100" y="2066757"/>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0" name="Google Shape;570;p20"/>
            <p:cNvSpPr/>
            <p:nvPr/>
          </p:nvSpPr>
          <p:spPr>
            <a:xfrm>
              <a:off x="5743641" y="2204582"/>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1" name="Google Shape;571;p20"/>
            <p:cNvSpPr/>
            <p:nvPr/>
          </p:nvSpPr>
          <p:spPr>
            <a:xfrm>
              <a:off x="5740453" y="2201451"/>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2" name="Google Shape;572;p20"/>
            <p:cNvSpPr/>
            <p:nvPr/>
          </p:nvSpPr>
          <p:spPr>
            <a:xfrm>
              <a:off x="5914201" y="2279045"/>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3" name="Google Shape;573;p20"/>
            <p:cNvSpPr/>
            <p:nvPr/>
          </p:nvSpPr>
          <p:spPr>
            <a:xfrm>
              <a:off x="5854027" y="2279045"/>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4" name="Google Shape;574;p20"/>
            <p:cNvSpPr/>
            <p:nvPr/>
          </p:nvSpPr>
          <p:spPr>
            <a:xfrm>
              <a:off x="5794878" y="2279045"/>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5" name="Google Shape;575;p20"/>
            <p:cNvSpPr/>
            <p:nvPr/>
          </p:nvSpPr>
          <p:spPr>
            <a:xfrm>
              <a:off x="7974415" y="2277337"/>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6" name="Google Shape;576;p20"/>
            <p:cNvSpPr/>
            <p:nvPr/>
          </p:nvSpPr>
          <p:spPr>
            <a:xfrm>
              <a:off x="7970715" y="2274035"/>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7" name="Google Shape;577;p20"/>
            <p:cNvSpPr/>
            <p:nvPr/>
          </p:nvSpPr>
          <p:spPr>
            <a:xfrm>
              <a:off x="7946406" y="2402126"/>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 name="Google Shape;578;p20"/>
            <p:cNvSpPr/>
            <p:nvPr/>
          </p:nvSpPr>
          <p:spPr>
            <a:xfrm>
              <a:off x="7942706" y="2398938"/>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9" name="Google Shape;579;p20"/>
            <p:cNvSpPr/>
            <p:nvPr/>
          </p:nvSpPr>
          <p:spPr>
            <a:xfrm>
              <a:off x="7741005" y="2150215"/>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0" name="Google Shape;580;p20"/>
            <p:cNvSpPr/>
            <p:nvPr/>
          </p:nvSpPr>
          <p:spPr>
            <a:xfrm>
              <a:off x="7737817" y="2147027"/>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1" name="Google Shape;581;p20"/>
            <p:cNvSpPr/>
            <p:nvPr/>
          </p:nvSpPr>
          <p:spPr>
            <a:xfrm>
              <a:off x="7784272" y="2170538"/>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2" name="Google Shape;582;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3" name="Google Shape;583;p20"/>
            <p:cNvSpPr/>
            <p:nvPr/>
          </p:nvSpPr>
          <p:spPr>
            <a:xfrm>
              <a:off x="6902835" y="3774116"/>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4" name="Google Shape;584;p20"/>
            <p:cNvSpPr/>
            <p:nvPr/>
          </p:nvSpPr>
          <p:spPr>
            <a:xfrm>
              <a:off x="5894162" y="2528850"/>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5" name="Google Shape;585;p20"/>
            <p:cNvSpPr/>
            <p:nvPr/>
          </p:nvSpPr>
          <p:spPr>
            <a:xfrm>
              <a:off x="5890974" y="2525662"/>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6" name="Google Shape;586;p20"/>
            <p:cNvSpPr/>
            <p:nvPr/>
          </p:nvSpPr>
          <p:spPr>
            <a:xfrm>
              <a:off x="5995041" y="2636047"/>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7" name="Google Shape;587;p20"/>
            <p:cNvSpPr/>
            <p:nvPr/>
          </p:nvSpPr>
          <p:spPr>
            <a:xfrm>
              <a:off x="5991341" y="2632916"/>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8" name="Google Shape;588;p20"/>
            <p:cNvSpPr/>
            <p:nvPr/>
          </p:nvSpPr>
          <p:spPr>
            <a:xfrm>
              <a:off x="6933520" y="2560559"/>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9" name="Google Shape;589;p20"/>
            <p:cNvSpPr/>
            <p:nvPr/>
          </p:nvSpPr>
          <p:spPr>
            <a:xfrm>
              <a:off x="6930332" y="2556859"/>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0" name="Google Shape;590;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1" name="Google Shape;591;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2" name="Google Shape;592;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3" name="Google Shape;593;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4" name="Google Shape;594;p20"/>
            <p:cNvSpPr/>
            <p:nvPr/>
          </p:nvSpPr>
          <p:spPr>
            <a:xfrm>
              <a:off x="5893081" y="3731363"/>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5" name="Google Shape;595;p20"/>
            <p:cNvSpPr/>
            <p:nvPr/>
          </p:nvSpPr>
          <p:spPr>
            <a:xfrm>
              <a:off x="5889950" y="3727662"/>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 name="Google Shape;596;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7" name="Google Shape;597;p20"/>
            <p:cNvSpPr/>
            <p:nvPr/>
          </p:nvSpPr>
          <p:spPr>
            <a:xfrm>
              <a:off x="6431802" y="4215089"/>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8" name="Google Shape;598;p20"/>
            <p:cNvSpPr/>
            <p:nvPr/>
          </p:nvSpPr>
          <p:spPr>
            <a:xfrm>
              <a:off x="6428614" y="4211958"/>
              <a:ext cx="1044666"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9" name="Google Shape;599;p20"/>
            <p:cNvSpPr/>
            <p:nvPr/>
          </p:nvSpPr>
          <p:spPr>
            <a:xfrm>
              <a:off x="6691628" y="4215089"/>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0" name="Google Shape;600;p20"/>
            <p:cNvSpPr/>
            <p:nvPr/>
          </p:nvSpPr>
          <p:spPr>
            <a:xfrm>
              <a:off x="6687927" y="4211958"/>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1" name="Google Shape;601;p20"/>
            <p:cNvSpPr/>
            <p:nvPr/>
          </p:nvSpPr>
          <p:spPr>
            <a:xfrm>
              <a:off x="7160554" y="2782355"/>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2" name="Google Shape;602;p20"/>
            <p:cNvSpPr/>
            <p:nvPr/>
          </p:nvSpPr>
          <p:spPr>
            <a:xfrm>
              <a:off x="7157423" y="2779167"/>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3" name="Google Shape;603;p20"/>
            <p:cNvSpPr/>
            <p:nvPr/>
          </p:nvSpPr>
          <p:spPr>
            <a:xfrm>
              <a:off x="7228186" y="2854200"/>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4" name="Google Shape;604;p20"/>
            <p:cNvSpPr/>
            <p:nvPr/>
          </p:nvSpPr>
          <p:spPr>
            <a:xfrm>
              <a:off x="7592078"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5" name="Google Shape;605;p20"/>
            <p:cNvSpPr/>
            <p:nvPr/>
          </p:nvSpPr>
          <p:spPr>
            <a:xfrm>
              <a:off x="7624243" y="2824084"/>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6" name="Google Shape;606;p20"/>
            <p:cNvSpPr/>
            <p:nvPr/>
          </p:nvSpPr>
          <p:spPr>
            <a:xfrm>
              <a:off x="7653334"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7" name="Google Shape;607;p20"/>
            <p:cNvSpPr/>
            <p:nvPr/>
          </p:nvSpPr>
          <p:spPr>
            <a:xfrm>
              <a:off x="7471104" y="2903842"/>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8" name="Google Shape;608;p20"/>
            <p:cNvSpPr/>
            <p:nvPr/>
          </p:nvSpPr>
          <p:spPr>
            <a:xfrm>
              <a:off x="7471104" y="2947677"/>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 name="Google Shape;609;p20"/>
            <p:cNvSpPr/>
            <p:nvPr/>
          </p:nvSpPr>
          <p:spPr>
            <a:xfrm>
              <a:off x="7471104" y="2991456"/>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0" name="Google Shape;610;p20"/>
            <p:cNvSpPr/>
            <p:nvPr/>
          </p:nvSpPr>
          <p:spPr>
            <a:xfrm>
              <a:off x="7453171" y="3091309"/>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1" name="Google Shape;611;p20"/>
            <p:cNvSpPr/>
            <p:nvPr/>
          </p:nvSpPr>
          <p:spPr>
            <a:xfrm>
              <a:off x="7231374" y="3221734"/>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2" name="Google Shape;612;p20"/>
            <p:cNvSpPr/>
            <p:nvPr/>
          </p:nvSpPr>
          <p:spPr>
            <a:xfrm>
              <a:off x="7231374" y="3178411"/>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3" name="Google Shape;613;p20"/>
            <p:cNvSpPr/>
            <p:nvPr/>
          </p:nvSpPr>
          <p:spPr>
            <a:xfrm>
              <a:off x="7231374" y="3134575"/>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4" name="Google Shape;614;p20"/>
            <p:cNvSpPr/>
            <p:nvPr/>
          </p:nvSpPr>
          <p:spPr>
            <a:xfrm>
              <a:off x="7417761" y="3341114"/>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5" name="Google Shape;615;p20"/>
            <p:cNvSpPr/>
            <p:nvPr/>
          </p:nvSpPr>
          <p:spPr>
            <a:xfrm>
              <a:off x="7245607" y="3341114"/>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6" name="Google Shape;616;p20"/>
            <p:cNvSpPr/>
            <p:nvPr/>
          </p:nvSpPr>
          <p:spPr>
            <a:xfrm>
              <a:off x="7245607" y="3390756"/>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7" name="Google Shape;617;p20"/>
            <p:cNvSpPr/>
            <p:nvPr/>
          </p:nvSpPr>
          <p:spPr>
            <a:xfrm>
              <a:off x="7337490" y="2894335"/>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8" name="Google Shape;618;p20"/>
            <p:cNvSpPr/>
            <p:nvPr/>
          </p:nvSpPr>
          <p:spPr>
            <a:xfrm>
              <a:off x="7333790" y="2890065"/>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9" name="Google Shape;619;p20"/>
            <p:cNvSpPr/>
            <p:nvPr/>
          </p:nvSpPr>
          <p:spPr>
            <a:xfrm>
              <a:off x="7250389" y="2883404"/>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0" name="Google Shape;620;p20"/>
            <p:cNvSpPr/>
            <p:nvPr/>
          </p:nvSpPr>
          <p:spPr>
            <a:xfrm>
              <a:off x="7249819" y="2879875"/>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1" name="Google Shape;621;p20"/>
            <p:cNvSpPr/>
            <p:nvPr/>
          </p:nvSpPr>
          <p:spPr>
            <a:xfrm>
              <a:off x="7464272" y="3113853"/>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2" name="Google Shape;622;p20"/>
            <p:cNvSpPr/>
            <p:nvPr/>
          </p:nvSpPr>
          <p:spPr>
            <a:xfrm>
              <a:off x="7461084" y="3111177"/>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3" name="Google Shape;623;p20"/>
            <p:cNvSpPr/>
            <p:nvPr/>
          </p:nvSpPr>
          <p:spPr>
            <a:xfrm>
              <a:off x="7495925" y="3135657"/>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4" name="Google Shape;624;p20"/>
            <p:cNvSpPr/>
            <p:nvPr/>
          </p:nvSpPr>
          <p:spPr>
            <a:xfrm>
              <a:off x="7492224" y="3132469"/>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5" name="Google Shape;625;p20"/>
            <p:cNvSpPr/>
            <p:nvPr/>
          </p:nvSpPr>
          <p:spPr>
            <a:xfrm>
              <a:off x="7504920" y="3149434"/>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6" name="Google Shape;626;p20"/>
            <p:cNvSpPr/>
            <p:nvPr/>
          </p:nvSpPr>
          <p:spPr>
            <a:xfrm>
              <a:off x="7501219" y="3146246"/>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7" name="Google Shape;627;p20"/>
            <p:cNvSpPr/>
            <p:nvPr/>
          </p:nvSpPr>
          <p:spPr>
            <a:xfrm>
              <a:off x="7526553" y="3166797"/>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8" name="Google Shape;628;p20"/>
            <p:cNvSpPr/>
            <p:nvPr/>
          </p:nvSpPr>
          <p:spPr>
            <a:xfrm>
              <a:off x="7523422" y="3163097"/>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9" name="Google Shape;629;p20"/>
            <p:cNvSpPr/>
            <p:nvPr/>
          </p:nvSpPr>
          <p:spPr>
            <a:xfrm>
              <a:off x="7495412" y="3128939"/>
              <a:ext cx="49188" cy="55905"/>
            </a:xfrm>
            <a:custGeom>
              <a:avLst/>
              <a:gdLst/>
              <a:ahLst/>
              <a:cxnLst/>
              <a:rect l="l" t="t" r="r" b="b"/>
              <a:pathLst>
                <a:path w="864" h="982" extrusionOk="0">
                  <a:moveTo>
                    <a:pt x="38" y="0"/>
                  </a:moveTo>
                  <a:cubicBezTo>
                    <a:pt x="31" y="0"/>
                    <a:pt x="24" y="3"/>
                    <a:pt x="19" y="7"/>
                  </a:cubicBezTo>
                  <a:cubicBezTo>
                    <a:pt x="0" y="16"/>
                    <a:pt x="0" y="35"/>
                    <a:pt x="10" y="54"/>
                  </a:cubicBezTo>
                  <a:lnTo>
                    <a:pt x="807" y="972"/>
                  </a:lnTo>
                  <a:cubicBezTo>
                    <a:pt x="817" y="981"/>
                    <a:pt x="826" y="981"/>
                    <a:pt x="835" y="981"/>
                  </a:cubicBezTo>
                  <a:lnTo>
                    <a:pt x="854" y="981"/>
                  </a:lnTo>
                  <a:cubicBezTo>
                    <a:pt x="863" y="972"/>
                    <a:pt x="863" y="953"/>
                    <a:pt x="854" y="935"/>
                  </a:cubicBezTo>
                  <a:lnTo>
                    <a:pt x="56" y="7"/>
                  </a:lnTo>
                  <a:cubicBezTo>
                    <a:pt x="51" y="3"/>
                    <a:pt x="44" y="0"/>
                    <a:pt x="38"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0" name="Google Shape;630;p20"/>
            <p:cNvSpPr/>
            <p:nvPr/>
          </p:nvSpPr>
          <p:spPr>
            <a:xfrm>
              <a:off x="7493818" y="3127231"/>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1" name="Google Shape;631;p20"/>
            <p:cNvSpPr/>
            <p:nvPr/>
          </p:nvSpPr>
          <p:spPr>
            <a:xfrm>
              <a:off x="7482205" y="3116130"/>
              <a:ext cx="19072" cy="18502"/>
            </a:xfrm>
            <a:custGeom>
              <a:avLst/>
              <a:gdLst/>
              <a:ahLst/>
              <a:cxnLst/>
              <a:rect l="l" t="t" r="r" b="b"/>
              <a:pathLst>
                <a:path w="335" h="325" extrusionOk="0">
                  <a:moveTo>
                    <a:pt x="242" y="0"/>
                  </a:moveTo>
                  <a:cubicBezTo>
                    <a:pt x="223" y="10"/>
                    <a:pt x="214" y="19"/>
                    <a:pt x="214" y="37"/>
                  </a:cubicBezTo>
                  <a:lnTo>
                    <a:pt x="251" y="223"/>
                  </a:lnTo>
                  <a:cubicBezTo>
                    <a:pt x="251" y="223"/>
                    <a:pt x="251" y="232"/>
                    <a:pt x="242" y="232"/>
                  </a:cubicBezTo>
                  <a:lnTo>
                    <a:pt x="47" y="158"/>
                  </a:lnTo>
                  <a:cubicBezTo>
                    <a:pt x="28" y="158"/>
                    <a:pt x="19" y="158"/>
                    <a:pt x="10" y="177"/>
                  </a:cubicBezTo>
                  <a:cubicBezTo>
                    <a:pt x="0" y="195"/>
                    <a:pt x="10" y="214"/>
                    <a:pt x="28" y="214"/>
                  </a:cubicBezTo>
                  <a:lnTo>
                    <a:pt x="325" y="325"/>
                  </a:lnTo>
                  <a:cubicBezTo>
                    <a:pt x="325" y="325"/>
                    <a:pt x="334" y="316"/>
                    <a:pt x="334" y="316"/>
                  </a:cubicBezTo>
                  <a:lnTo>
                    <a:pt x="279" y="28"/>
                  </a:lnTo>
                  <a:cubicBezTo>
                    <a:pt x="270" y="10"/>
                    <a:pt x="260" y="0"/>
                    <a:pt x="24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2" name="Google Shape;632;p20"/>
            <p:cNvSpPr/>
            <p:nvPr/>
          </p:nvSpPr>
          <p:spPr>
            <a:xfrm>
              <a:off x="7481123" y="3114536"/>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3" name="Google Shape;633;p20"/>
            <p:cNvSpPr/>
            <p:nvPr/>
          </p:nvSpPr>
          <p:spPr>
            <a:xfrm>
              <a:off x="7487499" y="3121937"/>
              <a:ext cx="18502" cy="18218"/>
            </a:xfrm>
            <a:custGeom>
              <a:avLst/>
              <a:gdLst/>
              <a:ahLst/>
              <a:cxnLst/>
              <a:rect l="l" t="t" r="r" b="b"/>
              <a:pathLst>
                <a:path w="325" h="320" extrusionOk="0">
                  <a:moveTo>
                    <a:pt x="232" y="0"/>
                  </a:moveTo>
                  <a:cubicBezTo>
                    <a:pt x="214" y="0"/>
                    <a:pt x="204" y="19"/>
                    <a:pt x="214" y="37"/>
                  </a:cubicBezTo>
                  <a:lnTo>
                    <a:pt x="251" y="214"/>
                  </a:lnTo>
                  <a:cubicBezTo>
                    <a:pt x="251" y="220"/>
                    <a:pt x="246" y="227"/>
                    <a:pt x="240" y="227"/>
                  </a:cubicBezTo>
                  <a:cubicBezTo>
                    <a:pt x="238" y="227"/>
                    <a:pt x="235" y="226"/>
                    <a:pt x="232" y="223"/>
                  </a:cubicBezTo>
                  <a:lnTo>
                    <a:pt x="37" y="158"/>
                  </a:lnTo>
                  <a:cubicBezTo>
                    <a:pt x="35" y="156"/>
                    <a:pt x="32" y="154"/>
                    <a:pt x="28" y="154"/>
                  </a:cubicBezTo>
                  <a:cubicBezTo>
                    <a:pt x="19" y="154"/>
                    <a:pt x="7" y="163"/>
                    <a:pt x="0" y="177"/>
                  </a:cubicBezTo>
                  <a:cubicBezTo>
                    <a:pt x="0" y="186"/>
                    <a:pt x="10" y="204"/>
                    <a:pt x="19" y="214"/>
                  </a:cubicBezTo>
                  <a:lnTo>
                    <a:pt x="316" y="316"/>
                  </a:lnTo>
                  <a:cubicBezTo>
                    <a:pt x="318" y="318"/>
                    <a:pt x="320" y="320"/>
                    <a:pt x="322" y="320"/>
                  </a:cubicBezTo>
                  <a:cubicBezTo>
                    <a:pt x="325" y="320"/>
                    <a:pt x="325" y="313"/>
                    <a:pt x="325" y="306"/>
                  </a:cubicBezTo>
                  <a:lnTo>
                    <a:pt x="269" y="28"/>
                  </a:lnTo>
                  <a:cubicBezTo>
                    <a:pt x="269" y="10"/>
                    <a:pt x="251" y="0"/>
                    <a:pt x="23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4" name="Google Shape;634;p20"/>
            <p:cNvSpPr/>
            <p:nvPr/>
          </p:nvSpPr>
          <p:spPr>
            <a:xfrm>
              <a:off x="7485905" y="3120115"/>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5" name="Google Shape;635;p20"/>
            <p:cNvSpPr/>
            <p:nvPr/>
          </p:nvSpPr>
          <p:spPr>
            <a:xfrm>
              <a:off x="6932439" y="3332119"/>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6" name="Google Shape;636;p20"/>
            <p:cNvSpPr/>
            <p:nvPr/>
          </p:nvSpPr>
          <p:spPr>
            <a:xfrm>
              <a:off x="6929251" y="3328419"/>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7" name="Google Shape;637;p20"/>
            <p:cNvSpPr/>
            <p:nvPr/>
          </p:nvSpPr>
          <p:spPr>
            <a:xfrm>
              <a:off x="6626671" y="3327906"/>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8" name="Google Shape;638;p20"/>
            <p:cNvSpPr/>
            <p:nvPr/>
          </p:nvSpPr>
          <p:spPr>
            <a:xfrm>
              <a:off x="6623483" y="3324718"/>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9" name="Google Shape;639;p20"/>
            <p:cNvSpPr/>
            <p:nvPr/>
          </p:nvSpPr>
          <p:spPr>
            <a:xfrm>
              <a:off x="6695328" y="3411877"/>
              <a:ext cx="136290" cy="100937"/>
            </a:xfrm>
            <a:custGeom>
              <a:avLst/>
              <a:gdLst/>
              <a:ahLst/>
              <a:cxnLst/>
              <a:rect l="l" t="t" r="r" b="b"/>
              <a:pathLst>
                <a:path w="2394" h="1773" extrusionOk="0">
                  <a:moveTo>
                    <a:pt x="241" y="0"/>
                  </a:moveTo>
                  <a:cubicBezTo>
                    <a:pt x="112" y="0"/>
                    <a:pt x="0" y="112"/>
                    <a:pt x="0" y="241"/>
                  </a:cubicBezTo>
                  <a:lnTo>
                    <a:pt x="0" y="1540"/>
                  </a:lnTo>
                  <a:cubicBezTo>
                    <a:pt x="0" y="1670"/>
                    <a:pt x="112" y="1772"/>
                    <a:pt x="241" y="1772"/>
                  </a:cubicBezTo>
                  <a:lnTo>
                    <a:pt x="2152" y="1772"/>
                  </a:lnTo>
                  <a:cubicBezTo>
                    <a:pt x="2292" y="1772"/>
                    <a:pt x="2394" y="1670"/>
                    <a:pt x="2394" y="1540"/>
                  </a:cubicBezTo>
                  <a:lnTo>
                    <a:pt x="2394" y="241"/>
                  </a:lnTo>
                  <a:cubicBezTo>
                    <a:pt x="2394" y="112"/>
                    <a:pt x="2292" y="0"/>
                    <a:pt x="21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0" name="Google Shape;640;p20"/>
            <p:cNvSpPr/>
            <p:nvPr/>
          </p:nvSpPr>
          <p:spPr>
            <a:xfrm>
              <a:off x="6692140" y="3408689"/>
              <a:ext cx="142667" cy="107768"/>
            </a:xfrm>
            <a:custGeom>
              <a:avLst/>
              <a:gdLst/>
              <a:ahLst/>
              <a:cxnLst/>
              <a:rect l="l" t="t" r="r" b="b"/>
              <a:pathLst>
                <a:path w="2506" h="1893" extrusionOk="0">
                  <a:moveTo>
                    <a:pt x="2208" y="112"/>
                  </a:moveTo>
                  <a:cubicBezTo>
                    <a:pt x="2310" y="112"/>
                    <a:pt x="2394" y="195"/>
                    <a:pt x="2394" y="297"/>
                  </a:cubicBezTo>
                  <a:lnTo>
                    <a:pt x="2394" y="1596"/>
                  </a:lnTo>
                  <a:cubicBezTo>
                    <a:pt x="2394" y="1689"/>
                    <a:pt x="2310" y="1772"/>
                    <a:pt x="2208" y="1772"/>
                  </a:cubicBezTo>
                  <a:lnTo>
                    <a:pt x="297" y="1772"/>
                  </a:lnTo>
                  <a:cubicBezTo>
                    <a:pt x="195" y="1772"/>
                    <a:pt x="121" y="1689"/>
                    <a:pt x="121" y="1596"/>
                  </a:cubicBezTo>
                  <a:lnTo>
                    <a:pt x="121" y="297"/>
                  </a:lnTo>
                  <a:cubicBezTo>
                    <a:pt x="121" y="195"/>
                    <a:pt x="195" y="112"/>
                    <a:pt x="297" y="112"/>
                  </a:cubicBezTo>
                  <a:close/>
                  <a:moveTo>
                    <a:pt x="297" y="1"/>
                  </a:moveTo>
                  <a:cubicBezTo>
                    <a:pt x="130" y="1"/>
                    <a:pt x="1" y="130"/>
                    <a:pt x="1" y="297"/>
                  </a:cubicBezTo>
                  <a:lnTo>
                    <a:pt x="1" y="1596"/>
                  </a:lnTo>
                  <a:cubicBezTo>
                    <a:pt x="1" y="1754"/>
                    <a:pt x="130" y="1893"/>
                    <a:pt x="297" y="1893"/>
                  </a:cubicBezTo>
                  <a:lnTo>
                    <a:pt x="2208" y="1893"/>
                  </a:lnTo>
                  <a:cubicBezTo>
                    <a:pt x="2375" y="1893"/>
                    <a:pt x="2505" y="1754"/>
                    <a:pt x="2505" y="1596"/>
                  </a:cubicBezTo>
                  <a:lnTo>
                    <a:pt x="2505" y="297"/>
                  </a:lnTo>
                  <a:cubicBezTo>
                    <a:pt x="2505" y="130"/>
                    <a:pt x="2375" y="1"/>
                    <a:pt x="2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1" name="Google Shape;641;p20"/>
            <p:cNvSpPr/>
            <p:nvPr/>
          </p:nvSpPr>
          <p:spPr>
            <a:xfrm>
              <a:off x="6695328" y="3425597"/>
              <a:ext cx="136290" cy="37232"/>
            </a:xfrm>
            <a:custGeom>
              <a:avLst/>
              <a:gdLst/>
              <a:ahLst/>
              <a:cxnLst/>
              <a:rect l="l" t="t" r="r" b="b"/>
              <a:pathLst>
                <a:path w="2394" h="654" extrusionOk="0">
                  <a:moveTo>
                    <a:pt x="0" y="0"/>
                  </a:moveTo>
                  <a:lnTo>
                    <a:pt x="965" y="585"/>
                  </a:lnTo>
                  <a:cubicBezTo>
                    <a:pt x="1046" y="630"/>
                    <a:pt x="1137" y="653"/>
                    <a:pt x="1226" y="653"/>
                  </a:cubicBezTo>
                  <a:cubicBezTo>
                    <a:pt x="1320" y="653"/>
                    <a:pt x="1413" y="628"/>
                    <a:pt x="1494" y="576"/>
                  </a:cubicBezTo>
                  <a:lnTo>
                    <a:pt x="239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2" name="Google Shape;642;p20"/>
            <p:cNvSpPr/>
            <p:nvPr/>
          </p:nvSpPr>
          <p:spPr>
            <a:xfrm>
              <a:off x="6693734" y="3422409"/>
              <a:ext cx="139479" cy="43381"/>
            </a:xfrm>
            <a:custGeom>
              <a:avLst/>
              <a:gdLst/>
              <a:ahLst/>
              <a:cxnLst/>
              <a:rect l="l" t="t" r="r" b="b"/>
              <a:pathLst>
                <a:path w="2450" h="762" extrusionOk="0">
                  <a:moveTo>
                    <a:pt x="56" y="1"/>
                  </a:moveTo>
                  <a:lnTo>
                    <a:pt x="0" y="103"/>
                  </a:lnTo>
                  <a:lnTo>
                    <a:pt x="965" y="687"/>
                  </a:lnTo>
                  <a:cubicBezTo>
                    <a:pt x="1058" y="743"/>
                    <a:pt x="1151" y="761"/>
                    <a:pt x="1253" y="761"/>
                  </a:cubicBezTo>
                  <a:cubicBezTo>
                    <a:pt x="1355" y="761"/>
                    <a:pt x="1457" y="734"/>
                    <a:pt x="1550" y="678"/>
                  </a:cubicBezTo>
                  <a:lnTo>
                    <a:pt x="2449" y="103"/>
                  </a:lnTo>
                  <a:lnTo>
                    <a:pt x="2394" y="1"/>
                  </a:lnTo>
                  <a:lnTo>
                    <a:pt x="1485" y="576"/>
                  </a:lnTo>
                  <a:cubicBezTo>
                    <a:pt x="1413" y="623"/>
                    <a:pt x="1332" y="647"/>
                    <a:pt x="1251" y="647"/>
                  </a:cubicBezTo>
                  <a:cubicBezTo>
                    <a:pt x="1174" y="647"/>
                    <a:pt x="1098" y="626"/>
                    <a:pt x="1030" y="585"/>
                  </a:cubicBezTo>
                  <a:lnTo>
                    <a:pt x="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3" name="Google Shape;643;p20"/>
            <p:cNvSpPr/>
            <p:nvPr/>
          </p:nvSpPr>
          <p:spPr>
            <a:xfrm>
              <a:off x="6732275" y="3079126"/>
              <a:ext cx="373973" cy="201817"/>
            </a:xfrm>
            <a:custGeom>
              <a:avLst/>
              <a:gdLst/>
              <a:ahLst/>
              <a:cxnLst/>
              <a:rect l="l" t="t" r="r" b="b"/>
              <a:pathLst>
                <a:path w="6569" h="3545" extrusionOk="0">
                  <a:moveTo>
                    <a:pt x="177" y="1"/>
                  </a:moveTo>
                  <a:cubicBezTo>
                    <a:pt x="75" y="1"/>
                    <a:pt x="1" y="84"/>
                    <a:pt x="1" y="186"/>
                  </a:cubicBezTo>
                  <a:lnTo>
                    <a:pt x="1" y="3368"/>
                  </a:lnTo>
                  <a:cubicBezTo>
                    <a:pt x="1" y="3461"/>
                    <a:pt x="75" y="3545"/>
                    <a:pt x="177" y="3545"/>
                  </a:cubicBezTo>
                  <a:lnTo>
                    <a:pt x="6383" y="3545"/>
                  </a:lnTo>
                  <a:cubicBezTo>
                    <a:pt x="6485" y="3545"/>
                    <a:pt x="6568" y="3461"/>
                    <a:pt x="6568" y="3368"/>
                  </a:cubicBezTo>
                  <a:lnTo>
                    <a:pt x="6568" y="186"/>
                  </a:lnTo>
                  <a:cubicBezTo>
                    <a:pt x="6568" y="84"/>
                    <a:pt x="6485" y="1"/>
                    <a:pt x="6383" y="1"/>
                  </a:cubicBezTo>
                  <a:close/>
                </a:path>
              </a:pathLst>
            </a:custGeom>
            <a:solidFill>
              <a:srgbClr val="948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4" name="Google Shape;644;p20"/>
            <p:cNvSpPr/>
            <p:nvPr/>
          </p:nvSpPr>
          <p:spPr>
            <a:xfrm>
              <a:off x="6732275" y="3083908"/>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5" name="Google Shape;645;p20"/>
            <p:cNvSpPr/>
            <p:nvPr/>
          </p:nvSpPr>
          <p:spPr>
            <a:xfrm>
              <a:off x="6728575" y="3080720"/>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6" name="Google Shape;646;p20"/>
            <p:cNvSpPr/>
            <p:nvPr/>
          </p:nvSpPr>
          <p:spPr>
            <a:xfrm>
              <a:off x="6793531" y="3145164"/>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7" name="Google Shape;647;p20"/>
            <p:cNvSpPr/>
            <p:nvPr/>
          </p:nvSpPr>
          <p:spPr>
            <a:xfrm>
              <a:off x="6942971" y="3145164"/>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8" name="Google Shape;648;p20"/>
            <p:cNvSpPr/>
            <p:nvPr/>
          </p:nvSpPr>
          <p:spPr>
            <a:xfrm>
              <a:off x="6793531" y="3208526"/>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9" name="Google Shape;649;p20"/>
            <p:cNvSpPr/>
            <p:nvPr/>
          </p:nvSpPr>
          <p:spPr>
            <a:xfrm>
              <a:off x="6893328" y="3175280"/>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0" name="Google Shape;650;p20"/>
            <p:cNvSpPr/>
            <p:nvPr/>
          </p:nvSpPr>
          <p:spPr>
            <a:xfrm>
              <a:off x="6793531" y="3175280"/>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1" name="Google Shape;651;p20"/>
            <p:cNvSpPr/>
            <p:nvPr/>
          </p:nvSpPr>
          <p:spPr>
            <a:xfrm>
              <a:off x="6931926" y="3208526"/>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2" name="Google Shape;652;p20"/>
            <p:cNvSpPr/>
            <p:nvPr/>
          </p:nvSpPr>
          <p:spPr>
            <a:xfrm>
              <a:off x="6732275" y="2787650"/>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3" name="Google Shape;653;p20"/>
            <p:cNvSpPr/>
            <p:nvPr/>
          </p:nvSpPr>
          <p:spPr>
            <a:xfrm>
              <a:off x="6728575" y="2783949"/>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4" name="Google Shape;654;p20"/>
            <p:cNvSpPr/>
            <p:nvPr/>
          </p:nvSpPr>
          <p:spPr>
            <a:xfrm>
              <a:off x="6997395"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5" name="Google Shape;655;p20"/>
            <p:cNvSpPr/>
            <p:nvPr/>
          </p:nvSpPr>
          <p:spPr>
            <a:xfrm>
              <a:off x="7035424"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6" name="Google Shape;656;p20"/>
            <p:cNvSpPr/>
            <p:nvPr/>
          </p:nvSpPr>
          <p:spPr>
            <a:xfrm>
              <a:off x="7073452" y="2799263"/>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7" name="Google Shape;657;p20"/>
            <p:cNvSpPr/>
            <p:nvPr/>
          </p:nvSpPr>
          <p:spPr>
            <a:xfrm>
              <a:off x="6833154" y="2829891"/>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8" name="Google Shape;658;p20"/>
            <p:cNvSpPr/>
            <p:nvPr/>
          </p:nvSpPr>
          <p:spPr>
            <a:xfrm>
              <a:off x="6829966" y="2826703"/>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9" name="Google Shape;659;p20"/>
            <p:cNvSpPr/>
            <p:nvPr/>
          </p:nvSpPr>
          <p:spPr>
            <a:xfrm>
              <a:off x="6851656" y="2848393"/>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0" name="Google Shape;660;p20"/>
            <p:cNvSpPr/>
            <p:nvPr/>
          </p:nvSpPr>
          <p:spPr>
            <a:xfrm>
              <a:off x="6848468" y="2845205"/>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1" name="Google Shape;661;p20"/>
            <p:cNvSpPr/>
            <p:nvPr/>
          </p:nvSpPr>
          <p:spPr>
            <a:xfrm>
              <a:off x="6915018" y="2877939"/>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2" name="Google Shape;662;p20"/>
            <p:cNvSpPr/>
            <p:nvPr/>
          </p:nvSpPr>
          <p:spPr>
            <a:xfrm>
              <a:off x="6909724" y="2906973"/>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3" name="Google Shape;663;p20"/>
            <p:cNvSpPr/>
            <p:nvPr/>
          </p:nvSpPr>
          <p:spPr>
            <a:xfrm>
              <a:off x="6906536" y="2903842"/>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4" name="Google Shape;664;p20"/>
            <p:cNvSpPr/>
            <p:nvPr/>
          </p:nvSpPr>
          <p:spPr>
            <a:xfrm>
              <a:off x="6131273" y="2776548"/>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5" name="Google Shape;665;p20"/>
            <p:cNvSpPr/>
            <p:nvPr/>
          </p:nvSpPr>
          <p:spPr>
            <a:xfrm>
              <a:off x="6127572" y="2773360"/>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6" name="Google Shape;666;p20"/>
            <p:cNvSpPr/>
            <p:nvPr/>
          </p:nvSpPr>
          <p:spPr>
            <a:xfrm>
              <a:off x="6317204" y="2829094"/>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7" name="Google Shape;667;p20"/>
            <p:cNvSpPr/>
            <p:nvPr/>
          </p:nvSpPr>
          <p:spPr>
            <a:xfrm>
              <a:off x="6322441" y="2825678"/>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8" name="Google Shape;668;p20"/>
            <p:cNvSpPr/>
            <p:nvPr/>
          </p:nvSpPr>
          <p:spPr>
            <a:xfrm>
              <a:off x="6370547" y="2912780"/>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9" name="Google Shape;669;p20"/>
            <p:cNvSpPr/>
            <p:nvPr/>
          </p:nvSpPr>
          <p:spPr>
            <a:xfrm>
              <a:off x="6366846" y="2909649"/>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0" name="Google Shape;670;p20"/>
            <p:cNvSpPr/>
            <p:nvPr/>
          </p:nvSpPr>
          <p:spPr>
            <a:xfrm>
              <a:off x="6386885" y="2864731"/>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1" name="Google Shape;671;p20"/>
            <p:cNvSpPr/>
            <p:nvPr/>
          </p:nvSpPr>
          <p:spPr>
            <a:xfrm>
              <a:off x="6383697" y="2861031"/>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2" name="Google Shape;672;p20"/>
            <p:cNvSpPr/>
            <p:nvPr/>
          </p:nvSpPr>
          <p:spPr>
            <a:xfrm>
              <a:off x="6246953" y="3037967"/>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3" name="Google Shape;673;p20"/>
            <p:cNvSpPr/>
            <p:nvPr/>
          </p:nvSpPr>
          <p:spPr>
            <a:xfrm>
              <a:off x="6243765" y="3034779"/>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4" name="Google Shape;674;p20"/>
            <p:cNvSpPr/>
            <p:nvPr/>
          </p:nvSpPr>
          <p:spPr>
            <a:xfrm>
              <a:off x="6246953" y="3133038"/>
              <a:ext cx="324843" cy="58638"/>
            </a:xfrm>
            <a:custGeom>
              <a:avLst/>
              <a:gdLst/>
              <a:ahLst/>
              <a:cxnLst/>
              <a:rect l="l" t="t" r="r" b="b"/>
              <a:pathLst>
                <a:path w="5706" h="1030" extrusionOk="0">
                  <a:moveTo>
                    <a:pt x="511" y="0"/>
                  </a:moveTo>
                  <a:cubicBezTo>
                    <a:pt x="232" y="0"/>
                    <a:pt x="0" y="232"/>
                    <a:pt x="0" y="520"/>
                  </a:cubicBezTo>
                  <a:cubicBezTo>
                    <a:pt x="0" y="807"/>
                    <a:pt x="232" y="1030"/>
                    <a:pt x="511" y="1030"/>
                  </a:cubicBezTo>
                  <a:lnTo>
                    <a:pt x="5195" y="1030"/>
                  </a:lnTo>
                  <a:cubicBezTo>
                    <a:pt x="5483" y="1030"/>
                    <a:pt x="5705" y="807"/>
                    <a:pt x="5705" y="520"/>
                  </a:cubicBezTo>
                  <a:cubicBezTo>
                    <a:pt x="5705" y="232"/>
                    <a:pt x="5474" y="0"/>
                    <a:pt x="51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5" name="Google Shape;675;p20"/>
            <p:cNvSpPr/>
            <p:nvPr/>
          </p:nvSpPr>
          <p:spPr>
            <a:xfrm>
              <a:off x="6243765" y="3129850"/>
              <a:ext cx="331731" cy="65526"/>
            </a:xfrm>
            <a:custGeom>
              <a:avLst/>
              <a:gdLst/>
              <a:ahLst/>
              <a:cxnLst/>
              <a:rect l="l" t="t" r="r" b="b"/>
              <a:pathLst>
                <a:path w="5827" h="1151" extrusionOk="0">
                  <a:moveTo>
                    <a:pt x="5251" y="121"/>
                  </a:moveTo>
                  <a:cubicBezTo>
                    <a:pt x="5502" y="121"/>
                    <a:pt x="5706" y="325"/>
                    <a:pt x="5706" y="576"/>
                  </a:cubicBezTo>
                  <a:cubicBezTo>
                    <a:pt x="5706" y="826"/>
                    <a:pt x="5502" y="1030"/>
                    <a:pt x="5251" y="1030"/>
                  </a:cubicBezTo>
                  <a:lnTo>
                    <a:pt x="567" y="1030"/>
                  </a:lnTo>
                  <a:cubicBezTo>
                    <a:pt x="316" y="1030"/>
                    <a:pt x="112" y="826"/>
                    <a:pt x="112" y="576"/>
                  </a:cubicBezTo>
                  <a:cubicBezTo>
                    <a:pt x="112" y="325"/>
                    <a:pt x="316" y="121"/>
                    <a:pt x="567" y="121"/>
                  </a:cubicBezTo>
                  <a:close/>
                  <a:moveTo>
                    <a:pt x="567" y="0"/>
                  </a:moveTo>
                  <a:cubicBezTo>
                    <a:pt x="251" y="0"/>
                    <a:pt x="1" y="260"/>
                    <a:pt x="1" y="576"/>
                  </a:cubicBezTo>
                  <a:cubicBezTo>
                    <a:pt x="1" y="891"/>
                    <a:pt x="251" y="1151"/>
                    <a:pt x="567" y="1151"/>
                  </a:cubicBezTo>
                  <a:lnTo>
                    <a:pt x="5251" y="1151"/>
                  </a:lnTo>
                  <a:cubicBezTo>
                    <a:pt x="5567" y="1151"/>
                    <a:pt x="5826" y="891"/>
                    <a:pt x="5826" y="576"/>
                  </a:cubicBezTo>
                  <a:cubicBezTo>
                    <a:pt x="5826" y="260"/>
                    <a:pt x="5567" y="0"/>
                    <a:pt x="5251"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6" name="Google Shape;676;p20"/>
            <p:cNvSpPr/>
            <p:nvPr/>
          </p:nvSpPr>
          <p:spPr>
            <a:xfrm>
              <a:off x="6362576" y="3211714"/>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7" name="Google Shape;677;p20"/>
            <p:cNvSpPr/>
            <p:nvPr/>
          </p:nvSpPr>
          <p:spPr>
            <a:xfrm>
              <a:off x="6608682" y="2809681"/>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8" name="Google Shape;678;p20"/>
            <p:cNvSpPr/>
            <p:nvPr/>
          </p:nvSpPr>
          <p:spPr>
            <a:xfrm>
              <a:off x="6608682" y="2809681"/>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9" name="Google Shape;679;p20"/>
            <p:cNvSpPr/>
            <p:nvPr/>
          </p:nvSpPr>
          <p:spPr>
            <a:xfrm>
              <a:off x="6131273" y="3328419"/>
              <a:ext cx="460564" cy="268880"/>
            </a:xfrm>
            <a:custGeom>
              <a:avLst/>
              <a:gdLst/>
              <a:ahLst/>
              <a:cxnLst/>
              <a:rect l="l" t="t" r="r" b="b"/>
              <a:pathLst>
                <a:path w="8090" h="4723" extrusionOk="0">
                  <a:moveTo>
                    <a:pt x="474" y="0"/>
                  </a:moveTo>
                  <a:cubicBezTo>
                    <a:pt x="214" y="0"/>
                    <a:pt x="1" y="214"/>
                    <a:pt x="1" y="474"/>
                  </a:cubicBezTo>
                  <a:lnTo>
                    <a:pt x="1" y="4249"/>
                  </a:lnTo>
                  <a:cubicBezTo>
                    <a:pt x="1" y="4509"/>
                    <a:pt x="214" y="4722"/>
                    <a:pt x="474" y="4722"/>
                  </a:cubicBezTo>
                  <a:lnTo>
                    <a:pt x="7617" y="4722"/>
                  </a:lnTo>
                  <a:cubicBezTo>
                    <a:pt x="7877" y="4722"/>
                    <a:pt x="8090" y="4509"/>
                    <a:pt x="8090" y="4249"/>
                  </a:cubicBezTo>
                  <a:lnTo>
                    <a:pt x="8090" y="474"/>
                  </a:lnTo>
                  <a:cubicBezTo>
                    <a:pt x="8090" y="214"/>
                    <a:pt x="7877" y="0"/>
                    <a:pt x="76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0" name="Google Shape;680;p20"/>
            <p:cNvSpPr/>
            <p:nvPr/>
          </p:nvSpPr>
          <p:spPr>
            <a:xfrm>
              <a:off x="6466643" y="3355346"/>
              <a:ext cx="71903" cy="201248"/>
            </a:xfrm>
            <a:custGeom>
              <a:avLst/>
              <a:gdLst/>
              <a:ahLst/>
              <a:cxnLst/>
              <a:rect l="l" t="t" r="r" b="b"/>
              <a:pathLst>
                <a:path w="1263" h="3535" extrusionOk="0">
                  <a:moveTo>
                    <a:pt x="0" y="1"/>
                  </a:moveTo>
                  <a:lnTo>
                    <a:pt x="0" y="3535"/>
                  </a:lnTo>
                  <a:lnTo>
                    <a:pt x="1262" y="353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1" name="Google Shape;681;p20"/>
            <p:cNvSpPr/>
            <p:nvPr/>
          </p:nvSpPr>
          <p:spPr>
            <a:xfrm>
              <a:off x="6463455" y="3352158"/>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2" name="Google Shape;682;p20"/>
            <p:cNvSpPr/>
            <p:nvPr/>
          </p:nvSpPr>
          <p:spPr>
            <a:xfrm>
              <a:off x="6365252" y="3443017"/>
              <a:ext cx="71846" cy="113575"/>
            </a:xfrm>
            <a:custGeom>
              <a:avLst/>
              <a:gdLst/>
              <a:ahLst/>
              <a:cxnLst/>
              <a:rect l="l" t="t" r="r" b="b"/>
              <a:pathLst>
                <a:path w="1262" h="1995" extrusionOk="0">
                  <a:moveTo>
                    <a:pt x="0" y="1"/>
                  </a:moveTo>
                  <a:lnTo>
                    <a:pt x="0" y="1995"/>
                  </a:lnTo>
                  <a:lnTo>
                    <a:pt x="1262" y="199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3" name="Google Shape;683;p20"/>
            <p:cNvSpPr/>
            <p:nvPr/>
          </p:nvSpPr>
          <p:spPr>
            <a:xfrm>
              <a:off x="6362064" y="3439829"/>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4" name="Google Shape;684;p20"/>
            <p:cNvSpPr/>
            <p:nvPr/>
          </p:nvSpPr>
          <p:spPr>
            <a:xfrm>
              <a:off x="6461861" y="3355346"/>
              <a:ext cx="71390" cy="194416"/>
            </a:xfrm>
            <a:custGeom>
              <a:avLst/>
              <a:gdLst/>
              <a:ahLst/>
              <a:cxnLst/>
              <a:rect l="l" t="t" r="r" b="b"/>
              <a:pathLst>
                <a:path w="1254" h="3415" extrusionOk="0">
                  <a:moveTo>
                    <a:pt x="1" y="1"/>
                  </a:moveTo>
                  <a:lnTo>
                    <a:pt x="1" y="3414"/>
                  </a:lnTo>
                  <a:lnTo>
                    <a:pt x="1253" y="3414"/>
                  </a:lnTo>
                  <a:lnTo>
                    <a:pt x="12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5" name="Google Shape;685;p20"/>
            <p:cNvSpPr/>
            <p:nvPr/>
          </p:nvSpPr>
          <p:spPr>
            <a:xfrm>
              <a:off x="6458161" y="3352158"/>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6" name="Google Shape;686;p20"/>
            <p:cNvSpPr/>
            <p:nvPr/>
          </p:nvSpPr>
          <p:spPr>
            <a:xfrm>
              <a:off x="6359958" y="3443017"/>
              <a:ext cx="71903" cy="106744"/>
            </a:xfrm>
            <a:custGeom>
              <a:avLst/>
              <a:gdLst/>
              <a:ahLst/>
              <a:cxnLst/>
              <a:rect l="l" t="t" r="r" b="b"/>
              <a:pathLst>
                <a:path w="1263" h="1875" extrusionOk="0">
                  <a:moveTo>
                    <a:pt x="1" y="1"/>
                  </a:moveTo>
                  <a:lnTo>
                    <a:pt x="1" y="1874"/>
                  </a:lnTo>
                  <a:lnTo>
                    <a:pt x="1262" y="1874"/>
                  </a:lnTo>
                  <a:lnTo>
                    <a:pt x="12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7" name="Google Shape;687;p20"/>
            <p:cNvSpPr/>
            <p:nvPr/>
          </p:nvSpPr>
          <p:spPr>
            <a:xfrm>
              <a:off x="6356770" y="3439829"/>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8" name="Google Shape;688;p20"/>
            <p:cNvSpPr/>
            <p:nvPr/>
          </p:nvSpPr>
          <p:spPr>
            <a:xfrm>
              <a:off x="6263292" y="3494765"/>
              <a:ext cx="71903" cy="62395"/>
            </a:xfrm>
            <a:custGeom>
              <a:avLst/>
              <a:gdLst/>
              <a:ahLst/>
              <a:cxnLst/>
              <a:rect l="l" t="t" r="r" b="b"/>
              <a:pathLst>
                <a:path w="1263" h="1096" extrusionOk="0">
                  <a:moveTo>
                    <a:pt x="1" y="1"/>
                  </a:moveTo>
                  <a:lnTo>
                    <a:pt x="1" y="1095"/>
                  </a:lnTo>
                  <a:lnTo>
                    <a:pt x="1263" y="1095"/>
                  </a:lnTo>
                  <a:lnTo>
                    <a:pt x="12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9" name="Google Shape;689;p20"/>
            <p:cNvSpPr/>
            <p:nvPr/>
          </p:nvSpPr>
          <p:spPr>
            <a:xfrm>
              <a:off x="6260161" y="3491577"/>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0" name="Google Shape;690;p20"/>
            <p:cNvSpPr/>
            <p:nvPr/>
          </p:nvSpPr>
          <p:spPr>
            <a:xfrm>
              <a:off x="6258054" y="3494765"/>
              <a:ext cx="71846" cy="58182"/>
            </a:xfrm>
            <a:custGeom>
              <a:avLst/>
              <a:gdLst/>
              <a:ahLst/>
              <a:cxnLst/>
              <a:rect l="l" t="t" r="r" b="b"/>
              <a:pathLst>
                <a:path w="1262" h="1022" extrusionOk="0">
                  <a:moveTo>
                    <a:pt x="0" y="1"/>
                  </a:moveTo>
                  <a:lnTo>
                    <a:pt x="0" y="1021"/>
                  </a:lnTo>
                  <a:lnTo>
                    <a:pt x="1262" y="1021"/>
                  </a:lnTo>
                  <a:lnTo>
                    <a:pt x="12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1" name="Google Shape;691;p20"/>
            <p:cNvSpPr/>
            <p:nvPr/>
          </p:nvSpPr>
          <p:spPr>
            <a:xfrm>
              <a:off x="6254866" y="3491577"/>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2" name="Google Shape;692;p20"/>
            <p:cNvSpPr/>
            <p:nvPr/>
          </p:nvSpPr>
          <p:spPr>
            <a:xfrm>
              <a:off x="6166113" y="3528069"/>
              <a:ext cx="71903" cy="29091"/>
            </a:xfrm>
            <a:custGeom>
              <a:avLst/>
              <a:gdLst/>
              <a:ahLst/>
              <a:cxnLst/>
              <a:rect l="l" t="t" r="r" b="b"/>
              <a:pathLst>
                <a:path w="1263" h="511" extrusionOk="0">
                  <a:moveTo>
                    <a:pt x="1" y="0"/>
                  </a:moveTo>
                  <a:lnTo>
                    <a:pt x="1" y="510"/>
                  </a:lnTo>
                  <a:lnTo>
                    <a:pt x="1263" y="510"/>
                  </a:lnTo>
                  <a:lnTo>
                    <a:pt x="1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3" name="Google Shape;693;p20"/>
            <p:cNvSpPr/>
            <p:nvPr/>
          </p:nvSpPr>
          <p:spPr>
            <a:xfrm>
              <a:off x="6162470" y="3524369"/>
              <a:ext cx="78734" cy="35923"/>
            </a:xfrm>
            <a:custGeom>
              <a:avLst/>
              <a:gdLst/>
              <a:ahLst/>
              <a:cxnLst/>
              <a:rect l="l" t="t" r="r" b="b"/>
              <a:pathLst>
                <a:path w="1383" h="631" extrusionOk="0">
                  <a:moveTo>
                    <a:pt x="1262" y="121"/>
                  </a:moveTo>
                  <a:lnTo>
                    <a:pt x="1262" y="520"/>
                  </a:lnTo>
                  <a:lnTo>
                    <a:pt x="121" y="520"/>
                  </a:lnTo>
                  <a:lnTo>
                    <a:pt x="121" y="121"/>
                  </a:lnTo>
                  <a:close/>
                  <a:moveTo>
                    <a:pt x="65" y="0"/>
                  </a:moveTo>
                  <a:cubicBezTo>
                    <a:pt x="28" y="0"/>
                    <a:pt x="0" y="28"/>
                    <a:pt x="0" y="65"/>
                  </a:cubicBezTo>
                  <a:lnTo>
                    <a:pt x="0" y="575"/>
                  </a:lnTo>
                  <a:cubicBezTo>
                    <a:pt x="0" y="612"/>
                    <a:pt x="28" y="631"/>
                    <a:pt x="65" y="631"/>
                  </a:cubicBezTo>
                  <a:lnTo>
                    <a:pt x="1327" y="631"/>
                  </a:lnTo>
                  <a:cubicBezTo>
                    <a:pt x="1354" y="631"/>
                    <a:pt x="1382" y="612"/>
                    <a:pt x="1382" y="575"/>
                  </a:cubicBezTo>
                  <a:lnTo>
                    <a:pt x="1382" y="65"/>
                  </a:lnTo>
                  <a:cubicBezTo>
                    <a:pt x="1382" y="28"/>
                    <a:pt x="1354"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4" name="Google Shape;694;p20"/>
            <p:cNvSpPr/>
            <p:nvPr/>
          </p:nvSpPr>
          <p:spPr>
            <a:xfrm>
              <a:off x="6160876" y="3528069"/>
              <a:ext cx="71846" cy="26985"/>
            </a:xfrm>
            <a:custGeom>
              <a:avLst/>
              <a:gdLst/>
              <a:ahLst/>
              <a:cxnLst/>
              <a:rect l="l" t="t" r="r" b="b"/>
              <a:pathLst>
                <a:path w="1262" h="474" extrusionOk="0">
                  <a:moveTo>
                    <a:pt x="0" y="0"/>
                  </a:moveTo>
                  <a:lnTo>
                    <a:pt x="0" y="473"/>
                  </a:lnTo>
                  <a:lnTo>
                    <a:pt x="1262" y="473"/>
                  </a:lnTo>
                  <a:lnTo>
                    <a:pt x="126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5" name="Google Shape;695;p20"/>
            <p:cNvSpPr/>
            <p:nvPr/>
          </p:nvSpPr>
          <p:spPr>
            <a:xfrm>
              <a:off x="6157176" y="3524369"/>
              <a:ext cx="78734" cy="34386"/>
            </a:xfrm>
            <a:custGeom>
              <a:avLst/>
              <a:gdLst/>
              <a:ahLst/>
              <a:cxnLst/>
              <a:rect l="l" t="t" r="r" b="b"/>
              <a:pathLst>
                <a:path w="1383" h="604" extrusionOk="0">
                  <a:moveTo>
                    <a:pt x="1262" y="121"/>
                  </a:moveTo>
                  <a:lnTo>
                    <a:pt x="1262" y="482"/>
                  </a:lnTo>
                  <a:lnTo>
                    <a:pt x="121" y="482"/>
                  </a:lnTo>
                  <a:lnTo>
                    <a:pt x="121" y="121"/>
                  </a:lnTo>
                  <a:close/>
                  <a:moveTo>
                    <a:pt x="65" y="0"/>
                  </a:moveTo>
                  <a:cubicBezTo>
                    <a:pt x="28" y="0"/>
                    <a:pt x="0" y="28"/>
                    <a:pt x="0" y="65"/>
                  </a:cubicBezTo>
                  <a:lnTo>
                    <a:pt x="0" y="538"/>
                  </a:lnTo>
                  <a:cubicBezTo>
                    <a:pt x="0" y="575"/>
                    <a:pt x="28" y="603"/>
                    <a:pt x="65" y="603"/>
                  </a:cubicBezTo>
                  <a:lnTo>
                    <a:pt x="1327" y="603"/>
                  </a:lnTo>
                  <a:cubicBezTo>
                    <a:pt x="1355" y="603"/>
                    <a:pt x="1382" y="575"/>
                    <a:pt x="1382" y="538"/>
                  </a:cubicBezTo>
                  <a:lnTo>
                    <a:pt x="1382" y="65"/>
                  </a:lnTo>
                  <a:cubicBezTo>
                    <a:pt x="1382" y="28"/>
                    <a:pt x="1355"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6" name="Google Shape;696;p20"/>
            <p:cNvSpPr/>
            <p:nvPr/>
          </p:nvSpPr>
          <p:spPr>
            <a:xfrm>
              <a:off x="6176190" y="3382729"/>
              <a:ext cx="163731" cy="111184"/>
            </a:xfrm>
            <a:custGeom>
              <a:avLst/>
              <a:gdLst/>
              <a:ahLst/>
              <a:cxnLst/>
              <a:rect l="l" t="t" r="r" b="b"/>
              <a:pathLst>
                <a:path w="2876" h="1953" extrusionOk="0">
                  <a:moveTo>
                    <a:pt x="2653" y="1"/>
                  </a:moveTo>
                  <a:cubicBezTo>
                    <a:pt x="2594" y="1"/>
                    <a:pt x="2535" y="30"/>
                    <a:pt x="2496" y="85"/>
                  </a:cubicBezTo>
                  <a:lnTo>
                    <a:pt x="2486" y="85"/>
                  </a:lnTo>
                  <a:cubicBezTo>
                    <a:pt x="2338" y="290"/>
                    <a:pt x="2180" y="494"/>
                    <a:pt x="1995" y="661"/>
                  </a:cubicBezTo>
                  <a:cubicBezTo>
                    <a:pt x="1818" y="837"/>
                    <a:pt x="1624" y="1004"/>
                    <a:pt x="1410" y="1152"/>
                  </a:cubicBezTo>
                  <a:cubicBezTo>
                    <a:pt x="1197" y="1301"/>
                    <a:pt x="974" y="1440"/>
                    <a:pt x="742" y="1560"/>
                  </a:cubicBezTo>
                  <a:cubicBezTo>
                    <a:pt x="510" y="1681"/>
                    <a:pt x="279" y="1783"/>
                    <a:pt x="28" y="1876"/>
                  </a:cubicBezTo>
                  <a:cubicBezTo>
                    <a:pt x="10" y="1885"/>
                    <a:pt x="0" y="1904"/>
                    <a:pt x="0" y="1922"/>
                  </a:cubicBezTo>
                  <a:cubicBezTo>
                    <a:pt x="8" y="1937"/>
                    <a:pt x="22" y="1953"/>
                    <a:pt x="36" y="1953"/>
                  </a:cubicBezTo>
                  <a:cubicBezTo>
                    <a:pt x="40" y="1953"/>
                    <a:pt x="43" y="1952"/>
                    <a:pt x="47" y="1950"/>
                  </a:cubicBezTo>
                  <a:cubicBezTo>
                    <a:pt x="316" y="1885"/>
                    <a:pt x="566" y="1802"/>
                    <a:pt x="807" y="1700"/>
                  </a:cubicBezTo>
                  <a:cubicBezTo>
                    <a:pt x="1058" y="1598"/>
                    <a:pt x="1299" y="1486"/>
                    <a:pt x="1531" y="1347"/>
                  </a:cubicBezTo>
                  <a:cubicBezTo>
                    <a:pt x="1772" y="1217"/>
                    <a:pt x="1995" y="1069"/>
                    <a:pt x="2208" y="902"/>
                  </a:cubicBezTo>
                  <a:cubicBezTo>
                    <a:pt x="2421" y="735"/>
                    <a:pt x="2616" y="531"/>
                    <a:pt x="2802" y="327"/>
                  </a:cubicBezTo>
                  <a:cubicBezTo>
                    <a:pt x="2802" y="317"/>
                    <a:pt x="2802" y="317"/>
                    <a:pt x="2811" y="308"/>
                  </a:cubicBezTo>
                  <a:cubicBezTo>
                    <a:pt x="2876" y="225"/>
                    <a:pt x="2857" y="104"/>
                    <a:pt x="2765" y="39"/>
                  </a:cubicBezTo>
                  <a:cubicBezTo>
                    <a:pt x="2731" y="13"/>
                    <a:pt x="2692" y="1"/>
                    <a:pt x="2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7" name="Google Shape;697;p20"/>
            <p:cNvSpPr/>
            <p:nvPr/>
          </p:nvSpPr>
          <p:spPr>
            <a:xfrm>
              <a:off x="6297108" y="3363259"/>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8" name="Google Shape;698;p20"/>
            <p:cNvSpPr/>
            <p:nvPr/>
          </p:nvSpPr>
          <p:spPr>
            <a:xfrm>
              <a:off x="7410929" y="3726638"/>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9" name="Google Shape;699;p20"/>
            <p:cNvSpPr/>
            <p:nvPr/>
          </p:nvSpPr>
          <p:spPr>
            <a:xfrm>
              <a:off x="5696618" y="4217195"/>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p:txBody>
      </p:sp>
      <p:sp>
        <p:nvSpPr>
          <p:cNvPr id="7" name="Google Shape;7;p1"/>
          <p:cNvSpPr txBox="1"/>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709" name="Shape 709"/>
        <p:cNvGrpSpPr/>
        <p:nvPr/>
      </p:nvGrpSpPr>
      <p:grpSpPr>
        <a:xfrm>
          <a:off x="0" y="0"/>
          <a:ext cx="0" cy="0"/>
          <a:chOff x="0" y="0"/>
          <a:chExt cx="0" cy="0"/>
        </a:xfrm>
      </p:grpSpPr>
      <p:sp>
        <p:nvSpPr>
          <p:cNvPr id="710" name="Google Shape;710;p24"/>
          <p:cNvSpPr txBox="1"/>
          <p:nvPr>
            <p:ph type="ctrTitle"/>
          </p:nvPr>
        </p:nvSpPr>
        <p:spPr>
          <a:xfrm>
            <a:off x="713225" y="1252927"/>
            <a:ext cx="4370100" cy="215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ltLang="en-GB" sz="3600"/>
              <a:t>La trame </a:t>
            </a:r>
            <a:br>
              <a:rPr lang="en-US" altLang="en-GB" sz="3600"/>
            </a:br>
            <a:r>
              <a:rPr lang="en-US" altLang="en-GB" sz="3600"/>
              <a:t>CF-end + CF-ACK</a:t>
            </a:r>
            <a:br>
              <a:rPr lang="en-US" altLang="en-GB" sz="4900"/>
            </a:br>
            <a:r>
              <a:rPr lang="en-US" altLang="en-GB" sz="2800" b="0"/>
              <a:t>Numero </a:t>
            </a:r>
            <a:r>
              <a:rPr lang="en-US" altLang="en-GB" sz="2800" b="0"/>
              <a:t>(011111)</a:t>
            </a:r>
            <a:endParaRPr lang="en-US" altLang="en-GB" sz="2800" b="0"/>
          </a:p>
        </p:txBody>
      </p:sp>
      <p:grpSp>
        <p:nvGrpSpPr>
          <p:cNvPr id="712" name="Google Shape;712;p24"/>
          <p:cNvGrpSpPr/>
          <p:nvPr/>
        </p:nvGrpSpPr>
        <p:grpSpPr>
          <a:xfrm>
            <a:off x="5148240" y="1213448"/>
            <a:ext cx="3374953" cy="2676564"/>
            <a:chOff x="5148240" y="1213448"/>
            <a:chExt cx="3374953" cy="2676564"/>
          </a:xfrm>
        </p:grpSpPr>
        <p:grpSp>
          <p:nvGrpSpPr>
            <p:cNvPr id="713" name="Google Shape;713;p24"/>
            <p:cNvGrpSpPr/>
            <p:nvPr/>
          </p:nvGrpSpPr>
          <p:grpSpPr>
            <a:xfrm>
              <a:off x="8384122" y="2614871"/>
              <a:ext cx="139071" cy="139071"/>
              <a:chOff x="5448853" y="3419595"/>
              <a:chExt cx="78736" cy="78736"/>
            </a:xfrm>
          </p:grpSpPr>
          <p:sp>
            <p:nvSpPr>
              <p:cNvPr id="714" name="Google Shape;714;p24"/>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5" name="Google Shape;715;p24"/>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6" name="Google Shape;716;p24"/>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7" name="Google Shape;717;p24"/>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8" name="Google Shape;718;p24"/>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9" name="Google Shape;719;p24"/>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0" name="Google Shape;720;p24"/>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1" name="Google Shape;721;p24"/>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722" name="Google Shape;722;p24"/>
            <p:cNvSpPr/>
            <p:nvPr/>
          </p:nvSpPr>
          <p:spPr>
            <a:xfrm>
              <a:off x="6756905" y="3331665"/>
              <a:ext cx="323574" cy="155533"/>
            </a:xfrm>
            <a:custGeom>
              <a:avLst/>
              <a:gdLst/>
              <a:ahLst/>
              <a:cxnLst/>
              <a:rect l="l" t="t" r="r" b="b"/>
              <a:pathLst>
                <a:path w="5484" h="2636" extrusionOk="0">
                  <a:moveTo>
                    <a:pt x="66" y="1"/>
                  </a:moveTo>
                  <a:cubicBezTo>
                    <a:pt x="29" y="1"/>
                    <a:pt x="1" y="19"/>
                    <a:pt x="1" y="56"/>
                  </a:cubicBezTo>
                  <a:lnTo>
                    <a:pt x="1" y="520"/>
                  </a:lnTo>
                  <a:cubicBezTo>
                    <a:pt x="1" y="548"/>
                    <a:pt x="29" y="576"/>
                    <a:pt x="66" y="576"/>
                  </a:cubicBezTo>
                  <a:cubicBezTo>
                    <a:pt x="94" y="576"/>
                    <a:pt x="121" y="548"/>
                    <a:pt x="121" y="520"/>
                  </a:cubicBezTo>
                  <a:lnTo>
                    <a:pt x="121" y="56"/>
                  </a:lnTo>
                  <a:cubicBezTo>
                    <a:pt x="121" y="19"/>
                    <a:pt x="94" y="1"/>
                    <a:pt x="66" y="1"/>
                  </a:cubicBezTo>
                  <a:close/>
                  <a:moveTo>
                    <a:pt x="66" y="928"/>
                  </a:moveTo>
                  <a:cubicBezTo>
                    <a:pt x="29" y="928"/>
                    <a:pt x="1" y="947"/>
                    <a:pt x="1" y="984"/>
                  </a:cubicBezTo>
                  <a:lnTo>
                    <a:pt x="1" y="1448"/>
                  </a:lnTo>
                  <a:cubicBezTo>
                    <a:pt x="1" y="1476"/>
                    <a:pt x="29" y="1503"/>
                    <a:pt x="66" y="1503"/>
                  </a:cubicBezTo>
                  <a:cubicBezTo>
                    <a:pt x="94" y="1503"/>
                    <a:pt x="121" y="1476"/>
                    <a:pt x="121" y="1448"/>
                  </a:cubicBezTo>
                  <a:lnTo>
                    <a:pt x="121" y="984"/>
                  </a:lnTo>
                  <a:cubicBezTo>
                    <a:pt x="121" y="947"/>
                    <a:pt x="94" y="928"/>
                    <a:pt x="66" y="928"/>
                  </a:cubicBezTo>
                  <a:close/>
                  <a:moveTo>
                    <a:pt x="66" y="1856"/>
                  </a:moveTo>
                  <a:cubicBezTo>
                    <a:pt x="29" y="1856"/>
                    <a:pt x="1" y="1875"/>
                    <a:pt x="1" y="1912"/>
                  </a:cubicBezTo>
                  <a:lnTo>
                    <a:pt x="1" y="2375"/>
                  </a:lnTo>
                  <a:cubicBezTo>
                    <a:pt x="1" y="2403"/>
                    <a:pt x="29" y="2431"/>
                    <a:pt x="66" y="2431"/>
                  </a:cubicBezTo>
                  <a:cubicBezTo>
                    <a:pt x="94" y="2431"/>
                    <a:pt x="121" y="2403"/>
                    <a:pt x="121" y="2375"/>
                  </a:cubicBezTo>
                  <a:lnTo>
                    <a:pt x="121" y="1912"/>
                  </a:lnTo>
                  <a:cubicBezTo>
                    <a:pt x="121" y="1875"/>
                    <a:pt x="94" y="1856"/>
                    <a:pt x="66" y="1856"/>
                  </a:cubicBezTo>
                  <a:close/>
                  <a:moveTo>
                    <a:pt x="316" y="2524"/>
                  </a:moveTo>
                  <a:cubicBezTo>
                    <a:pt x="288" y="2524"/>
                    <a:pt x="260" y="2552"/>
                    <a:pt x="260" y="2580"/>
                  </a:cubicBezTo>
                  <a:cubicBezTo>
                    <a:pt x="260" y="2617"/>
                    <a:pt x="288" y="2635"/>
                    <a:pt x="316" y="2635"/>
                  </a:cubicBezTo>
                  <a:lnTo>
                    <a:pt x="780" y="2635"/>
                  </a:lnTo>
                  <a:cubicBezTo>
                    <a:pt x="817" y="2635"/>
                    <a:pt x="845" y="2617"/>
                    <a:pt x="845" y="2580"/>
                  </a:cubicBezTo>
                  <a:cubicBezTo>
                    <a:pt x="845" y="2552"/>
                    <a:pt x="817" y="2524"/>
                    <a:pt x="780" y="2524"/>
                  </a:cubicBezTo>
                  <a:close/>
                  <a:moveTo>
                    <a:pt x="1244" y="2524"/>
                  </a:moveTo>
                  <a:cubicBezTo>
                    <a:pt x="1216" y="2524"/>
                    <a:pt x="1188" y="2552"/>
                    <a:pt x="1188" y="2580"/>
                  </a:cubicBezTo>
                  <a:cubicBezTo>
                    <a:pt x="1188" y="2617"/>
                    <a:pt x="1216" y="2635"/>
                    <a:pt x="1244" y="2635"/>
                  </a:cubicBezTo>
                  <a:lnTo>
                    <a:pt x="1708" y="2635"/>
                  </a:lnTo>
                  <a:cubicBezTo>
                    <a:pt x="1745" y="2635"/>
                    <a:pt x="1773" y="2617"/>
                    <a:pt x="1773" y="2580"/>
                  </a:cubicBezTo>
                  <a:cubicBezTo>
                    <a:pt x="1773" y="2552"/>
                    <a:pt x="1745" y="2524"/>
                    <a:pt x="1708" y="2524"/>
                  </a:cubicBezTo>
                  <a:close/>
                  <a:moveTo>
                    <a:pt x="2171" y="2524"/>
                  </a:moveTo>
                  <a:cubicBezTo>
                    <a:pt x="2144" y="2524"/>
                    <a:pt x="2116" y="2552"/>
                    <a:pt x="2116" y="2580"/>
                  </a:cubicBezTo>
                  <a:cubicBezTo>
                    <a:pt x="2116" y="2617"/>
                    <a:pt x="2144" y="2635"/>
                    <a:pt x="2171" y="2635"/>
                  </a:cubicBezTo>
                  <a:lnTo>
                    <a:pt x="2635" y="2635"/>
                  </a:lnTo>
                  <a:cubicBezTo>
                    <a:pt x="2672" y="2635"/>
                    <a:pt x="2700" y="2617"/>
                    <a:pt x="2700" y="2580"/>
                  </a:cubicBezTo>
                  <a:cubicBezTo>
                    <a:pt x="2700" y="2552"/>
                    <a:pt x="2672" y="2524"/>
                    <a:pt x="2635" y="2524"/>
                  </a:cubicBezTo>
                  <a:close/>
                  <a:moveTo>
                    <a:pt x="3099" y="2524"/>
                  </a:moveTo>
                  <a:cubicBezTo>
                    <a:pt x="3071" y="2524"/>
                    <a:pt x="3043" y="2552"/>
                    <a:pt x="3043" y="2580"/>
                  </a:cubicBezTo>
                  <a:cubicBezTo>
                    <a:pt x="3043" y="2617"/>
                    <a:pt x="3071" y="2635"/>
                    <a:pt x="3099" y="2635"/>
                  </a:cubicBezTo>
                  <a:lnTo>
                    <a:pt x="3563" y="2635"/>
                  </a:lnTo>
                  <a:cubicBezTo>
                    <a:pt x="3600" y="2635"/>
                    <a:pt x="3628" y="2617"/>
                    <a:pt x="3628" y="2580"/>
                  </a:cubicBezTo>
                  <a:cubicBezTo>
                    <a:pt x="3628" y="2552"/>
                    <a:pt x="3600" y="2524"/>
                    <a:pt x="3563" y="2524"/>
                  </a:cubicBezTo>
                  <a:close/>
                  <a:moveTo>
                    <a:pt x="4027" y="2524"/>
                  </a:moveTo>
                  <a:cubicBezTo>
                    <a:pt x="3999" y="2524"/>
                    <a:pt x="3971" y="2552"/>
                    <a:pt x="3971" y="2580"/>
                  </a:cubicBezTo>
                  <a:cubicBezTo>
                    <a:pt x="3971" y="2617"/>
                    <a:pt x="3999" y="2635"/>
                    <a:pt x="4027" y="2635"/>
                  </a:cubicBezTo>
                  <a:lnTo>
                    <a:pt x="4491" y="2635"/>
                  </a:lnTo>
                  <a:cubicBezTo>
                    <a:pt x="4528" y="2635"/>
                    <a:pt x="4556" y="2617"/>
                    <a:pt x="4556" y="2580"/>
                  </a:cubicBezTo>
                  <a:cubicBezTo>
                    <a:pt x="4556" y="2552"/>
                    <a:pt x="4528" y="2524"/>
                    <a:pt x="4491" y="2524"/>
                  </a:cubicBezTo>
                  <a:close/>
                  <a:moveTo>
                    <a:pt x="4954" y="2524"/>
                  </a:moveTo>
                  <a:cubicBezTo>
                    <a:pt x="4927" y="2524"/>
                    <a:pt x="4899" y="2552"/>
                    <a:pt x="4899" y="2580"/>
                  </a:cubicBezTo>
                  <a:cubicBezTo>
                    <a:pt x="4899" y="2617"/>
                    <a:pt x="4927" y="2635"/>
                    <a:pt x="4954" y="2635"/>
                  </a:cubicBezTo>
                  <a:lnTo>
                    <a:pt x="5418" y="2635"/>
                  </a:lnTo>
                  <a:cubicBezTo>
                    <a:pt x="5455" y="2635"/>
                    <a:pt x="5483" y="2617"/>
                    <a:pt x="5483" y="2580"/>
                  </a:cubicBezTo>
                  <a:cubicBezTo>
                    <a:pt x="5483" y="2552"/>
                    <a:pt x="5455" y="2524"/>
                    <a:pt x="5418" y="252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3" name="Google Shape;723;p24"/>
            <p:cNvSpPr/>
            <p:nvPr/>
          </p:nvSpPr>
          <p:spPr>
            <a:xfrm>
              <a:off x="6048099" y="1992822"/>
              <a:ext cx="6608" cy="77235"/>
            </a:xfrm>
            <a:custGeom>
              <a:avLst/>
              <a:gdLst/>
              <a:ahLst/>
              <a:cxnLst/>
              <a:rect l="l" t="t" r="r" b="b"/>
              <a:pathLst>
                <a:path w="112" h="1309" extrusionOk="0">
                  <a:moveTo>
                    <a:pt x="56" y="1"/>
                  </a:moveTo>
                  <a:cubicBezTo>
                    <a:pt x="28" y="1"/>
                    <a:pt x="0" y="29"/>
                    <a:pt x="0" y="66"/>
                  </a:cubicBezTo>
                  <a:lnTo>
                    <a:pt x="0" y="326"/>
                  </a:lnTo>
                  <a:cubicBezTo>
                    <a:pt x="0" y="353"/>
                    <a:pt x="28" y="381"/>
                    <a:pt x="56" y="381"/>
                  </a:cubicBezTo>
                  <a:cubicBezTo>
                    <a:pt x="93" y="381"/>
                    <a:pt x="112" y="353"/>
                    <a:pt x="112" y="326"/>
                  </a:cubicBezTo>
                  <a:lnTo>
                    <a:pt x="112" y="66"/>
                  </a:lnTo>
                  <a:cubicBezTo>
                    <a:pt x="112" y="29"/>
                    <a:pt x="93" y="1"/>
                    <a:pt x="56" y="1"/>
                  </a:cubicBezTo>
                  <a:close/>
                  <a:moveTo>
                    <a:pt x="56" y="734"/>
                  </a:moveTo>
                  <a:cubicBezTo>
                    <a:pt x="28" y="734"/>
                    <a:pt x="0" y="752"/>
                    <a:pt x="0" y="789"/>
                  </a:cubicBezTo>
                  <a:lnTo>
                    <a:pt x="0" y="1253"/>
                  </a:lnTo>
                  <a:cubicBezTo>
                    <a:pt x="0" y="1281"/>
                    <a:pt x="28" y="1309"/>
                    <a:pt x="56" y="1309"/>
                  </a:cubicBezTo>
                  <a:cubicBezTo>
                    <a:pt x="93" y="1309"/>
                    <a:pt x="112" y="1281"/>
                    <a:pt x="112" y="1253"/>
                  </a:cubicBezTo>
                  <a:lnTo>
                    <a:pt x="112" y="789"/>
                  </a:lnTo>
                  <a:cubicBezTo>
                    <a:pt x="112" y="752"/>
                    <a:pt x="93" y="734"/>
                    <a:pt x="56" y="7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4" name="Google Shape;724;p24"/>
            <p:cNvSpPr/>
            <p:nvPr/>
          </p:nvSpPr>
          <p:spPr>
            <a:xfrm>
              <a:off x="6344236" y="1821005"/>
              <a:ext cx="327350" cy="131400"/>
            </a:xfrm>
            <a:custGeom>
              <a:avLst/>
              <a:gdLst/>
              <a:ahLst/>
              <a:cxnLst/>
              <a:rect l="l" t="t" r="r" b="b"/>
              <a:pathLst>
                <a:path w="5548" h="2227" extrusionOk="0">
                  <a:moveTo>
                    <a:pt x="56" y="0"/>
                  </a:moveTo>
                  <a:cubicBezTo>
                    <a:pt x="28" y="0"/>
                    <a:pt x="0" y="28"/>
                    <a:pt x="0" y="56"/>
                  </a:cubicBezTo>
                  <a:cubicBezTo>
                    <a:pt x="0" y="93"/>
                    <a:pt x="28" y="111"/>
                    <a:pt x="56" y="111"/>
                  </a:cubicBezTo>
                  <a:lnTo>
                    <a:pt x="520" y="111"/>
                  </a:lnTo>
                  <a:cubicBezTo>
                    <a:pt x="557" y="111"/>
                    <a:pt x="585" y="93"/>
                    <a:pt x="585" y="56"/>
                  </a:cubicBezTo>
                  <a:cubicBezTo>
                    <a:pt x="585" y="28"/>
                    <a:pt x="557" y="0"/>
                    <a:pt x="520" y="0"/>
                  </a:cubicBezTo>
                  <a:close/>
                  <a:moveTo>
                    <a:pt x="983" y="0"/>
                  </a:moveTo>
                  <a:cubicBezTo>
                    <a:pt x="956" y="0"/>
                    <a:pt x="928" y="28"/>
                    <a:pt x="928" y="56"/>
                  </a:cubicBezTo>
                  <a:cubicBezTo>
                    <a:pt x="928" y="93"/>
                    <a:pt x="956" y="111"/>
                    <a:pt x="983" y="111"/>
                  </a:cubicBezTo>
                  <a:lnTo>
                    <a:pt x="1447" y="111"/>
                  </a:lnTo>
                  <a:cubicBezTo>
                    <a:pt x="1484" y="111"/>
                    <a:pt x="1512" y="93"/>
                    <a:pt x="1512" y="56"/>
                  </a:cubicBezTo>
                  <a:cubicBezTo>
                    <a:pt x="1512" y="28"/>
                    <a:pt x="1484" y="0"/>
                    <a:pt x="1447" y="0"/>
                  </a:cubicBezTo>
                  <a:close/>
                  <a:moveTo>
                    <a:pt x="1911" y="0"/>
                  </a:moveTo>
                  <a:cubicBezTo>
                    <a:pt x="1883" y="0"/>
                    <a:pt x="1855" y="28"/>
                    <a:pt x="1855" y="56"/>
                  </a:cubicBezTo>
                  <a:cubicBezTo>
                    <a:pt x="1855" y="93"/>
                    <a:pt x="1883" y="111"/>
                    <a:pt x="1911" y="111"/>
                  </a:cubicBezTo>
                  <a:lnTo>
                    <a:pt x="2375" y="111"/>
                  </a:lnTo>
                  <a:cubicBezTo>
                    <a:pt x="2412" y="111"/>
                    <a:pt x="2440" y="93"/>
                    <a:pt x="2440" y="56"/>
                  </a:cubicBezTo>
                  <a:cubicBezTo>
                    <a:pt x="2440" y="28"/>
                    <a:pt x="2412" y="0"/>
                    <a:pt x="2375" y="0"/>
                  </a:cubicBezTo>
                  <a:close/>
                  <a:moveTo>
                    <a:pt x="2839" y="0"/>
                  </a:moveTo>
                  <a:cubicBezTo>
                    <a:pt x="2811" y="0"/>
                    <a:pt x="2783" y="28"/>
                    <a:pt x="2783" y="56"/>
                  </a:cubicBezTo>
                  <a:cubicBezTo>
                    <a:pt x="2783" y="93"/>
                    <a:pt x="2811" y="111"/>
                    <a:pt x="2839" y="111"/>
                  </a:cubicBezTo>
                  <a:lnTo>
                    <a:pt x="3303" y="111"/>
                  </a:lnTo>
                  <a:cubicBezTo>
                    <a:pt x="3340" y="111"/>
                    <a:pt x="3368" y="93"/>
                    <a:pt x="3368" y="56"/>
                  </a:cubicBezTo>
                  <a:cubicBezTo>
                    <a:pt x="3368" y="28"/>
                    <a:pt x="3340" y="0"/>
                    <a:pt x="3303" y="0"/>
                  </a:cubicBezTo>
                  <a:close/>
                  <a:moveTo>
                    <a:pt x="3766" y="0"/>
                  </a:moveTo>
                  <a:cubicBezTo>
                    <a:pt x="3739" y="0"/>
                    <a:pt x="3711" y="19"/>
                    <a:pt x="3711" y="56"/>
                  </a:cubicBezTo>
                  <a:cubicBezTo>
                    <a:pt x="3711" y="93"/>
                    <a:pt x="3739" y="111"/>
                    <a:pt x="3766" y="111"/>
                  </a:cubicBezTo>
                  <a:lnTo>
                    <a:pt x="3850" y="111"/>
                  </a:lnTo>
                  <a:lnTo>
                    <a:pt x="3850" y="380"/>
                  </a:lnTo>
                  <a:cubicBezTo>
                    <a:pt x="3850" y="418"/>
                    <a:pt x="3878" y="436"/>
                    <a:pt x="3906" y="436"/>
                  </a:cubicBezTo>
                  <a:cubicBezTo>
                    <a:pt x="3943" y="436"/>
                    <a:pt x="3971" y="418"/>
                    <a:pt x="3971" y="380"/>
                  </a:cubicBezTo>
                  <a:lnTo>
                    <a:pt x="3971" y="56"/>
                  </a:lnTo>
                  <a:cubicBezTo>
                    <a:pt x="3971" y="19"/>
                    <a:pt x="3943" y="0"/>
                    <a:pt x="3906" y="0"/>
                  </a:cubicBezTo>
                  <a:close/>
                  <a:moveTo>
                    <a:pt x="3906" y="789"/>
                  </a:moveTo>
                  <a:cubicBezTo>
                    <a:pt x="3878" y="789"/>
                    <a:pt x="3850" y="816"/>
                    <a:pt x="3850" y="844"/>
                  </a:cubicBezTo>
                  <a:lnTo>
                    <a:pt x="3850" y="1308"/>
                  </a:lnTo>
                  <a:cubicBezTo>
                    <a:pt x="3850" y="1345"/>
                    <a:pt x="3878" y="1364"/>
                    <a:pt x="3906" y="1364"/>
                  </a:cubicBezTo>
                  <a:cubicBezTo>
                    <a:pt x="3943" y="1364"/>
                    <a:pt x="3971" y="1345"/>
                    <a:pt x="3971" y="1308"/>
                  </a:cubicBezTo>
                  <a:lnTo>
                    <a:pt x="3971" y="844"/>
                  </a:lnTo>
                  <a:cubicBezTo>
                    <a:pt x="3971" y="816"/>
                    <a:pt x="3943" y="789"/>
                    <a:pt x="3906" y="789"/>
                  </a:cubicBezTo>
                  <a:close/>
                  <a:moveTo>
                    <a:pt x="3906" y="1716"/>
                  </a:moveTo>
                  <a:cubicBezTo>
                    <a:pt x="3878" y="1716"/>
                    <a:pt x="3850" y="1744"/>
                    <a:pt x="3850" y="1772"/>
                  </a:cubicBezTo>
                  <a:lnTo>
                    <a:pt x="3850" y="2162"/>
                  </a:lnTo>
                  <a:cubicBezTo>
                    <a:pt x="3850" y="2199"/>
                    <a:pt x="3878" y="2227"/>
                    <a:pt x="3906" y="2227"/>
                  </a:cubicBezTo>
                  <a:lnTo>
                    <a:pt x="3980" y="2227"/>
                  </a:lnTo>
                  <a:cubicBezTo>
                    <a:pt x="4017" y="2227"/>
                    <a:pt x="4035" y="2199"/>
                    <a:pt x="4035" y="2162"/>
                  </a:cubicBezTo>
                  <a:cubicBezTo>
                    <a:pt x="4035" y="2134"/>
                    <a:pt x="4017" y="2106"/>
                    <a:pt x="3980" y="2106"/>
                  </a:cubicBezTo>
                  <a:lnTo>
                    <a:pt x="3971" y="2106"/>
                  </a:lnTo>
                  <a:lnTo>
                    <a:pt x="3971" y="1772"/>
                  </a:lnTo>
                  <a:cubicBezTo>
                    <a:pt x="3971" y="1744"/>
                    <a:pt x="3943" y="1716"/>
                    <a:pt x="3906" y="1716"/>
                  </a:cubicBezTo>
                  <a:close/>
                  <a:moveTo>
                    <a:pt x="4444" y="2106"/>
                  </a:moveTo>
                  <a:cubicBezTo>
                    <a:pt x="4416" y="2106"/>
                    <a:pt x="4388" y="2134"/>
                    <a:pt x="4388" y="2162"/>
                  </a:cubicBezTo>
                  <a:cubicBezTo>
                    <a:pt x="4388" y="2199"/>
                    <a:pt x="4416" y="2227"/>
                    <a:pt x="4444" y="2227"/>
                  </a:cubicBezTo>
                  <a:lnTo>
                    <a:pt x="4907" y="2227"/>
                  </a:lnTo>
                  <a:cubicBezTo>
                    <a:pt x="4945" y="2227"/>
                    <a:pt x="4963" y="2199"/>
                    <a:pt x="4963" y="2162"/>
                  </a:cubicBezTo>
                  <a:cubicBezTo>
                    <a:pt x="4963" y="2134"/>
                    <a:pt x="4945" y="2106"/>
                    <a:pt x="4907" y="2106"/>
                  </a:cubicBezTo>
                  <a:close/>
                  <a:moveTo>
                    <a:pt x="5371" y="2106"/>
                  </a:moveTo>
                  <a:cubicBezTo>
                    <a:pt x="5343" y="2106"/>
                    <a:pt x="5316" y="2134"/>
                    <a:pt x="5316" y="2162"/>
                  </a:cubicBezTo>
                  <a:cubicBezTo>
                    <a:pt x="5316" y="2199"/>
                    <a:pt x="5343" y="2227"/>
                    <a:pt x="5371" y="2227"/>
                  </a:cubicBezTo>
                  <a:lnTo>
                    <a:pt x="5492" y="2227"/>
                  </a:lnTo>
                  <a:cubicBezTo>
                    <a:pt x="5520" y="2227"/>
                    <a:pt x="5548" y="2199"/>
                    <a:pt x="5548" y="2162"/>
                  </a:cubicBezTo>
                  <a:cubicBezTo>
                    <a:pt x="5548" y="2134"/>
                    <a:pt x="5520" y="2106"/>
                    <a:pt x="5492" y="21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5" name="Google Shape;725;p24"/>
            <p:cNvSpPr/>
            <p:nvPr/>
          </p:nvSpPr>
          <p:spPr>
            <a:xfrm>
              <a:off x="7379802" y="2174552"/>
              <a:ext cx="423171" cy="165917"/>
            </a:xfrm>
            <a:custGeom>
              <a:avLst/>
              <a:gdLst/>
              <a:ahLst/>
              <a:cxnLst/>
              <a:rect l="l" t="t" r="r" b="b"/>
              <a:pathLst>
                <a:path w="7172" h="2812" extrusionOk="0">
                  <a:moveTo>
                    <a:pt x="56" y="1"/>
                  </a:moveTo>
                  <a:cubicBezTo>
                    <a:pt x="28" y="1"/>
                    <a:pt x="1" y="29"/>
                    <a:pt x="1" y="66"/>
                  </a:cubicBezTo>
                  <a:cubicBezTo>
                    <a:pt x="1" y="94"/>
                    <a:pt x="28" y="121"/>
                    <a:pt x="56" y="121"/>
                  </a:cubicBezTo>
                  <a:lnTo>
                    <a:pt x="520" y="121"/>
                  </a:lnTo>
                  <a:cubicBezTo>
                    <a:pt x="557" y="121"/>
                    <a:pt x="576" y="94"/>
                    <a:pt x="576" y="66"/>
                  </a:cubicBezTo>
                  <a:cubicBezTo>
                    <a:pt x="576" y="29"/>
                    <a:pt x="557" y="1"/>
                    <a:pt x="520" y="1"/>
                  </a:cubicBezTo>
                  <a:close/>
                  <a:moveTo>
                    <a:pt x="984" y="1"/>
                  </a:moveTo>
                  <a:cubicBezTo>
                    <a:pt x="956" y="1"/>
                    <a:pt x="928" y="29"/>
                    <a:pt x="928" y="66"/>
                  </a:cubicBezTo>
                  <a:cubicBezTo>
                    <a:pt x="928" y="94"/>
                    <a:pt x="956" y="121"/>
                    <a:pt x="984" y="121"/>
                  </a:cubicBezTo>
                  <a:lnTo>
                    <a:pt x="1448" y="121"/>
                  </a:lnTo>
                  <a:cubicBezTo>
                    <a:pt x="1485" y="121"/>
                    <a:pt x="1503" y="94"/>
                    <a:pt x="1503" y="66"/>
                  </a:cubicBezTo>
                  <a:cubicBezTo>
                    <a:pt x="1503" y="29"/>
                    <a:pt x="1485" y="1"/>
                    <a:pt x="1448" y="1"/>
                  </a:cubicBezTo>
                  <a:close/>
                  <a:moveTo>
                    <a:pt x="1912" y="1"/>
                  </a:moveTo>
                  <a:cubicBezTo>
                    <a:pt x="1875" y="1"/>
                    <a:pt x="1856" y="29"/>
                    <a:pt x="1856" y="66"/>
                  </a:cubicBezTo>
                  <a:cubicBezTo>
                    <a:pt x="1856" y="94"/>
                    <a:pt x="1875" y="121"/>
                    <a:pt x="1912" y="121"/>
                  </a:cubicBezTo>
                  <a:lnTo>
                    <a:pt x="2264" y="121"/>
                  </a:lnTo>
                  <a:cubicBezTo>
                    <a:pt x="2273" y="149"/>
                    <a:pt x="2301" y="168"/>
                    <a:pt x="2329" y="168"/>
                  </a:cubicBezTo>
                  <a:cubicBezTo>
                    <a:pt x="2357" y="168"/>
                    <a:pt x="2385" y="149"/>
                    <a:pt x="2385" y="112"/>
                  </a:cubicBezTo>
                  <a:lnTo>
                    <a:pt x="2385" y="66"/>
                  </a:lnTo>
                  <a:cubicBezTo>
                    <a:pt x="2385" y="29"/>
                    <a:pt x="2357" y="1"/>
                    <a:pt x="2329" y="1"/>
                  </a:cubicBezTo>
                  <a:close/>
                  <a:moveTo>
                    <a:pt x="2329" y="520"/>
                  </a:moveTo>
                  <a:cubicBezTo>
                    <a:pt x="2292" y="520"/>
                    <a:pt x="2264" y="548"/>
                    <a:pt x="2264" y="576"/>
                  </a:cubicBezTo>
                  <a:lnTo>
                    <a:pt x="2264" y="1040"/>
                  </a:lnTo>
                  <a:cubicBezTo>
                    <a:pt x="2264" y="1068"/>
                    <a:pt x="2292" y="1095"/>
                    <a:pt x="2329" y="1095"/>
                  </a:cubicBezTo>
                  <a:cubicBezTo>
                    <a:pt x="2357" y="1095"/>
                    <a:pt x="2385" y="1077"/>
                    <a:pt x="2385" y="1040"/>
                  </a:cubicBezTo>
                  <a:lnTo>
                    <a:pt x="2385" y="576"/>
                  </a:lnTo>
                  <a:cubicBezTo>
                    <a:pt x="2385" y="548"/>
                    <a:pt x="2357" y="520"/>
                    <a:pt x="2329" y="520"/>
                  </a:cubicBezTo>
                  <a:close/>
                  <a:moveTo>
                    <a:pt x="2329" y="1448"/>
                  </a:moveTo>
                  <a:cubicBezTo>
                    <a:pt x="2292" y="1448"/>
                    <a:pt x="2264" y="1476"/>
                    <a:pt x="2264" y="1504"/>
                  </a:cubicBezTo>
                  <a:lnTo>
                    <a:pt x="2264" y="1680"/>
                  </a:lnTo>
                  <a:cubicBezTo>
                    <a:pt x="2264" y="1717"/>
                    <a:pt x="2292" y="1745"/>
                    <a:pt x="2329" y="1745"/>
                  </a:cubicBezTo>
                  <a:lnTo>
                    <a:pt x="2607" y="1745"/>
                  </a:lnTo>
                  <a:cubicBezTo>
                    <a:pt x="2644" y="1745"/>
                    <a:pt x="2672" y="1717"/>
                    <a:pt x="2672" y="1680"/>
                  </a:cubicBezTo>
                  <a:cubicBezTo>
                    <a:pt x="2672" y="1652"/>
                    <a:pt x="2644" y="1624"/>
                    <a:pt x="2607" y="1624"/>
                  </a:cubicBezTo>
                  <a:lnTo>
                    <a:pt x="2385" y="1624"/>
                  </a:lnTo>
                  <a:lnTo>
                    <a:pt x="2385" y="1504"/>
                  </a:lnTo>
                  <a:cubicBezTo>
                    <a:pt x="2385" y="1476"/>
                    <a:pt x="2357" y="1448"/>
                    <a:pt x="2329" y="1448"/>
                  </a:cubicBezTo>
                  <a:close/>
                  <a:moveTo>
                    <a:pt x="3071" y="1624"/>
                  </a:moveTo>
                  <a:cubicBezTo>
                    <a:pt x="3043" y="1624"/>
                    <a:pt x="3016" y="1652"/>
                    <a:pt x="3016" y="1680"/>
                  </a:cubicBezTo>
                  <a:cubicBezTo>
                    <a:pt x="3016" y="1717"/>
                    <a:pt x="3043" y="1745"/>
                    <a:pt x="3071" y="1745"/>
                  </a:cubicBezTo>
                  <a:lnTo>
                    <a:pt x="3535" y="1745"/>
                  </a:lnTo>
                  <a:cubicBezTo>
                    <a:pt x="3572" y="1745"/>
                    <a:pt x="3600" y="1717"/>
                    <a:pt x="3600" y="1680"/>
                  </a:cubicBezTo>
                  <a:cubicBezTo>
                    <a:pt x="3600" y="1652"/>
                    <a:pt x="3572" y="1624"/>
                    <a:pt x="3535" y="1624"/>
                  </a:cubicBezTo>
                  <a:close/>
                  <a:moveTo>
                    <a:pt x="3999" y="1624"/>
                  </a:moveTo>
                  <a:cubicBezTo>
                    <a:pt x="3971" y="1624"/>
                    <a:pt x="3943" y="1652"/>
                    <a:pt x="3943" y="1680"/>
                  </a:cubicBezTo>
                  <a:cubicBezTo>
                    <a:pt x="3943" y="1717"/>
                    <a:pt x="3971" y="1745"/>
                    <a:pt x="3999" y="1745"/>
                  </a:cubicBezTo>
                  <a:lnTo>
                    <a:pt x="4463" y="1745"/>
                  </a:lnTo>
                  <a:cubicBezTo>
                    <a:pt x="4500" y="1745"/>
                    <a:pt x="4528" y="1717"/>
                    <a:pt x="4528" y="1680"/>
                  </a:cubicBezTo>
                  <a:cubicBezTo>
                    <a:pt x="4528" y="1652"/>
                    <a:pt x="4500" y="1624"/>
                    <a:pt x="4463" y="1624"/>
                  </a:cubicBezTo>
                  <a:close/>
                  <a:moveTo>
                    <a:pt x="4927" y="1624"/>
                  </a:moveTo>
                  <a:cubicBezTo>
                    <a:pt x="4899" y="1624"/>
                    <a:pt x="4871" y="1652"/>
                    <a:pt x="4871" y="1680"/>
                  </a:cubicBezTo>
                  <a:cubicBezTo>
                    <a:pt x="4871" y="1717"/>
                    <a:pt x="4899" y="1745"/>
                    <a:pt x="4927" y="1745"/>
                  </a:cubicBezTo>
                  <a:lnTo>
                    <a:pt x="5390" y="1745"/>
                  </a:lnTo>
                  <a:cubicBezTo>
                    <a:pt x="5427" y="1745"/>
                    <a:pt x="5455" y="1717"/>
                    <a:pt x="5455" y="1680"/>
                  </a:cubicBezTo>
                  <a:cubicBezTo>
                    <a:pt x="5455" y="1652"/>
                    <a:pt x="5427" y="1624"/>
                    <a:pt x="5390" y="1624"/>
                  </a:cubicBezTo>
                  <a:close/>
                  <a:moveTo>
                    <a:pt x="5854" y="1624"/>
                  </a:moveTo>
                  <a:cubicBezTo>
                    <a:pt x="5826" y="1624"/>
                    <a:pt x="5799" y="1652"/>
                    <a:pt x="5799" y="1680"/>
                  </a:cubicBezTo>
                  <a:cubicBezTo>
                    <a:pt x="5799" y="1717"/>
                    <a:pt x="5826" y="1745"/>
                    <a:pt x="5854" y="1745"/>
                  </a:cubicBezTo>
                  <a:lnTo>
                    <a:pt x="6318" y="1745"/>
                  </a:lnTo>
                  <a:cubicBezTo>
                    <a:pt x="6355" y="1745"/>
                    <a:pt x="6383" y="1717"/>
                    <a:pt x="6383" y="1680"/>
                  </a:cubicBezTo>
                  <a:cubicBezTo>
                    <a:pt x="6383" y="1652"/>
                    <a:pt x="6355" y="1624"/>
                    <a:pt x="6318" y="1624"/>
                  </a:cubicBezTo>
                  <a:close/>
                  <a:moveTo>
                    <a:pt x="6782" y="1624"/>
                  </a:moveTo>
                  <a:cubicBezTo>
                    <a:pt x="6754" y="1624"/>
                    <a:pt x="6726" y="1652"/>
                    <a:pt x="6726" y="1689"/>
                  </a:cubicBezTo>
                  <a:cubicBezTo>
                    <a:pt x="6726" y="1717"/>
                    <a:pt x="6754" y="1745"/>
                    <a:pt x="6782" y="1745"/>
                  </a:cubicBezTo>
                  <a:lnTo>
                    <a:pt x="7051" y="1745"/>
                  </a:lnTo>
                  <a:lnTo>
                    <a:pt x="7051" y="1828"/>
                  </a:lnTo>
                  <a:cubicBezTo>
                    <a:pt x="7051" y="1856"/>
                    <a:pt x="7079" y="1884"/>
                    <a:pt x="7107" y="1884"/>
                  </a:cubicBezTo>
                  <a:cubicBezTo>
                    <a:pt x="7144" y="1884"/>
                    <a:pt x="7172" y="1856"/>
                    <a:pt x="7172" y="1828"/>
                  </a:cubicBezTo>
                  <a:lnTo>
                    <a:pt x="7172" y="1689"/>
                  </a:lnTo>
                  <a:cubicBezTo>
                    <a:pt x="7172" y="1652"/>
                    <a:pt x="7144" y="1624"/>
                    <a:pt x="7107" y="1624"/>
                  </a:cubicBezTo>
                  <a:close/>
                  <a:moveTo>
                    <a:pt x="7107" y="2227"/>
                  </a:moveTo>
                  <a:cubicBezTo>
                    <a:pt x="7079" y="2227"/>
                    <a:pt x="7051" y="2255"/>
                    <a:pt x="7051" y="2292"/>
                  </a:cubicBezTo>
                  <a:lnTo>
                    <a:pt x="7051" y="2756"/>
                  </a:lnTo>
                  <a:cubicBezTo>
                    <a:pt x="7051" y="2784"/>
                    <a:pt x="7079" y="2812"/>
                    <a:pt x="7107" y="2812"/>
                  </a:cubicBezTo>
                  <a:cubicBezTo>
                    <a:pt x="7144" y="2812"/>
                    <a:pt x="7172" y="2784"/>
                    <a:pt x="7172" y="2756"/>
                  </a:cubicBezTo>
                  <a:lnTo>
                    <a:pt x="7172" y="2292"/>
                  </a:lnTo>
                  <a:cubicBezTo>
                    <a:pt x="7172" y="2255"/>
                    <a:pt x="7144" y="2227"/>
                    <a:pt x="7107" y="22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6" name="Google Shape;726;p24"/>
            <p:cNvSpPr/>
            <p:nvPr/>
          </p:nvSpPr>
          <p:spPr>
            <a:xfrm>
              <a:off x="7580708" y="2958941"/>
              <a:ext cx="85437" cy="160430"/>
            </a:xfrm>
            <a:custGeom>
              <a:avLst/>
              <a:gdLst/>
              <a:ahLst/>
              <a:cxnLst/>
              <a:rect l="l" t="t" r="r" b="b"/>
              <a:pathLst>
                <a:path w="1448" h="2719" extrusionOk="0">
                  <a:moveTo>
                    <a:pt x="1392" y="0"/>
                  </a:moveTo>
                  <a:cubicBezTo>
                    <a:pt x="1364" y="0"/>
                    <a:pt x="1336" y="28"/>
                    <a:pt x="1336" y="65"/>
                  </a:cubicBezTo>
                  <a:lnTo>
                    <a:pt x="1336" y="529"/>
                  </a:lnTo>
                  <a:cubicBezTo>
                    <a:pt x="1336" y="557"/>
                    <a:pt x="1364" y="585"/>
                    <a:pt x="1392" y="585"/>
                  </a:cubicBezTo>
                  <a:cubicBezTo>
                    <a:pt x="1429" y="585"/>
                    <a:pt x="1447" y="557"/>
                    <a:pt x="1447" y="529"/>
                  </a:cubicBezTo>
                  <a:lnTo>
                    <a:pt x="1447" y="65"/>
                  </a:lnTo>
                  <a:cubicBezTo>
                    <a:pt x="1447" y="28"/>
                    <a:pt x="1429" y="0"/>
                    <a:pt x="1392" y="0"/>
                  </a:cubicBezTo>
                  <a:close/>
                  <a:moveTo>
                    <a:pt x="1392" y="928"/>
                  </a:moveTo>
                  <a:cubicBezTo>
                    <a:pt x="1364" y="928"/>
                    <a:pt x="1336" y="956"/>
                    <a:pt x="1336" y="993"/>
                  </a:cubicBezTo>
                  <a:lnTo>
                    <a:pt x="1336" y="1457"/>
                  </a:lnTo>
                  <a:cubicBezTo>
                    <a:pt x="1336" y="1485"/>
                    <a:pt x="1364" y="1512"/>
                    <a:pt x="1392" y="1512"/>
                  </a:cubicBezTo>
                  <a:cubicBezTo>
                    <a:pt x="1429" y="1512"/>
                    <a:pt x="1447" y="1485"/>
                    <a:pt x="1447" y="1457"/>
                  </a:cubicBezTo>
                  <a:lnTo>
                    <a:pt x="1447" y="993"/>
                  </a:lnTo>
                  <a:cubicBezTo>
                    <a:pt x="1447" y="956"/>
                    <a:pt x="1429" y="928"/>
                    <a:pt x="1392" y="928"/>
                  </a:cubicBezTo>
                  <a:close/>
                  <a:moveTo>
                    <a:pt x="520" y="1447"/>
                  </a:moveTo>
                  <a:cubicBezTo>
                    <a:pt x="483" y="1447"/>
                    <a:pt x="455" y="1475"/>
                    <a:pt x="455" y="1503"/>
                  </a:cubicBezTo>
                  <a:cubicBezTo>
                    <a:pt x="455" y="1540"/>
                    <a:pt x="483" y="1559"/>
                    <a:pt x="520" y="1559"/>
                  </a:cubicBezTo>
                  <a:lnTo>
                    <a:pt x="983" y="1559"/>
                  </a:lnTo>
                  <a:cubicBezTo>
                    <a:pt x="1011" y="1559"/>
                    <a:pt x="1039" y="1540"/>
                    <a:pt x="1039" y="1503"/>
                  </a:cubicBezTo>
                  <a:cubicBezTo>
                    <a:pt x="1039" y="1475"/>
                    <a:pt x="1011" y="1447"/>
                    <a:pt x="983" y="1447"/>
                  </a:cubicBezTo>
                  <a:close/>
                  <a:moveTo>
                    <a:pt x="56" y="1447"/>
                  </a:moveTo>
                  <a:cubicBezTo>
                    <a:pt x="28" y="1447"/>
                    <a:pt x="0" y="1475"/>
                    <a:pt x="0" y="1503"/>
                  </a:cubicBezTo>
                  <a:lnTo>
                    <a:pt x="0" y="1967"/>
                  </a:lnTo>
                  <a:cubicBezTo>
                    <a:pt x="0" y="2004"/>
                    <a:pt x="28" y="2032"/>
                    <a:pt x="56" y="2032"/>
                  </a:cubicBezTo>
                  <a:cubicBezTo>
                    <a:pt x="93" y="2032"/>
                    <a:pt x="111" y="2004"/>
                    <a:pt x="111" y="1967"/>
                  </a:cubicBezTo>
                  <a:lnTo>
                    <a:pt x="111" y="1503"/>
                  </a:lnTo>
                  <a:cubicBezTo>
                    <a:pt x="111" y="1475"/>
                    <a:pt x="93" y="1447"/>
                    <a:pt x="56" y="1447"/>
                  </a:cubicBezTo>
                  <a:close/>
                  <a:moveTo>
                    <a:pt x="56" y="2375"/>
                  </a:moveTo>
                  <a:cubicBezTo>
                    <a:pt x="28" y="2375"/>
                    <a:pt x="0" y="2403"/>
                    <a:pt x="0" y="2431"/>
                  </a:cubicBezTo>
                  <a:lnTo>
                    <a:pt x="0" y="2653"/>
                  </a:lnTo>
                  <a:cubicBezTo>
                    <a:pt x="0" y="2690"/>
                    <a:pt x="28" y="2718"/>
                    <a:pt x="56" y="2718"/>
                  </a:cubicBezTo>
                  <a:cubicBezTo>
                    <a:pt x="93" y="2718"/>
                    <a:pt x="111" y="2690"/>
                    <a:pt x="111" y="2653"/>
                  </a:cubicBezTo>
                  <a:lnTo>
                    <a:pt x="111" y="2431"/>
                  </a:lnTo>
                  <a:cubicBezTo>
                    <a:pt x="111" y="2403"/>
                    <a:pt x="93" y="2375"/>
                    <a:pt x="56" y="23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7" name="Google Shape;727;p24"/>
            <p:cNvSpPr/>
            <p:nvPr/>
          </p:nvSpPr>
          <p:spPr>
            <a:xfrm>
              <a:off x="8240247" y="1261064"/>
              <a:ext cx="108448" cy="108389"/>
            </a:xfrm>
            <a:custGeom>
              <a:avLst/>
              <a:gdLst/>
              <a:ahLst/>
              <a:cxnLst/>
              <a:rect l="l" t="t" r="r" b="b"/>
              <a:pathLst>
                <a:path w="1838" h="1837" extrusionOk="0">
                  <a:moveTo>
                    <a:pt x="928" y="186"/>
                  </a:moveTo>
                  <a:lnTo>
                    <a:pt x="1179" y="649"/>
                  </a:lnTo>
                  <a:cubicBezTo>
                    <a:pt x="1179" y="659"/>
                    <a:pt x="1188" y="659"/>
                    <a:pt x="1197" y="668"/>
                  </a:cubicBezTo>
                  <a:lnTo>
                    <a:pt x="1661" y="928"/>
                  </a:lnTo>
                  <a:lnTo>
                    <a:pt x="1197" y="1178"/>
                  </a:lnTo>
                  <a:cubicBezTo>
                    <a:pt x="1188" y="1178"/>
                    <a:pt x="1179" y="1188"/>
                    <a:pt x="1179" y="1197"/>
                  </a:cubicBezTo>
                  <a:lnTo>
                    <a:pt x="919" y="1661"/>
                  </a:lnTo>
                  <a:lnTo>
                    <a:pt x="669" y="1197"/>
                  </a:lnTo>
                  <a:cubicBezTo>
                    <a:pt x="659" y="1188"/>
                    <a:pt x="650" y="1178"/>
                    <a:pt x="641" y="1178"/>
                  </a:cubicBezTo>
                  <a:lnTo>
                    <a:pt x="186" y="918"/>
                  </a:lnTo>
                  <a:lnTo>
                    <a:pt x="650" y="668"/>
                  </a:lnTo>
                  <a:cubicBezTo>
                    <a:pt x="659" y="659"/>
                    <a:pt x="659" y="649"/>
                    <a:pt x="669" y="640"/>
                  </a:cubicBezTo>
                  <a:lnTo>
                    <a:pt x="928" y="186"/>
                  </a:lnTo>
                  <a:close/>
                  <a:moveTo>
                    <a:pt x="928" y="0"/>
                  </a:moveTo>
                  <a:cubicBezTo>
                    <a:pt x="900" y="0"/>
                    <a:pt x="882" y="9"/>
                    <a:pt x="873" y="28"/>
                  </a:cubicBezTo>
                  <a:lnTo>
                    <a:pt x="576" y="575"/>
                  </a:lnTo>
                  <a:lnTo>
                    <a:pt x="28" y="863"/>
                  </a:lnTo>
                  <a:cubicBezTo>
                    <a:pt x="10" y="881"/>
                    <a:pt x="1" y="900"/>
                    <a:pt x="1" y="918"/>
                  </a:cubicBezTo>
                  <a:cubicBezTo>
                    <a:pt x="1" y="937"/>
                    <a:pt x="10" y="956"/>
                    <a:pt x="28" y="965"/>
                  </a:cubicBezTo>
                  <a:lnTo>
                    <a:pt x="576" y="1271"/>
                  </a:lnTo>
                  <a:lnTo>
                    <a:pt x="863" y="1809"/>
                  </a:lnTo>
                  <a:cubicBezTo>
                    <a:pt x="882" y="1828"/>
                    <a:pt x="900" y="1837"/>
                    <a:pt x="919" y="1837"/>
                  </a:cubicBezTo>
                  <a:cubicBezTo>
                    <a:pt x="938" y="1837"/>
                    <a:pt x="956" y="1828"/>
                    <a:pt x="975" y="1809"/>
                  </a:cubicBezTo>
                  <a:lnTo>
                    <a:pt x="1271" y="1271"/>
                  </a:lnTo>
                  <a:lnTo>
                    <a:pt x="1810" y="974"/>
                  </a:lnTo>
                  <a:cubicBezTo>
                    <a:pt x="1828" y="965"/>
                    <a:pt x="1837" y="946"/>
                    <a:pt x="1837" y="928"/>
                  </a:cubicBezTo>
                  <a:cubicBezTo>
                    <a:pt x="1837" y="900"/>
                    <a:pt x="1828" y="881"/>
                    <a:pt x="1810" y="872"/>
                  </a:cubicBezTo>
                  <a:lnTo>
                    <a:pt x="1271" y="575"/>
                  </a:lnTo>
                  <a:lnTo>
                    <a:pt x="975" y="28"/>
                  </a:lnTo>
                  <a:cubicBezTo>
                    <a:pt x="965" y="9"/>
                    <a:pt x="947" y="0"/>
                    <a:pt x="9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8" name="Google Shape;728;p24"/>
            <p:cNvSpPr/>
            <p:nvPr/>
          </p:nvSpPr>
          <p:spPr>
            <a:xfrm>
              <a:off x="6505138" y="1371577"/>
              <a:ext cx="121547" cy="121075"/>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9" name="Google Shape;729;p24"/>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0" name="Google Shape;730;p24"/>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1" name="Google Shape;731;p24"/>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2" name="Google Shape;732;p24"/>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3" name="Google Shape;733;p24"/>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4" name="Google Shape;734;p24"/>
            <p:cNvSpPr/>
            <p:nvPr/>
          </p:nvSpPr>
          <p:spPr>
            <a:xfrm>
              <a:off x="5442194" y="1567291"/>
              <a:ext cx="33986" cy="33160"/>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5" name="Google Shape;735;p24"/>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6" name="Google Shape;736;p24"/>
            <p:cNvSpPr/>
            <p:nvPr/>
          </p:nvSpPr>
          <p:spPr>
            <a:xfrm>
              <a:off x="5509517" y="1499968"/>
              <a:ext cx="33986" cy="33160"/>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7" name="Google Shape;737;p24"/>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8" name="Google Shape;738;p24"/>
            <p:cNvSpPr/>
            <p:nvPr/>
          </p:nvSpPr>
          <p:spPr>
            <a:xfrm>
              <a:off x="5442194" y="1499968"/>
              <a:ext cx="33986" cy="33160"/>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9" name="Google Shape;739;p24"/>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0" name="Google Shape;740;p24"/>
            <p:cNvSpPr/>
            <p:nvPr/>
          </p:nvSpPr>
          <p:spPr>
            <a:xfrm>
              <a:off x="5509517" y="1567291"/>
              <a:ext cx="33986" cy="33160"/>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1" name="Google Shape;741;p24"/>
            <p:cNvSpPr/>
            <p:nvPr/>
          </p:nvSpPr>
          <p:spPr>
            <a:xfrm>
              <a:off x="8380379" y="2008694"/>
              <a:ext cx="26315" cy="25784"/>
            </a:xfrm>
            <a:custGeom>
              <a:avLst/>
              <a:gdLst/>
              <a:ahLst/>
              <a:cxnLst/>
              <a:rect l="l" t="t" r="r" b="b"/>
              <a:pathLst>
                <a:path w="446" h="437" extrusionOk="0">
                  <a:moveTo>
                    <a:pt x="0" y="437"/>
                  </a:moveTo>
                  <a:lnTo>
                    <a:pt x="446"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2" name="Google Shape;742;p24"/>
            <p:cNvSpPr/>
            <p:nvPr/>
          </p:nvSpPr>
          <p:spPr>
            <a:xfrm>
              <a:off x="8380379" y="1940840"/>
              <a:ext cx="26315" cy="26315"/>
            </a:xfrm>
            <a:custGeom>
              <a:avLst/>
              <a:gdLst/>
              <a:ahLst/>
              <a:cxnLst/>
              <a:rect l="l" t="t" r="r" b="b"/>
              <a:pathLst>
                <a:path w="446" h="446" extrusionOk="0">
                  <a:moveTo>
                    <a:pt x="0" y="1"/>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3" name="Google Shape;743;p24"/>
            <p:cNvSpPr/>
            <p:nvPr/>
          </p:nvSpPr>
          <p:spPr>
            <a:xfrm>
              <a:off x="7173999" y="2893271"/>
              <a:ext cx="6608" cy="43839"/>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4" name="Google Shape;744;p24"/>
            <p:cNvSpPr/>
            <p:nvPr/>
          </p:nvSpPr>
          <p:spPr>
            <a:xfrm>
              <a:off x="7173999" y="2988502"/>
              <a:ext cx="6608" cy="43839"/>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5" name="Google Shape;745;p24"/>
            <p:cNvSpPr/>
            <p:nvPr/>
          </p:nvSpPr>
          <p:spPr>
            <a:xfrm>
              <a:off x="7203028" y="2959472"/>
              <a:ext cx="43839" cy="6608"/>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6" name="Google Shape;746;p24"/>
            <p:cNvSpPr/>
            <p:nvPr/>
          </p:nvSpPr>
          <p:spPr>
            <a:xfrm>
              <a:off x="7107797" y="2959472"/>
              <a:ext cx="43839" cy="6608"/>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7" name="Google Shape;747;p24"/>
            <p:cNvSpPr/>
            <p:nvPr/>
          </p:nvSpPr>
          <p:spPr>
            <a:xfrm>
              <a:off x="7130750" y="2983015"/>
              <a:ext cx="25784" cy="26315"/>
            </a:xfrm>
            <a:custGeom>
              <a:avLst/>
              <a:gdLst/>
              <a:ahLst/>
              <a:cxnLst/>
              <a:rect l="l" t="t" r="r" b="b"/>
              <a:pathLst>
                <a:path w="437" h="446" extrusionOk="0">
                  <a:moveTo>
                    <a:pt x="1" y="446"/>
                  </a:moveTo>
                  <a:lnTo>
                    <a:pt x="437"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8" name="Google Shape;748;p24"/>
            <p:cNvSpPr/>
            <p:nvPr/>
          </p:nvSpPr>
          <p:spPr>
            <a:xfrm>
              <a:off x="7126914" y="2979592"/>
              <a:ext cx="33986" cy="33573"/>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9" name="Google Shape;749;p24"/>
            <p:cNvSpPr/>
            <p:nvPr/>
          </p:nvSpPr>
          <p:spPr>
            <a:xfrm>
              <a:off x="7198072" y="2915692"/>
              <a:ext cx="26374" cy="26315"/>
            </a:xfrm>
            <a:custGeom>
              <a:avLst/>
              <a:gdLst/>
              <a:ahLst/>
              <a:cxnLst/>
              <a:rect l="l" t="t" r="r" b="b"/>
              <a:pathLst>
                <a:path w="447" h="446" extrusionOk="0">
                  <a:moveTo>
                    <a:pt x="1" y="446"/>
                  </a:moveTo>
                  <a:lnTo>
                    <a:pt x="446"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0" name="Google Shape;750;p24"/>
            <p:cNvSpPr/>
            <p:nvPr/>
          </p:nvSpPr>
          <p:spPr>
            <a:xfrm>
              <a:off x="7194237" y="2912270"/>
              <a:ext cx="33986" cy="33042"/>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1" name="Google Shape;751;p24"/>
            <p:cNvSpPr/>
            <p:nvPr/>
          </p:nvSpPr>
          <p:spPr>
            <a:xfrm>
              <a:off x="7130750" y="2915692"/>
              <a:ext cx="25784" cy="26315"/>
            </a:xfrm>
            <a:custGeom>
              <a:avLst/>
              <a:gdLst/>
              <a:ahLst/>
              <a:cxnLst/>
              <a:rect l="l" t="t" r="r" b="b"/>
              <a:pathLst>
                <a:path w="437" h="446" extrusionOk="0">
                  <a:moveTo>
                    <a:pt x="1" y="0"/>
                  </a:moveTo>
                  <a:lnTo>
                    <a:pt x="437"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2" name="Google Shape;752;p24"/>
            <p:cNvSpPr/>
            <p:nvPr/>
          </p:nvSpPr>
          <p:spPr>
            <a:xfrm>
              <a:off x="7126914" y="2912270"/>
              <a:ext cx="33986" cy="33042"/>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3" name="Google Shape;753;p24"/>
            <p:cNvSpPr/>
            <p:nvPr/>
          </p:nvSpPr>
          <p:spPr>
            <a:xfrm>
              <a:off x="7198072" y="2983015"/>
              <a:ext cx="26374" cy="26315"/>
            </a:xfrm>
            <a:custGeom>
              <a:avLst/>
              <a:gdLst/>
              <a:ahLst/>
              <a:cxnLst/>
              <a:rect l="l" t="t" r="r" b="b"/>
              <a:pathLst>
                <a:path w="447" h="446" extrusionOk="0">
                  <a:moveTo>
                    <a:pt x="1" y="0"/>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4" name="Google Shape;754;p24"/>
            <p:cNvSpPr/>
            <p:nvPr/>
          </p:nvSpPr>
          <p:spPr>
            <a:xfrm>
              <a:off x="7194237" y="2979592"/>
              <a:ext cx="33986" cy="33573"/>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5" name="Google Shape;755;p24"/>
            <p:cNvSpPr/>
            <p:nvPr/>
          </p:nvSpPr>
          <p:spPr>
            <a:xfrm>
              <a:off x="6401705" y="1879536"/>
              <a:ext cx="52572" cy="52041"/>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6" name="Google Shape;756;p24"/>
            <p:cNvSpPr/>
            <p:nvPr/>
          </p:nvSpPr>
          <p:spPr>
            <a:xfrm>
              <a:off x="8286210" y="1697806"/>
              <a:ext cx="47144" cy="47675"/>
            </a:xfrm>
            <a:custGeom>
              <a:avLst/>
              <a:gdLst/>
              <a:ahLst/>
              <a:cxnLst/>
              <a:rect l="l" t="t" r="r" b="b"/>
              <a:pathLst>
                <a:path w="799" h="808" extrusionOk="0">
                  <a:moveTo>
                    <a:pt x="400" y="112"/>
                  </a:moveTo>
                  <a:cubicBezTo>
                    <a:pt x="557" y="112"/>
                    <a:pt x="687" y="242"/>
                    <a:pt x="687" y="400"/>
                  </a:cubicBezTo>
                  <a:cubicBezTo>
                    <a:pt x="687" y="557"/>
                    <a:pt x="557" y="687"/>
                    <a:pt x="400" y="687"/>
                  </a:cubicBezTo>
                  <a:cubicBezTo>
                    <a:pt x="242" y="687"/>
                    <a:pt x="112" y="557"/>
                    <a:pt x="112" y="400"/>
                  </a:cubicBezTo>
                  <a:cubicBezTo>
                    <a:pt x="112" y="242"/>
                    <a:pt x="242" y="112"/>
                    <a:pt x="400" y="112"/>
                  </a:cubicBezTo>
                  <a:close/>
                  <a:moveTo>
                    <a:pt x="400" y="1"/>
                  </a:moveTo>
                  <a:cubicBezTo>
                    <a:pt x="177" y="1"/>
                    <a:pt x="1" y="177"/>
                    <a:pt x="1" y="400"/>
                  </a:cubicBezTo>
                  <a:cubicBezTo>
                    <a:pt x="1" y="622"/>
                    <a:pt x="177" y="808"/>
                    <a:pt x="400" y="808"/>
                  </a:cubicBezTo>
                  <a:cubicBezTo>
                    <a:pt x="622" y="808"/>
                    <a:pt x="799" y="622"/>
                    <a:pt x="799" y="400"/>
                  </a:cubicBezTo>
                  <a:cubicBezTo>
                    <a:pt x="799" y="177"/>
                    <a:pt x="622" y="1"/>
                    <a:pt x="4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7" name="Google Shape;757;p24"/>
            <p:cNvSpPr/>
            <p:nvPr/>
          </p:nvSpPr>
          <p:spPr>
            <a:xfrm>
              <a:off x="8222723" y="3615765"/>
              <a:ext cx="33455" cy="33455"/>
            </a:xfrm>
            <a:custGeom>
              <a:avLst/>
              <a:gdLst/>
              <a:ahLst/>
              <a:cxnLst/>
              <a:rect l="l" t="t" r="r" b="b"/>
              <a:pathLst>
                <a:path w="567" h="567" extrusionOk="0">
                  <a:moveTo>
                    <a:pt x="288" y="112"/>
                  </a:moveTo>
                  <a:cubicBezTo>
                    <a:pt x="381" y="112"/>
                    <a:pt x="455" y="186"/>
                    <a:pt x="455" y="279"/>
                  </a:cubicBezTo>
                  <a:cubicBezTo>
                    <a:pt x="455" y="371"/>
                    <a:pt x="381" y="445"/>
                    <a:pt x="288" y="445"/>
                  </a:cubicBezTo>
                  <a:cubicBezTo>
                    <a:pt x="196" y="445"/>
                    <a:pt x="121" y="371"/>
                    <a:pt x="121" y="279"/>
                  </a:cubicBezTo>
                  <a:cubicBezTo>
                    <a:pt x="121" y="186"/>
                    <a:pt x="196" y="112"/>
                    <a:pt x="288" y="112"/>
                  </a:cubicBezTo>
                  <a:close/>
                  <a:moveTo>
                    <a:pt x="288" y="0"/>
                  </a:moveTo>
                  <a:cubicBezTo>
                    <a:pt x="131" y="0"/>
                    <a:pt x="1" y="121"/>
                    <a:pt x="1" y="279"/>
                  </a:cubicBezTo>
                  <a:cubicBezTo>
                    <a:pt x="1" y="436"/>
                    <a:pt x="131" y="566"/>
                    <a:pt x="288" y="566"/>
                  </a:cubicBezTo>
                  <a:cubicBezTo>
                    <a:pt x="446" y="566"/>
                    <a:pt x="567" y="436"/>
                    <a:pt x="567" y="279"/>
                  </a:cubicBezTo>
                  <a:cubicBezTo>
                    <a:pt x="567" y="121"/>
                    <a:pt x="437"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8" name="Google Shape;758;p24"/>
            <p:cNvSpPr/>
            <p:nvPr/>
          </p:nvSpPr>
          <p:spPr>
            <a:xfrm>
              <a:off x="5649591" y="1243540"/>
              <a:ext cx="33455" cy="32865"/>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9" name="Google Shape;759;p24"/>
            <p:cNvSpPr/>
            <p:nvPr/>
          </p:nvSpPr>
          <p:spPr>
            <a:xfrm>
              <a:off x="6843404" y="1371577"/>
              <a:ext cx="517872" cy="515688"/>
            </a:xfrm>
            <a:custGeom>
              <a:avLst/>
              <a:gdLst/>
              <a:ahLst/>
              <a:cxnLst/>
              <a:rect l="l" t="t" r="r" b="b"/>
              <a:pathLst>
                <a:path w="8777" h="8740" extrusionOk="0">
                  <a:moveTo>
                    <a:pt x="4373" y="2429"/>
                  </a:moveTo>
                  <a:cubicBezTo>
                    <a:pt x="4599" y="2429"/>
                    <a:pt x="4826" y="2469"/>
                    <a:pt x="5047" y="2552"/>
                  </a:cubicBezTo>
                  <a:cubicBezTo>
                    <a:pt x="5733" y="2803"/>
                    <a:pt x="6327" y="3656"/>
                    <a:pt x="6309" y="4389"/>
                  </a:cubicBezTo>
                  <a:cubicBezTo>
                    <a:pt x="6290" y="5029"/>
                    <a:pt x="5984" y="5595"/>
                    <a:pt x="5464" y="5947"/>
                  </a:cubicBezTo>
                  <a:cubicBezTo>
                    <a:pt x="5138" y="6175"/>
                    <a:pt x="4763" y="6289"/>
                    <a:pt x="4380" y="6289"/>
                  </a:cubicBezTo>
                  <a:cubicBezTo>
                    <a:pt x="4154" y="6289"/>
                    <a:pt x="3926" y="6249"/>
                    <a:pt x="3702" y="6170"/>
                  </a:cubicBezTo>
                  <a:cubicBezTo>
                    <a:pt x="3015" y="5919"/>
                    <a:pt x="2431" y="5057"/>
                    <a:pt x="2450" y="4324"/>
                  </a:cubicBezTo>
                  <a:cubicBezTo>
                    <a:pt x="2459" y="3693"/>
                    <a:pt x="2765" y="3118"/>
                    <a:pt x="3284" y="2765"/>
                  </a:cubicBezTo>
                  <a:cubicBezTo>
                    <a:pt x="3616" y="2544"/>
                    <a:pt x="3992" y="2429"/>
                    <a:pt x="4373" y="2429"/>
                  </a:cubicBezTo>
                  <a:close/>
                  <a:moveTo>
                    <a:pt x="4370" y="2312"/>
                  </a:moveTo>
                  <a:cubicBezTo>
                    <a:pt x="3966" y="2312"/>
                    <a:pt x="3569" y="2434"/>
                    <a:pt x="3219" y="2673"/>
                  </a:cubicBezTo>
                  <a:cubicBezTo>
                    <a:pt x="2672" y="3044"/>
                    <a:pt x="2347" y="3647"/>
                    <a:pt x="2329" y="4324"/>
                  </a:cubicBezTo>
                  <a:cubicBezTo>
                    <a:pt x="2310" y="5112"/>
                    <a:pt x="2923" y="6003"/>
                    <a:pt x="3665" y="6272"/>
                  </a:cubicBezTo>
                  <a:cubicBezTo>
                    <a:pt x="3897" y="6365"/>
                    <a:pt x="4138" y="6402"/>
                    <a:pt x="4379" y="6402"/>
                  </a:cubicBezTo>
                  <a:cubicBezTo>
                    <a:pt x="4787" y="6402"/>
                    <a:pt x="5186" y="6281"/>
                    <a:pt x="5529" y="6049"/>
                  </a:cubicBezTo>
                  <a:cubicBezTo>
                    <a:pt x="6077" y="5669"/>
                    <a:pt x="6401" y="5066"/>
                    <a:pt x="6420" y="4389"/>
                  </a:cubicBezTo>
                  <a:cubicBezTo>
                    <a:pt x="6438" y="3600"/>
                    <a:pt x="5826" y="2710"/>
                    <a:pt x="5084" y="2441"/>
                  </a:cubicBezTo>
                  <a:cubicBezTo>
                    <a:pt x="4850" y="2355"/>
                    <a:pt x="4609" y="2312"/>
                    <a:pt x="4370" y="2312"/>
                  </a:cubicBezTo>
                  <a:close/>
                  <a:moveTo>
                    <a:pt x="5019" y="112"/>
                  </a:moveTo>
                  <a:lnTo>
                    <a:pt x="6197" y="474"/>
                  </a:lnTo>
                  <a:cubicBezTo>
                    <a:pt x="6216" y="474"/>
                    <a:pt x="6234" y="493"/>
                    <a:pt x="6244" y="511"/>
                  </a:cubicBezTo>
                  <a:cubicBezTo>
                    <a:pt x="6253" y="530"/>
                    <a:pt x="6253" y="548"/>
                    <a:pt x="6253" y="567"/>
                  </a:cubicBezTo>
                  <a:lnTo>
                    <a:pt x="6012" y="1346"/>
                  </a:lnTo>
                  <a:cubicBezTo>
                    <a:pt x="5993" y="1430"/>
                    <a:pt x="6021" y="1522"/>
                    <a:pt x="6105" y="1569"/>
                  </a:cubicBezTo>
                  <a:cubicBezTo>
                    <a:pt x="6346" y="1726"/>
                    <a:pt x="6578" y="1912"/>
                    <a:pt x="6772" y="2125"/>
                  </a:cubicBezTo>
                  <a:cubicBezTo>
                    <a:pt x="6813" y="2166"/>
                    <a:pt x="6864" y="2188"/>
                    <a:pt x="6917" y="2188"/>
                  </a:cubicBezTo>
                  <a:cubicBezTo>
                    <a:pt x="6949" y="2188"/>
                    <a:pt x="6982" y="2180"/>
                    <a:pt x="7014" y="2162"/>
                  </a:cubicBezTo>
                  <a:lnTo>
                    <a:pt x="7728" y="1782"/>
                  </a:lnTo>
                  <a:cubicBezTo>
                    <a:pt x="7741" y="1776"/>
                    <a:pt x="7754" y="1769"/>
                    <a:pt x="7771" y="1769"/>
                  </a:cubicBezTo>
                  <a:cubicBezTo>
                    <a:pt x="7777" y="1769"/>
                    <a:pt x="7785" y="1770"/>
                    <a:pt x="7793" y="1773"/>
                  </a:cubicBezTo>
                  <a:cubicBezTo>
                    <a:pt x="7811" y="1782"/>
                    <a:pt x="7830" y="1791"/>
                    <a:pt x="7839" y="1810"/>
                  </a:cubicBezTo>
                  <a:lnTo>
                    <a:pt x="8424" y="2895"/>
                  </a:lnTo>
                  <a:cubicBezTo>
                    <a:pt x="8433" y="2914"/>
                    <a:pt x="8433" y="2932"/>
                    <a:pt x="8424" y="2960"/>
                  </a:cubicBezTo>
                  <a:cubicBezTo>
                    <a:pt x="8424" y="2979"/>
                    <a:pt x="8405" y="2997"/>
                    <a:pt x="8387" y="3007"/>
                  </a:cubicBezTo>
                  <a:lnTo>
                    <a:pt x="7672" y="3387"/>
                  </a:lnTo>
                  <a:cubicBezTo>
                    <a:pt x="7598" y="3433"/>
                    <a:pt x="7552" y="3517"/>
                    <a:pt x="7580" y="3610"/>
                  </a:cubicBezTo>
                  <a:cubicBezTo>
                    <a:pt x="7644" y="3888"/>
                    <a:pt x="7672" y="4185"/>
                    <a:pt x="7663" y="4472"/>
                  </a:cubicBezTo>
                  <a:cubicBezTo>
                    <a:pt x="7663" y="4565"/>
                    <a:pt x="7719" y="4649"/>
                    <a:pt x="7802" y="4667"/>
                  </a:cubicBezTo>
                  <a:lnTo>
                    <a:pt x="8581" y="4908"/>
                  </a:lnTo>
                  <a:cubicBezTo>
                    <a:pt x="8619" y="4918"/>
                    <a:pt x="8646" y="4964"/>
                    <a:pt x="8637" y="5001"/>
                  </a:cubicBezTo>
                  <a:lnTo>
                    <a:pt x="8275" y="6189"/>
                  </a:lnTo>
                  <a:cubicBezTo>
                    <a:pt x="8268" y="6217"/>
                    <a:pt x="8238" y="6241"/>
                    <a:pt x="8208" y="6241"/>
                  </a:cubicBezTo>
                  <a:cubicBezTo>
                    <a:pt x="8199" y="6241"/>
                    <a:pt x="8191" y="6239"/>
                    <a:pt x="8183" y="6235"/>
                  </a:cubicBezTo>
                  <a:lnTo>
                    <a:pt x="7403" y="6003"/>
                  </a:lnTo>
                  <a:cubicBezTo>
                    <a:pt x="7384" y="5997"/>
                    <a:pt x="7365" y="5994"/>
                    <a:pt x="7346" y="5994"/>
                  </a:cubicBezTo>
                  <a:cubicBezTo>
                    <a:pt x="7280" y="5994"/>
                    <a:pt x="7217" y="6029"/>
                    <a:pt x="7181" y="6086"/>
                  </a:cubicBezTo>
                  <a:cubicBezTo>
                    <a:pt x="7023" y="6337"/>
                    <a:pt x="6837" y="6569"/>
                    <a:pt x="6624" y="6764"/>
                  </a:cubicBezTo>
                  <a:cubicBezTo>
                    <a:pt x="6559" y="6829"/>
                    <a:pt x="6550" y="6921"/>
                    <a:pt x="6587" y="7005"/>
                  </a:cubicBezTo>
                  <a:lnTo>
                    <a:pt x="6977" y="7719"/>
                  </a:lnTo>
                  <a:cubicBezTo>
                    <a:pt x="6995" y="7756"/>
                    <a:pt x="6977" y="7803"/>
                    <a:pt x="6939" y="7830"/>
                  </a:cubicBezTo>
                  <a:lnTo>
                    <a:pt x="5854" y="8406"/>
                  </a:lnTo>
                  <a:cubicBezTo>
                    <a:pt x="5842" y="8415"/>
                    <a:pt x="5828" y="8419"/>
                    <a:pt x="5815" y="8419"/>
                  </a:cubicBezTo>
                  <a:cubicBezTo>
                    <a:pt x="5788" y="8419"/>
                    <a:pt x="5761" y="8403"/>
                    <a:pt x="5743" y="8378"/>
                  </a:cubicBezTo>
                  <a:lnTo>
                    <a:pt x="5362" y="7663"/>
                  </a:lnTo>
                  <a:cubicBezTo>
                    <a:pt x="5324" y="7594"/>
                    <a:pt x="5260" y="7557"/>
                    <a:pt x="5186" y="7557"/>
                  </a:cubicBezTo>
                  <a:cubicBezTo>
                    <a:pt x="5171" y="7557"/>
                    <a:pt x="5155" y="7558"/>
                    <a:pt x="5140" y="7561"/>
                  </a:cubicBezTo>
                  <a:cubicBezTo>
                    <a:pt x="4896" y="7627"/>
                    <a:pt x="4637" y="7656"/>
                    <a:pt x="4384" y="7656"/>
                  </a:cubicBezTo>
                  <a:cubicBezTo>
                    <a:pt x="4348" y="7656"/>
                    <a:pt x="4312" y="7655"/>
                    <a:pt x="4277" y="7654"/>
                  </a:cubicBezTo>
                  <a:cubicBezTo>
                    <a:pt x="4271" y="7654"/>
                    <a:pt x="4265" y="7653"/>
                    <a:pt x="4259" y="7653"/>
                  </a:cubicBezTo>
                  <a:cubicBezTo>
                    <a:pt x="4174" y="7653"/>
                    <a:pt x="4100" y="7715"/>
                    <a:pt x="4082" y="7793"/>
                  </a:cubicBezTo>
                  <a:lnTo>
                    <a:pt x="3841" y="8573"/>
                  </a:lnTo>
                  <a:cubicBezTo>
                    <a:pt x="3841" y="8591"/>
                    <a:pt x="3822" y="8610"/>
                    <a:pt x="3804" y="8619"/>
                  </a:cubicBezTo>
                  <a:cubicBezTo>
                    <a:pt x="3795" y="8624"/>
                    <a:pt x="3785" y="8626"/>
                    <a:pt x="3776" y="8626"/>
                  </a:cubicBezTo>
                  <a:cubicBezTo>
                    <a:pt x="3767" y="8626"/>
                    <a:pt x="3758" y="8624"/>
                    <a:pt x="3748" y="8619"/>
                  </a:cubicBezTo>
                  <a:lnTo>
                    <a:pt x="2570" y="8266"/>
                  </a:lnTo>
                  <a:cubicBezTo>
                    <a:pt x="2524" y="8257"/>
                    <a:pt x="2496" y="8211"/>
                    <a:pt x="2514" y="8164"/>
                  </a:cubicBezTo>
                  <a:lnTo>
                    <a:pt x="2746" y="7394"/>
                  </a:lnTo>
                  <a:cubicBezTo>
                    <a:pt x="2774" y="7302"/>
                    <a:pt x="2737" y="7218"/>
                    <a:pt x="2663" y="7172"/>
                  </a:cubicBezTo>
                  <a:cubicBezTo>
                    <a:pt x="2412" y="7014"/>
                    <a:pt x="2180" y="6829"/>
                    <a:pt x="1986" y="6615"/>
                  </a:cubicBezTo>
                  <a:cubicBezTo>
                    <a:pt x="1949" y="6578"/>
                    <a:pt x="1893" y="6550"/>
                    <a:pt x="1837" y="6550"/>
                  </a:cubicBezTo>
                  <a:cubicBezTo>
                    <a:pt x="1809" y="6550"/>
                    <a:pt x="1782" y="6560"/>
                    <a:pt x="1744" y="6578"/>
                  </a:cubicBezTo>
                  <a:lnTo>
                    <a:pt x="1030" y="6958"/>
                  </a:lnTo>
                  <a:cubicBezTo>
                    <a:pt x="1018" y="6965"/>
                    <a:pt x="1004" y="6968"/>
                    <a:pt x="991" y="6968"/>
                  </a:cubicBezTo>
                  <a:cubicBezTo>
                    <a:pt x="964" y="6968"/>
                    <a:pt x="937" y="6955"/>
                    <a:pt x="919" y="6931"/>
                  </a:cubicBezTo>
                  <a:lnTo>
                    <a:pt x="334" y="5845"/>
                  </a:lnTo>
                  <a:cubicBezTo>
                    <a:pt x="325" y="5827"/>
                    <a:pt x="325" y="5799"/>
                    <a:pt x="334" y="5780"/>
                  </a:cubicBezTo>
                  <a:cubicBezTo>
                    <a:pt x="334" y="5762"/>
                    <a:pt x="353" y="5743"/>
                    <a:pt x="372" y="5734"/>
                  </a:cubicBezTo>
                  <a:lnTo>
                    <a:pt x="1086" y="5344"/>
                  </a:lnTo>
                  <a:cubicBezTo>
                    <a:pt x="1160" y="5307"/>
                    <a:pt x="1206" y="5214"/>
                    <a:pt x="1179" y="5131"/>
                  </a:cubicBezTo>
                  <a:cubicBezTo>
                    <a:pt x="1114" y="4843"/>
                    <a:pt x="1086" y="4556"/>
                    <a:pt x="1095" y="4259"/>
                  </a:cubicBezTo>
                  <a:cubicBezTo>
                    <a:pt x="1095" y="4175"/>
                    <a:pt x="1039" y="4092"/>
                    <a:pt x="956" y="4064"/>
                  </a:cubicBezTo>
                  <a:lnTo>
                    <a:pt x="177" y="3832"/>
                  </a:lnTo>
                  <a:cubicBezTo>
                    <a:pt x="158" y="3823"/>
                    <a:pt x="140" y="3814"/>
                    <a:pt x="130" y="3795"/>
                  </a:cubicBezTo>
                  <a:cubicBezTo>
                    <a:pt x="121" y="3777"/>
                    <a:pt x="121" y="3749"/>
                    <a:pt x="121" y="3730"/>
                  </a:cubicBezTo>
                  <a:lnTo>
                    <a:pt x="483" y="2552"/>
                  </a:lnTo>
                  <a:cubicBezTo>
                    <a:pt x="483" y="2534"/>
                    <a:pt x="501" y="2515"/>
                    <a:pt x="520" y="2506"/>
                  </a:cubicBezTo>
                  <a:cubicBezTo>
                    <a:pt x="539" y="2496"/>
                    <a:pt x="557" y="2496"/>
                    <a:pt x="576" y="2496"/>
                  </a:cubicBezTo>
                  <a:lnTo>
                    <a:pt x="1355" y="2738"/>
                  </a:lnTo>
                  <a:cubicBezTo>
                    <a:pt x="1369" y="2741"/>
                    <a:pt x="1384" y="2742"/>
                    <a:pt x="1398" y="2742"/>
                  </a:cubicBezTo>
                  <a:cubicBezTo>
                    <a:pt x="1469" y="2742"/>
                    <a:pt x="1539" y="2706"/>
                    <a:pt x="1577" y="2645"/>
                  </a:cubicBezTo>
                  <a:cubicBezTo>
                    <a:pt x="1735" y="2394"/>
                    <a:pt x="1921" y="2172"/>
                    <a:pt x="2134" y="1968"/>
                  </a:cubicBezTo>
                  <a:cubicBezTo>
                    <a:pt x="2199" y="1912"/>
                    <a:pt x="2208" y="1810"/>
                    <a:pt x="2171" y="1736"/>
                  </a:cubicBezTo>
                  <a:lnTo>
                    <a:pt x="1782" y="1021"/>
                  </a:lnTo>
                  <a:cubicBezTo>
                    <a:pt x="1782" y="1003"/>
                    <a:pt x="1772" y="975"/>
                    <a:pt x="1782" y="956"/>
                  </a:cubicBezTo>
                  <a:cubicBezTo>
                    <a:pt x="1791" y="938"/>
                    <a:pt x="1800" y="919"/>
                    <a:pt x="1819" y="910"/>
                  </a:cubicBezTo>
                  <a:lnTo>
                    <a:pt x="2904" y="326"/>
                  </a:lnTo>
                  <a:cubicBezTo>
                    <a:pt x="2913" y="321"/>
                    <a:pt x="2923" y="319"/>
                    <a:pt x="2933" y="319"/>
                  </a:cubicBezTo>
                  <a:cubicBezTo>
                    <a:pt x="2943" y="319"/>
                    <a:pt x="2955" y="321"/>
                    <a:pt x="2969" y="326"/>
                  </a:cubicBezTo>
                  <a:cubicBezTo>
                    <a:pt x="2988" y="326"/>
                    <a:pt x="3006" y="344"/>
                    <a:pt x="3015" y="363"/>
                  </a:cubicBezTo>
                  <a:lnTo>
                    <a:pt x="3396" y="1077"/>
                  </a:lnTo>
                  <a:cubicBezTo>
                    <a:pt x="3433" y="1136"/>
                    <a:pt x="3500" y="1178"/>
                    <a:pt x="3568" y="1178"/>
                  </a:cubicBezTo>
                  <a:cubicBezTo>
                    <a:pt x="3585" y="1178"/>
                    <a:pt x="3602" y="1175"/>
                    <a:pt x="3618" y="1170"/>
                  </a:cubicBezTo>
                  <a:cubicBezTo>
                    <a:pt x="3870" y="1113"/>
                    <a:pt x="4122" y="1085"/>
                    <a:pt x="4379" y="1085"/>
                  </a:cubicBezTo>
                  <a:cubicBezTo>
                    <a:pt x="4416" y="1085"/>
                    <a:pt x="4453" y="1085"/>
                    <a:pt x="4490" y="1086"/>
                  </a:cubicBezTo>
                  <a:cubicBezTo>
                    <a:pt x="4574" y="1086"/>
                    <a:pt x="4657" y="1031"/>
                    <a:pt x="4685" y="947"/>
                  </a:cubicBezTo>
                  <a:lnTo>
                    <a:pt x="4917" y="168"/>
                  </a:lnTo>
                  <a:cubicBezTo>
                    <a:pt x="4917" y="149"/>
                    <a:pt x="4936" y="131"/>
                    <a:pt x="4954" y="122"/>
                  </a:cubicBezTo>
                  <a:cubicBezTo>
                    <a:pt x="4973" y="112"/>
                    <a:pt x="4991" y="112"/>
                    <a:pt x="5019" y="112"/>
                  </a:cubicBezTo>
                  <a:close/>
                  <a:moveTo>
                    <a:pt x="4993" y="0"/>
                  </a:moveTo>
                  <a:cubicBezTo>
                    <a:pt x="4959" y="0"/>
                    <a:pt x="4927" y="8"/>
                    <a:pt x="4899" y="20"/>
                  </a:cubicBezTo>
                  <a:cubicBezTo>
                    <a:pt x="4852" y="47"/>
                    <a:pt x="4824" y="84"/>
                    <a:pt x="4806" y="140"/>
                  </a:cubicBezTo>
                  <a:lnTo>
                    <a:pt x="4574" y="919"/>
                  </a:lnTo>
                  <a:cubicBezTo>
                    <a:pt x="4565" y="947"/>
                    <a:pt x="4537" y="975"/>
                    <a:pt x="4490" y="975"/>
                  </a:cubicBezTo>
                  <a:cubicBezTo>
                    <a:pt x="4439" y="972"/>
                    <a:pt x="4387" y="970"/>
                    <a:pt x="4334" y="970"/>
                  </a:cubicBezTo>
                  <a:cubicBezTo>
                    <a:pt x="4087" y="970"/>
                    <a:pt x="3836" y="1005"/>
                    <a:pt x="3591" y="1059"/>
                  </a:cubicBezTo>
                  <a:cubicBezTo>
                    <a:pt x="3582" y="1061"/>
                    <a:pt x="3574" y="1062"/>
                    <a:pt x="3566" y="1062"/>
                  </a:cubicBezTo>
                  <a:cubicBezTo>
                    <a:pt x="3541" y="1062"/>
                    <a:pt x="3521" y="1050"/>
                    <a:pt x="3507" y="1021"/>
                  </a:cubicBezTo>
                  <a:lnTo>
                    <a:pt x="3117" y="307"/>
                  </a:lnTo>
                  <a:cubicBezTo>
                    <a:pt x="3099" y="261"/>
                    <a:pt x="3052" y="224"/>
                    <a:pt x="3006" y="214"/>
                  </a:cubicBezTo>
                  <a:cubicBezTo>
                    <a:pt x="2985" y="207"/>
                    <a:pt x="2965" y="204"/>
                    <a:pt x="2946" y="204"/>
                  </a:cubicBezTo>
                  <a:cubicBezTo>
                    <a:pt x="2915" y="204"/>
                    <a:pt x="2886" y="212"/>
                    <a:pt x="2858" y="224"/>
                  </a:cubicBezTo>
                  <a:lnTo>
                    <a:pt x="1772" y="808"/>
                  </a:lnTo>
                  <a:cubicBezTo>
                    <a:pt x="1726" y="836"/>
                    <a:pt x="1689" y="873"/>
                    <a:pt x="1670" y="929"/>
                  </a:cubicBezTo>
                  <a:cubicBezTo>
                    <a:pt x="1661" y="975"/>
                    <a:pt x="1661" y="1031"/>
                    <a:pt x="1689" y="1077"/>
                  </a:cubicBezTo>
                  <a:lnTo>
                    <a:pt x="2078" y="1791"/>
                  </a:lnTo>
                  <a:cubicBezTo>
                    <a:pt x="2088" y="1828"/>
                    <a:pt x="2088" y="1866"/>
                    <a:pt x="2060" y="1884"/>
                  </a:cubicBezTo>
                  <a:cubicBezTo>
                    <a:pt x="1837" y="2098"/>
                    <a:pt x="1642" y="2329"/>
                    <a:pt x="1485" y="2589"/>
                  </a:cubicBezTo>
                  <a:cubicBezTo>
                    <a:pt x="1469" y="2612"/>
                    <a:pt x="1442" y="2629"/>
                    <a:pt x="1412" y="2629"/>
                  </a:cubicBezTo>
                  <a:cubicBezTo>
                    <a:pt x="1405" y="2629"/>
                    <a:pt x="1399" y="2628"/>
                    <a:pt x="1392" y="2626"/>
                  </a:cubicBezTo>
                  <a:lnTo>
                    <a:pt x="613" y="2394"/>
                  </a:lnTo>
                  <a:cubicBezTo>
                    <a:pt x="595" y="2387"/>
                    <a:pt x="576" y="2384"/>
                    <a:pt x="557" y="2384"/>
                  </a:cubicBezTo>
                  <a:cubicBezTo>
                    <a:pt x="525" y="2384"/>
                    <a:pt x="493" y="2392"/>
                    <a:pt x="464" y="2404"/>
                  </a:cubicBezTo>
                  <a:cubicBezTo>
                    <a:pt x="418" y="2431"/>
                    <a:pt x="390" y="2469"/>
                    <a:pt x="372" y="2524"/>
                  </a:cubicBezTo>
                  <a:lnTo>
                    <a:pt x="19" y="3702"/>
                  </a:lnTo>
                  <a:cubicBezTo>
                    <a:pt x="0" y="3749"/>
                    <a:pt x="10" y="3804"/>
                    <a:pt x="28" y="3851"/>
                  </a:cubicBezTo>
                  <a:cubicBezTo>
                    <a:pt x="56" y="3897"/>
                    <a:pt x="103" y="3925"/>
                    <a:pt x="149" y="3944"/>
                  </a:cubicBezTo>
                  <a:lnTo>
                    <a:pt x="928" y="4175"/>
                  </a:lnTo>
                  <a:cubicBezTo>
                    <a:pt x="965" y="4194"/>
                    <a:pt x="984" y="4222"/>
                    <a:pt x="984" y="4259"/>
                  </a:cubicBezTo>
                  <a:cubicBezTo>
                    <a:pt x="975" y="4565"/>
                    <a:pt x="1002" y="4862"/>
                    <a:pt x="1077" y="5159"/>
                  </a:cubicBezTo>
                  <a:cubicBezTo>
                    <a:pt x="1086" y="5196"/>
                    <a:pt x="1067" y="5233"/>
                    <a:pt x="1030" y="5252"/>
                  </a:cubicBezTo>
                  <a:lnTo>
                    <a:pt x="316" y="5632"/>
                  </a:lnTo>
                  <a:cubicBezTo>
                    <a:pt x="269" y="5660"/>
                    <a:pt x="242" y="5697"/>
                    <a:pt x="223" y="5753"/>
                  </a:cubicBezTo>
                  <a:cubicBezTo>
                    <a:pt x="214" y="5799"/>
                    <a:pt x="214" y="5855"/>
                    <a:pt x="242" y="5901"/>
                  </a:cubicBezTo>
                  <a:lnTo>
                    <a:pt x="826" y="6986"/>
                  </a:lnTo>
                  <a:cubicBezTo>
                    <a:pt x="858" y="7049"/>
                    <a:pt x="923" y="7087"/>
                    <a:pt x="991" y="7087"/>
                  </a:cubicBezTo>
                  <a:cubicBezTo>
                    <a:pt x="1024" y="7087"/>
                    <a:pt x="1056" y="7078"/>
                    <a:pt x="1086" y="7061"/>
                  </a:cubicBezTo>
                  <a:lnTo>
                    <a:pt x="1800" y="6680"/>
                  </a:lnTo>
                  <a:cubicBezTo>
                    <a:pt x="1813" y="6674"/>
                    <a:pt x="1826" y="6671"/>
                    <a:pt x="1839" y="6671"/>
                  </a:cubicBezTo>
                  <a:cubicBezTo>
                    <a:pt x="1862" y="6671"/>
                    <a:pt x="1884" y="6681"/>
                    <a:pt x="1902" y="6699"/>
                  </a:cubicBezTo>
                  <a:cubicBezTo>
                    <a:pt x="2106" y="6912"/>
                    <a:pt x="2338" y="7107"/>
                    <a:pt x="2598" y="7265"/>
                  </a:cubicBezTo>
                  <a:cubicBezTo>
                    <a:pt x="2635" y="7283"/>
                    <a:pt x="2644" y="7320"/>
                    <a:pt x="2635" y="7357"/>
                  </a:cubicBezTo>
                  <a:lnTo>
                    <a:pt x="2403" y="8137"/>
                  </a:lnTo>
                  <a:cubicBezTo>
                    <a:pt x="2366" y="8239"/>
                    <a:pt x="2431" y="8350"/>
                    <a:pt x="2533" y="8378"/>
                  </a:cubicBezTo>
                  <a:lnTo>
                    <a:pt x="3711" y="8740"/>
                  </a:lnTo>
                  <a:lnTo>
                    <a:pt x="3767" y="8740"/>
                  </a:lnTo>
                  <a:cubicBezTo>
                    <a:pt x="3804" y="8740"/>
                    <a:pt x="3832" y="8740"/>
                    <a:pt x="3860" y="8721"/>
                  </a:cubicBezTo>
                  <a:cubicBezTo>
                    <a:pt x="3906" y="8693"/>
                    <a:pt x="3943" y="8656"/>
                    <a:pt x="3952" y="8600"/>
                  </a:cubicBezTo>
                  <a:lnTo>
                    <a:pt x="4194" y="7830"/>
                  </a:lnTo>
                  <a:cubicBezTo>
                    <a:pt x="4203" y="7793"/>
                    <a:pt x="4231" y="7775"/>
                    <a:pt x="4268" y="7775"/>
                  </a:cubicBezTo>
                  <a:cubicBezTo>
                    <a:pt x="4299" y="7776"/>
                    <a:pt x="4330" y="7776"/>
                    <a:pt x="4361" y="7776"/>
                  </a:cubicBezTo>
                  <a:cubicBezTo>
                    <a:pt x="4634" y="7776"/>
                    <a:pt x="4901" y="7740"/>
                    <a:pt x="5168" y="7682"/>
                  </a:cubicBezTo>
                  <a:cubicBezTo>
                    <a:pt x="5174" y="7680"/>
                    <a:pt x="5181" y="7680"/>
                    <a:pt x="5187" y="7680"/>
                  </a:cubicBezTo>
                  <a:cubicBezTo>
                    <a:pt x="5217" y="7680"/>
                    <a:pt x="5245" y="7696"/>
                    <a:pt x="5260" y="7719"/>
                  </a:cubicBezTo>
                  <a:lnTo>
                    <a:pt x="5641" y="8433"/>
                  </a:lnTo>
                  <a:cubicBezTo>
                    <a:pt x="5680" y="8499"/>
                    <a:pt x="5752" y="8537"/>
                    <a:pt x="5824" y="8537"/>
                  </a:cubicBezTo>
                  <a:cubicBezTo>
                    <a:pt x="5853" y="8537"/>
                    <a:pt x="5883" y="8530"/>
                    <a:pt x="5910" y="8517"/>
                  </a:cubicBezTo>
                  <a:lnTo>
                    <a:pt x="6995" y="7933"/>
                  </a:lnTo>
                  <a:cubicBezTo>
                    <a:pt x="7088" y="7877"/>
                    <a:pt x="7125" y="7756"/>
                    <a:pt x="7079" y="7663"/>
                  </a:cubicBezTo>
                  <a:lnTo>
                    <a:pt x="6689" y="6949"/>
                  </a:lnTo>
                  <a:cubicBezTo>
                    <a:pt x="6670" y="6921"/>
                    <a:pt x="6680" y="6875"/>
                    <a:pt x="6708" y="6856"/>
                  </a:cubicBezTo>
                  <a:cubicBezTo>
                    <a:pt x="6930" y="6643"/>
                    <a:pt x="7116" y="6411"/>
                    <a:pt x="7283" y="6151"/>
                  </a:cubicBezTo>
                  <a:cubicBezTo>
                    <a:pt x="7298" y="6128"/>
                    <a:pt x="7326" y="6112"/>
                    <a:pt x="7351" y="6112"/>
                  </a:cubicBezTo>
                  <a:cubicBezTo>
                    <a:pt x="7356" y="6112"/>
                    <a:pt x="7361" y="6113"/>
                    <a:pt x="7366" y="6114"/>
                  </a:cubicBezTo>
                  <a:lnTo>
                    <a:pt x="8145" y="6355"/>
                  </a:lnTo>
                  <a:cubicBezTo>
                    <a:pt x="8163" y="6360"/>
                    <a:pt x="8181" y="6363"/>
                    <a:pt x="8198" y="6363"/>
                  </a:cubicBezTo>
                  <a:cubicBezTo>
                    <a:pt x="8283" y="6363"/>
                    <a:pt x="8365" y="6309"/>
                    <a:pt x="8396" y="6216"/>
                  </a:cubicBezTo>
                  <a:lnTo>
                    <a:pt x="8748" y="5038"/>
                  </a:lnTo>
                  <a:cubicBezTo>
                    <a:pt x="8776" y="4936"/>
                    <a:pt x="8721" y="4825"/>
                    <a:pt x="8619" y="4797"/>
                  </a:cubicBezTo>
                  <a:lnTo>
                    <a:pt x="7839" y="4565"/>
                  </a:lnTo>
                  <a:cubicBezTo>
                    <a:pt x="7802" y="4556"/>
                    <a:pt x="7784" y="4519"/>
                    <a:pt x="7784" y="4482"/>
                  </a:cubicBezTo>
                  <a:cubicBezTo>
                    <a:pt x="7793" y="4175"/>
                    <a:pt x="7765" y="3879"/>
                    <a:pt x="7691" y="3582"/>
                  </a:cubicBezTo>
                  <a:cubicBezTo>
                    <a:pt x="7682" y="3545"/>
                    <a:pt x="7700" y="3508"/>
                    <a:pt x="7728" y="3489"/>
                  </a:cubicBezTo>
                  <a:lnTo>
                    <a:pt x="8442" y="3109"/>
                  </a:lnTo>
                  <a:cubicBezTo>
                    <a:pt x="8489" y="3081"/>
                    <a:pt x="8526" y="3044"/>
                    <a:pt x="8544" y="2988"/>
                  </a:cubicBezTo>
                  <a:cubicBezTo>
                    <a:pt x="8554" y="2942"/>
                    <a:pt x="8554" y="2886"/>
                    <a:pt x="8526" y="2840"/>
                  </a:cubicBezTo>
                  <a:lnTo>
                    <a:pt x="7941" y="1754"/>
                  </a:lnTo>
                  <a:cubicBezTo>
                    <a:pt x="7913" y="1708"/>
                    <a:pt x="7876" y="1680"/>
                    <a:pt x="7830" y="1662"/>
                  </a:cubicBezTo>
                  <a:cubicBezTo>
                    <a:pt x="7810" y="1658"/>
                    <a:pt x="7789" y="1656"/>
                    <a:pt x="7769" y="1656"/>
                  </a:cubicBezTo>
                  <a:cubicBezTo>
                    <a:pt x="7735" y="1656"/>
                    <a:pt x="7702" y="1662"/>
                    <a:pt x="7672" y="1680"/>
                  </a:cubicBezTo>
                  <a:lnTo>
                    <a:pt x="6958" y="2060"/>
                  </a:lnTo>
                  <a:cubicBezTo>
                    <a:pt x="6948" y="2067"/>
                    <a:pt x="6937" y="2070"/>
                    <a:pt x="6926" y="2070"/>
                  </a:cubicBezTo>
                  <a:cubicBezTo>
                    <a:pt x="6905" y="2070"/>
                    <a:pt x="6883" y="2060"/>
                    <a:pt x="6865" y="2042"/>
                  </a:cubicBezTo>
                  <a:cubicBezTo>
                    <a:pt x="6661" y="1828"/>
                    <a:pt x="6420" y="1634"/>
                    <a:pt x="6160" y="1476"/>
                  </a:cubicBezTo>
                  <a:cubicBezTo>
                    <a:pt x="6132" y="1457"/>
                    <a:pt x="6114" y="1420"/>
                    <a:pt x="6132" y="1383"/>
                  </a:cubicBezTo>
                  <a:lnTo>
                    <a:pt x="6364" y="604"/>
                  </a:lnTo>
                  <a:cubicBezTo>
                    <a:pt x="6374" y="558"/>
                    <a:pt x="6374" y="502"/>
                    <a:pt x="6346" y="456"/>
                  </a:cubicBezTo>
                  <a:cubicBezTo>
                    <a:pt x="6327" y="409"/>
                    <a:pt x="6281" y="372"/>
                    <a:pt x="6234" y="363"/>
                  </a:cubicBezTo>
                  <a:lnTo>
                    <a:pt x="5056" y="10"/>
                  </a:lnTo>
                  <a:cubicBezTo>
                    <a:pt x="5035" y="3"/>
                    <a:pt x="5014" y="0"/>
                    <a:pt x="49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0" name="Google Shape;760;p24"/>
            <p:cNvSpPr/>
            <p:nvPr/>
          </p:nvSpPr>
          <p:spPr>
            <a:xfrm>
              <a:off x="7731226" y="2764939"/>
              <a:ext cx="652517" cy="651101"/>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1" name="Google Shape;761;p24"/>
            <p:cNvSpPr/>
            <p:nvPr/>
          </p:nvSpPr>
          <p:spPr>
            <a:xfrm>
              <a:off x="5349677" y="3784338"/>
              <a:ext cx="1411122" cy="6608"/>
            </a:xfrm>
            <a:custGeom>
              <a:avLst/>
              <a:gdLst/>
              <a:ahLst/>
              <a:cxnLst/>
              <a:rect l="l" t="t" r="r" b="b"/>
              <a:pathLst>
                <a:path w="23916" h="112" extrusionOk="0">
                  <a:moveTo>
                    <a:pt x="56" y="0"/>
                  </a:moveTo>
                  <a:cubicBezTo>
                    <a:pt x="19" y="0"/>
                    <a:pt x="0" y="19"/>
                    <a:pt x="0" y="56"/>
                  </a:cubicBezTo>
                  <a:cubicBezTo>
                    <a:pt x="0" y="84"/>
                    <a:pt x="19" y="112"/>
                    <a:pt x="56" y="112"/>
                  </a:cubicBezTo>
                  <a:lnTo>
                    <a:pt x="23860" y="112"/>
                  </a:lnTo>
                  <a:cubicBezTo>
                    <a:pt x="23888" y="112"/>
                    <a:pt x="23916" y="84"/>
                    <a:pt x="23916" y="56"/>
                  </a:cubicBezTo>
                  <a:cubicBezTo>
                    <a:pt x="23916" y="19"/>
                    <a:pt x="23888" y="0"/>
                    <a:pt x="238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2" name="Google Shape;762;p24"/>
            <p:cNvSpPr/>
            <p:nvPr/>
          </p:nvSpPr>
          <p:spPr>
            <a:xfrm>
              <a:off x="5615133" y="3875734"/>
              <a:ext cx="879679" cy="6608"/>
            </a:xfrm>
            <a:custGeom>
              <a:avLst/>
              <a:gdLst/>
              <a:ahLst/>
              <a:cxnLst/>
              <a:rect l="l" t="t" r="r" b="b"/>
              <a:pathLst>
                <a:path w="14909" h="112" extrusionOk="0">
                  <a:moveTo>
                    <a:pt x="56" y="1"/>
                  </a:moveTo>
                  <a:cubicBezTo>
                    <a:pt x="28" y="1"/>
                    <a:pt x="1" y="28"/>
                    <a:pt x="1" y="56"/>
                  </a:cubicBezTo>
                  <a:cubicBezTo>
                    <a:pt x="1" y="93"/>
                    <a:pt x="28" y="112"/>
                    <a:pt x="56" y="112"/>
                  </a:cubicBezTo>
                  <a:lnTo>
                    <a:pt x="14853" y="112"/>
                  </a:lnTo>
                  <a:cubicBezTo>
                    <a:pt x="14890" y="112"/>
                    <a:pt x="14908" y="93"/>
                    <a:pt x="14908" y="56"/>
                  </a:cubicBezTo>
                  <a:cubicBezTo>
                    <a:pt x="14908" y="28"/>
                    <a:pt x="14890" y="1"/>
                    <a:pt x="148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3" name="Google Shape;763;p24"/>
            <p:cNvSpPr/>
            <p:nvPr/>
          </p:nvSpPr>
          <p:spPr>
            <a:xfrm>
              <a:off x="7107207" y="3142854"/>
              <a:ext cx="958508" cy="662902"/>
            </a:xfrm>
            <a:custGeom>
              <a:avLst/>
              <a:gdLst/>
              <a:ahLst/>
              <a:cxnLst/>
              <a:rect l="l" t="t" r="r" b="b"/>
              <a:pathLst>
                <a:path w="16245" h="11235" extrusionOk="0">
                  <a:moveTo>
                    <a:pt x="418" y="0"/>
                  </a:moveTo>
                  <a:cubicBezTo>
                    <a:pt x="186" y="0"/>
                    <a:pt x="1" y="186"/>
                    <a:pt x="1" y="427"/>
                  </a:cubicBezTo>
                  <a:lnTo>
                    <a:pt x="1" y="11086"/>
                  </a:lnTo>
                  <a:cubicBezTo>
                    <a:pt x="1" y="11169"/>
                    <a:pt x="66" y="11234"/>
                    <a:pt x="149" y="11234"/>
                  </a:cubicBezTo>
                  <a:lnTo>
                    <a:pt x="16096" y="11234"/>
                  </a:lnTo>
                  <a:cubicBezTo>
                    <a:pt x="16179" y="11234"/>
                    <a:pt x="16244" y="11169"/>
                    <a:pt x="16244" y="11086"/>
                  </a:cubicBezTo>
                  <a:lnTo>
                    <a:pt x="16244" y="427"/>
                  </a:lnTo>
                  <a:cubicBezTo>
                    <a:pt x="16244" y="186"/>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4" name="Google Shape;764;p24"/>
            <p:cNvSpPr/>
            <p:nvPr/>
          </p:nvSpPr>
          <p:spPr>
            <a:xfrm>
              <a:off x="7103372" y="3139550"/>
              <a:ext cx="966178" cy="669451"/>
            </a:xfrm>
            <a:custGeom>
              <a:avLst/>
              <a:gdLst/>
              <a:ahLst/>
              <a:cxnLst/>
              <a:rect l="l" t="t" r="r" b="b"/>
              <a:pathLst>
                <a:path w="16375" h="11346" extrusionOk="0">
                  <a:moveTo>
                    <a:pt x="15883" y="112"/>
                  </a:moveTo>
                  <a:cubicBezTo>
                    <a:pt x="16087" y="112"/>
                    <a:pt x="16254" y="279"/>
                    <a:pt x="16254" y="483"/>
                  </a:cubicBezTo>
                  <a:lnTo>
                    <a:pt x="16254" y="11142"/>
                  </a:lnTo>
                  <a:cubicBezTo>
                    <a:pt x="16254" y="11188"/>
                    <a:pt x="16217" y="11235"/>
                    <a:pt x="16161" y="11235"/>
                  </a:cubicBezTo>
                  <a:lnTo>
                    <a:pt x="205" y="11235"/>
                  </a:lnTo>
                  <a:cubicBezTo>
                    <a:pt x="159" y="11235"/>
                    <a:pt x="121" y="11188"/>
                    <a:pt x="121" y="11142"/>
                  </a:cubicBezTo>
                  <a:lnTo>
                    <a:pt x="121" y="483"/>
                  </a:lnTo>
                  <a:cubicBezTo>
                    <a:pt x="121" y="279"/>
                    <a:pt x="279" y="112"/>
                    <a:pt x="483" y="112"/>
                  </a:cubicBezTo>
                  <a:close/>
                  <a:moveTo>
                    <a:pt x="483" y="1"/>
                  </a:moveTo>
                  <a:cubicBezTo>
                    <a:pt x="224" y="1"/>
                    <a:pt x="1" y="214"/>
                    <a:pt x="1" y="483"/>
                  </a:cubicBezTo>
                  <a:lnTo>
                    <a:pt x="1" y="11142"/>
                  </a:lnTo>
                  <a:cubicBezTo>
                    <a:pt x="1" y="11253"/>
                    <a:pt x="94" y="11346"/>
                    <a:pt x="214" y="11346"/>
                  </a:cubicBezTo>
                  <a:lnTo>
                    <a:pt x="16161" y="11346"/>
                  </a:lnTo>
                  <a:cubicBezTo>
                    <a:pt x="16281" y="11346"/>
                    <a:pt x="16365" y="11253"/>
                    <a:pt x="16374" y="11142"/>
                  </a:cubicBezTo>
                  <a:lnTo>
                    <a:pt x="16374" y="483"/>
                  </a:lnTo>
                  <a:cubicBezTo>
                    <a:pt x="16374" y="214"/>
                    <a:pt x="16152" y="1"/>
                    <a:pt x="15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5" name="Google Shape;765;p24"/>
            <p:cNvSpPr/>
            <p:nvPr/>
          </p:nvSpPr>
          <p:spPr>
            <a:xfrm>
              <a:off x="7177303" y="3206342"/>
              <a:ext cx="818316" cy="535927"/>
            </a:xfrm>
            <a:custGeom>
              <a:avLst/>
              <a:gdLst/>
              <a:ahLst/>
              <a:cxnLst/>
              <a:rect l="l" t="t" r="r" b="b"/>
              <a:pathLst>
                <a:path w="13869" h="9083" extrusionOk="0">
                  <a:moveTo>
                    <a:pt x="0" y="0"/>
                  </a:moveTo>
                  <a:lnTo>
                    <a:pt x="0" y="1856"/>
                  </a:lnTo>
                  <a:lnTo>
                    <a:pt x="0" y="7375"/>
                  </a:lnTo>
                  <a:lnTo>
                    <a:pt x="0" y="9082"/>
                  </a:lnTo>
                  <a:lnTo>
                    <a:pt x="13869" y="9082"/>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6" name="Google Shape;766;p24"/>
            <p:cNvSpPr/>
            <p:nvPr/>
          </p:nvSpPr>
          <p:spPr>
            <a:xfrm>
              <a:off x="7173468" y="3203038"/>
              <a:ext cx="825455" cy="542476"/>
            </a:xfrm>
            <a:custGeom>
              <a:avLst/>
              <a:gdLst/>
              <a:ahLst/>
              <a:cxnLst/>
              <a:rect l="l" t="t" r="r" b="b"/>
              <a:pathLst>
                <a:path w="13990" h="9194" extrusionOk="0">
                  <a:moveTo>
                    <a:pt x="65" y="1"/>
                  </a:moveTo>
                  <a:cubicBezTo>
                    <a:pt x="28" y="1"/>
                    <a:pt x="0" y="28"/>
                    <a:pt x="0" y="56"/>
                  </a:cubicBezTo>
                  <a:lnTo>
                    <a:pt x="0" y="1912"/>
                  </a:lnTo>
                  <a:cubicBezTo>
                    <a:pt x="0" y="1939"/>
                    <a:pt x="28" y="1967"/>
                    <a:pt x="65" y="1967"/>
                  </a:cubicBezTo>
                  <a:cubicBezTo>
                    <a:pt x="93" y="1967"/>
                    <a:pt x="121" y="1939"/>
                    <a:pt x="121" y="1912"/>
                  </a:cubicBezTo>
                  <a:lnTo>
                    <a:pt x="121" y="112"/>
                  </a:lnTo>
                  <a:lnTo>
                    <a:pt x="13878" y="112"/>
                  </a:lnTo>
                  <a:lnTo>
                    <a:pt x="13878" y="9073"/>
                  </a:lnTo>
                  <a:lnTo>
                    <a:pt x="121" y="9073"/>
                  </a:lnTo>
                  <a:lnTo>
                    <a:pt x="121" y="7431"/>
                  </a:lnTo>
                  <a:cubicBezTo>
                    <a:pt x="121" y="7403"/>
                    <a:pt x="93" y="7376"/>
                    <a:pt x="65" y="7376"/>
                  </a:cubicBezTo>
                  <a:cubicBezTo>
                    <a:pt x="28" y="7376"/>
                    <a:pt x="0" y="7403"/>
                    <a:pt x="0" y="7431"/>
                  </a:cubicBezTo>
                  <a:lnTo>
                    <a:pt x="0" y="9138"/>
                  </a:lnTo>
                  <a:cubicBezTo>
                    <a:pt x="0" y="9166"/>
                    <a:pt x="28" y="9194"/>
                    <a:pt x="65" y="9194"/>
                  </a:cubicBezTo>
                  <a:lnTo>
                    <a:pt x="13934" y="9194"/>
                  </a:lnTo>
                  <a:cubicBezTo>
                    <a:pt x="13971" y="9194"/>
                    <a:pt x="13990" y="9166"/>
                    <a:pt x="13990" y="9138"/>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7" name="Google Shape;767;p24"/>
            <p:cNvSpPr/>
            <p:nvPr/>
          </p:nvSpPr>
          <p:spPr>
            <a:xfrm>
              <a:off x="7173468" y="3369427"/>
              <a:ext cx="7139" cy="180727"/>
            </a:xfrm>
            <a:custGeom>
              <a:avLst/>
              <a:gdLst/>
              <a:ahLst/>
              <a:cxnLst/>
              <a:rect l="l" t="t" r="r" b="b"/>
              <a:pathLst>
                <a:path w="121" h="3063" extrusionOk="0">
                  <a:moveTo>
                    <a:pt x="65" y="1"/>
                  </a:moveTo>
                  <a:cubicBezTo>
                    <a:pt x="28" y="1"/>
                    <a:pt x="0" y="29"/>
                    <a:pt x="0" y="66"/>
                  </a:cubicBezTo>
                  <a:lnTo>
                    <a:pt x="0" y="3006"/>
                  </a:lnTo>
                  <a:cubicBezTo>
                    <a:pt x="0" y="3043"/>
                    <a:pt x="28" y="3062"/>
                    <a:pt x="65" y="3062"/>
                  </a:cubicBezTo>
                  <a:cubicBezTo>
                    <a:pt x="93" y="3062"/>
                    <a:pt x="121" y="3043"/>
                    <a:pt x="121" y="3006"/>
                  </a:cubicBezTo>
                  <a:lnTo>
                    <a:pt x="121" y="66"/>
                  </a:lnTo>
                  <a:cubicBezTo>
                    <a:pt x="121" y="29"/>
                    <a:pt x="93"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8" name="Google Shape;768;p24"/>
            <p:cNvSpPr/>
            <p:nvPr/>
          </p:nvSpPr>
          <p:spPr>
            <a:xfrm>
              <a:off x="7575752" y="3164745"/>
              <a:ext cx="21418" cy="21418"/>
            </a:xfrm>
            <a:custGeom>
              <a:avLst/>
              <a:gdLst/>
              <a:ahLst/>
              <a:cxnLst/>
              <a:rect l="l" t="t" r="r" b="b"/>
              <a:pathLst>
                <a:path w="363" h="363" extrusionOk="0">
                  <a:moveTo>
                    <a:pt x="177" y="112"/>
                  </a:moveTo>
                  <a:cubicBezTo>
                    <a:pt x="214" y="112"/>
                    <a:pt x="251" y="139"/>
                    <a:pt x="242" y="177"/>
                  </a:cubicBezTo>
                  <a:cubicBezTo>
                    <a:pt x="242" y="214"/>
                    <a:pt x="214" y="251"/>
                    <a:pt x="177" y="251"/>
                  </a:cubicBezTo>
                  <a:cubicBezTo>
                    <a:pt x="149" y="251"/>
                    <a:pt x="112" y="214"/>
                    <a:pt x="112" y="177"/>
                  </a:cubicBezTo>
                  <a:cubicBezTo>
                    <a:pt x="112" y="149"/>
                    <a:pt x="140" y="112"/>
                    <a:pt x="177" y="112"/>
                  </a:cubicBezTo>
                  <a:close/>
                  <a:moveTo>
                    <a:pt x="177" y="0"/>
                  </a:moveTo>
                  <a:cubicBezTo>
                    <a:pt x="84" y="0"/>
                    <a:pt x="1" y="84"/>
                    <a:pt x="1" y="177"/>
                  </a:cubicBezTo>
                  <a:cubicBezTo>
                    <a:pt x="1" y="279"/>
                    <a:pt x="84" y="362"/>
                    <a:pt x="177" y="362"/>
                  </a:cubicBezTo>
                  <a:cubicBezTo>
                    <a:pt x="279" y="362"/>
                    <a:pt x="362" y="279"/>
                    <a:pt x="362" y="177"/>
                  </a:cubicBezTo>
                  <a:cubicBezTo>
                    <a:pt x="362" y="84"/>
                    <a:pt x="279"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9" name="Google Shape;769;p24"/>
            <p:cNvSpPr/>
            <p:nvPr/>
          </p:nvSpPr>
          <p:spPr>
            <a:xfrm>
              <a:off x="6950141" y="3800741"/>
              <a:ext cx="1272641" cy="86027"/>
            </a:xfrm>
            <a:custGeom>
              <a:avLst/>
              <a:gdLst/>
              <a:ahLst/>
              <a:cxnLst/>
              <a:rect l="l" t="t" r="r" b="b"/>
              <a:pathLst>
                <a:path w="21569" h="1458" extrusionOk="0">
                  <a:moveTo>
                    <a:pt x="0" y="1"/>
                  </a:moveTo>
                  <a:lnTo>
                    <a:pt x="0" y="882"/>
                  </a:lnTo>
                  <a:cubicBezTo>
                    <a:pt x="0" y="1197"/>
                    <a:pt x="251" y="1457"/>
                    <a:pt x="566"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0" name="Google Shape;770;p24"/>
            <p:cNvSpPr/>
            <p:nvPr/>
          </p:nvSpPr>
          <p:spPr>
            <a:xfrm>
              <a:off x="6946836" y="3797495"/>
              <a:ext cx="1279249" cy="92517"/>
            </a:xfrm>
            <a:custGeom>
              <a:avLst/>
              <a:gdLst/>
              <a:ahLst/>
              <a:cxnLst/>
              <a:rect l="l" t="t" r="r" b="b"/>
              <a:pathLst>
                <a:path w="21681" h="1568" extrusionOk="0">
                  <a:moveTo>
                    <a:pt x="21569" y="111"/>
                  </a:moveTo>
                  <a:lnTo>
                    <a:pt x="21569" y="937"/>
                  </a:lnTo>
                  <a:cubicBezTo>
                    <a:pt x="21569" y="1225"/>
                    <a:pt x="21337" y="1447"/>
                    <a:pt x="21059" y="1447"/>
                  </a:cubicBezTo>
                  <a:lnTo>
                    <a:pt x="622" y="1447"/>
                  </a:lnTo>
                  <a:cubicBezTo>
                    <a:pt x="344" y="1447"/>
                    <a:pt x="112" y="1225"/>
                    <a:pt x="112" y="937"/>
                  </a:cubicBezTo>
                  <a:lnTo>
                    <a:pt x="112" y="111"/>
                  </a:lnTo>
                  <a:close/>
                  <a:moveTo>
                    <a:pt x="56" y="0"/>
                  </a:moveTo>
                  <a:cubicBezTo>
                    <a:pt x="19" y="0"/>
                    <a:pt x="1" y="19"/>
                    <a:pt x="1" y="56"/>
                  </a:cubicBezTo>
                  <a:lnTo>
                    <a:pt x="1" y="937"/>
                  </a:lnTo>
                  <a:cubicBezTo>
                    <a:pt x="1" y="1290"/>
                    <a:pt x="279" y="1568"/>
                    <a:pt x="622" y="1568"/>
                  </a:cubicBezTo>
                  <a:lnTo>
                    <a:pt x="21059" y="1568"/>
                  </a:lnTo>
                  <a:cubicBezTo>
                    <a:pt x="21402" y="1568"/>
                    <a:pt x="21680" y="1290"/>
                    <a:pt x="21680" y="937"/>
                  </a:cubicBezTo>
                  <a:lnTo>
                    <a:pt x="21680" y="56"/>
                  </a:lnTo>
                  <a:cubicBezTo>
                    <a:pt x="21680" y="19"/>
                    <a:pt x="21653"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1" name="Google Shape;771;p24"/>
            <p:cNvSpPr/>
            <p:nvPr/>
          </p:nvSpPr>
          <p:spPr>
            <a:xfrm>
              <a:off x="6958873" y="3863166"/>
              <a:ext cx="1255176" cy="6608"/>
            </a:xfrm>
            <a:custGeom>
              <a:avLst/>
              <a:gdLst/>
              <a:ahLst/>
              <a:cxnLst/>
              <a:rect l="l" t="t" r="r" b="b"/>
              <a:pathLst>
                <a:path w="21273" h="112" extrusionOk="0">
                  <a:moveTo>
                    <a:pt x="57" y="0"/>
                  </a:moveTo>
                  <a:cubicBezTo>
                    <a:pt x="29" y="0"/>
                    <a:pt x="1" y="19"/>
                    <a:pt x="1" y="56"/>
                  </a:cubicBezTo>
                  <a:cubicBezTo>
                    <a:pt x="1" y="84"/>
                    <a:pt x="29" y="112"/>
                    <a:pt x="57" y="112"/>
                  </a:cubicBezTo>
                  <a:lnTo>
                    <a:pt x="21217" y="112"/>
                  </a:lnTo>
                  <a:cubicBezTo>
                    <a:pt x="21244" y="112"/>
                    <a:pt x="21272" y="84"/>
                    <a:pt x="21272" y="56"/>
                  </a:cubicBezTo>
                  <a:cubicBezTo>
                    <a:pt x="21272" y="19"/>
                    <a:pt x="21244" y="0"/>
                    <a:pt x="21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2" name="Google Shape;772;p24"/>
            <p:cNvSpPr/>
            <p:nvPr/>
          </p:nvSpPr>
          <p:spPr>
            <a:xfrm>
              <a:off x="7464649" y="3806228"/>
              <a:ext cx="243093" cy="26905"/>
            </a:xfrm>
            <a:custGeom>
              <a:avLst/>
              <a:gdLst/>
              <a:ahLst/>
              <a:cxnLst/>
              <a:rect l="l" t="t" r="r" b="b"/>
              <a:pathLst>
                <a:path w="4120" h="456" extrusionOk="0">
                  <a:moveTo>
                    <a:pt x="1" y="0"/>
                  </a:moveTo>
                  <a:lnTo>
                    <a:pt x="1" y="455"/>
                  </a:lnTo>
                  <a:lnTo>
                    <a:pt x="4119" y="455"/>
                  </a:lnTo>
                  <a:lnTo>
                    <a:pt x="41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3" name="Google Shape;773;p24"/>
            <p:cNvSpPr/>
            <p:nvPr/>
          </p:nvSpPr>
          <p:spPr>
            <a:xfrm>
              <a:off x="7461345" y="3802393"/>
              <a:ext cx="250233" cy="33986"/>
            </a:xfrm>
            <a:custGeom>
              <a:avLst/>
              <a:gdLst/>
              <a:ahLst/>
              <a:cxnLst/>
              <a:rect l="l" t="t" r="r" b="b"/>
              <a:pathLst>
                <a:path w="4241" h="576" extrusionOk="0">
                  <a:moveTo>
                    <a:pt x="4120" y="121"/>
                  </a:moveTo>
                  <a:lnTo>
                    <a:pt x="4120" y="455"/>
                  </a:lnTo>
                  <a:lnTo>
                    <a:pt x="121" y="455"/>
                  </a:lnTo>
                  <a:lnTo>
                    <a:pt x="121" y="121"/>
                  </a:lnTo>
                  <a:close/>
                  <a:moveTo>
                    <a:pt x="66" y="1"/>
                  </a:moveTo>
                  <a:cubicBezTo>
                    <a:pt x="29" y="1"/>
                    <a:pt x="1" y="28"/>
                    <a:pt x="1" y="65"/>
                  </a:cubicBezTo>
                  <a:lnTo>
                    <a:pt x="1" y="520"/>
                  </a:lnTo>
                  <a:cubicBezTo>
                    <a:pt x="1" y="548"/>
                    <a:pt x="29" y="576"/>
                    <a:pt x="66"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4" name="Google Shape;774;p24"/>
            <p:cNvSpPr/>
            <p:nvPr/>
          </p:nvSpPr>
          <p:spPr>
            <a:xfrm>
              <a:off x="7340388" y="3308122"/>
              <a:ext cx="439043" cy="375025"/>
            </a:xfrm>
            <a:custGeom>
              <a:avLst/>
              <a:gdLst/>
              <a:ahLst/>
              <a:cxnLst/>
              <a:rect l="l" t="t" r="r" b="b"/>
              <a:pathLst>
                <a:path w="7441" h="6356" extrusionOk="0">
                  <a:moveTo>
                    <a:pt x="298" y="1"/>
                  </a:moveTo>
                  <a:cubicBezTo>
                    <a:pt x="140" y="1"/>
                    <a:pt x="1" y="131"/>
                    <a:pt x="1" y="298"/>
                  </a:cubicBezTo>
                  <a:lnTo>
                    <a:pt x="1" y="6058"/>
                  </a:lnTo>
                  <a:cubicBezTo>
                    <a:pt x="1" y="6225"/>
                    <a:pt x="140" y="6355"/>
                    <a:pt x="298" y="6355"/>
                  </a:cubicBezTo>
                  <a:lnTo>
                    <a:pt x="7144" y="6355"/>
                  </a:lnTo>
                  <a:cubicBezTo>
                    <a:pt x="7301" y="6355"/>
                    <a:pt x="7441" y="6225"/>
                    <a:pt x="7441" y="6058"/>
                  </a:cubicBezTo>
                  <a:lnTo>
                    <a:pt x="7441" y="298"/>
                  </a:lnTo>
                  <a:cubicBezTo>
                    <a:pt x="7441" y="131"/>
                    <a:pt x="7301" y="1"/>
                    <a:pt x="71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5" name="Google Shape;775;p24"/>
            <p:cNvSpPr/>
            <p:nvPr/>
          </p:nvSpPr>
          <p:spPr>
            <a:xfrm>
              <a:off x="7369418" y="3278562"/>
              <a:ext cx="439043" cy="375025"/>
            </a:xfrm>
            <a:custGeom>
              <a:avLst/>
              <a:gdLst/>
              <a:ahLst/>
              <a:cxnLst/>
              <a:rect l="l" t="t" r="r" b="b"/>
              <a:pathLst>
                <a:path w="7441" h="6356" extrusionOk="0">
                  <a:moveTo>
                    <a:pt x="353" y="1"/>
                  </a:moveTo>
                  <a:cubicBezTo>
                    <a:pt x="158" y="1"/>
                    <a:pt x="0" y="159"/>
                    <a:pt x="0" y="344"/>
                  </a:cubicBezTo>
                  <a:lnTo>
                    <a:pt x="0" y="6012"/>
                  </a:lnTo>
                  <a:cubicBezTo>
                    <a:pt x="0" y="6198"/>
                    <a:pt x="158" y="6355"/>
                    <a:pt x="353" y="6355"/>
                  </a:cubicBezTo>
                  <a:lnTo>
                    <a:pt x="7088" y="6355"/>
                  </a:lnTo>
                  <a:cubicBezTo>
                    <a:pt x="7283" y="6355"/>
                    <a:pt x="7440" y="6198"/>
                    <a:pt x="7440" y="6012"/>
                  </a:cubicBezTo>
                  <a:lnTo>
                    <a:pt x="7440" y="344"/>
                  </a:lnTo>
                  <a:cubicBezTo>
                    <a:pt x="7440"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6" name="Google Shape;776;p24"/>
            <p:cNvSpPr/>
            <p:nvPr/>
          </p:nvSpPr>
          <p:spPr>
            <a:xfrm>
              <a:off x="7366113" y="3274727"/>
              <a:ext cx="445593" cy="382695"/>
            </a:xfrm>
            <a:custGeom>
              <a:avLst/>
              <a:gdLst/>
              <a:ahLst/>
              <a:cxnLst/>
              <a:rect l="l" t="t" r="r" b="b"/>
              <a:pathLst>
                <a:path w="7552" h="6486" extrusionOk="0">
                  <a:moveTo>
                    <a:pt x="7144" y="121"/>
                  </a:moveTo>
                  <a:cubicBezTo>
                    <a:pt x="7301" y="121"/>
                    <a:pt x="7431" y="251"/>
                    <a:pt x="7431" y="409"/>
                  </a:cubicBezTo>
                  <a:lnTo>
                    <a:pt x="7431" y="6077"/>
                  </a:lnTo>
                  <a:cubicBezTo>
                    <a:pt x="7431" y="6235"/>
                    <a:pt x="7301" y="6365"/>
                    <a:pt x="7144" y="6365"/>
                  </a:cubicBezTo>
                  <a:lnTo>
                    <a:pt x="409" y="6365"/>
                  </a:lnTo>
                  <a:cubicBezTo>
                    <a:pt x="251" y="6365"/>
                    <a:pt x="121" y="6235"/>
                    <a:pt x="121" y="6077"/>
                  </a:cubicBezTo>
                  <a:lnTo>
                    <a:pt x="121" y="409"/>
                  </a:lnTo>
                  <a:cubicBezTo>
                    <a:pt x="121" y="251"/>
                    <a:pt x="251" y="121"/>
                    <a:pt x="409" y="121"/>
                  </a:cubicBezTo>
                  <a:close/>
                  <a:moveTo>
                    <a:pt x="409" y="1"/>
                  </a:moveTo>
                  <a:cubicBezTo>
                    <a:pt x="186" y="1"/>
                    <a:pt x="1" y="186"/>
                    <a:pt x="1" y="409"/>
                  </a:cubicBezTo>
                  <a:lnTo>
                    <a:pt x="1" y="6077"/>
                  </a:lnTo>
                  <a:cubicBezTo>
                    <a:pt x="1" y="6300"/>
                    <a:pt x="186" y="6485"/>
                    <a:pt x="409" y="6485"/>
                  </a:cubicBezTo>
                  <a:lnTo>
                    <a:pt x="7144" y="6485"/>
                  </a:lnTo>
                  <a:cubicBezTo>
                    <a:pt x="7366" y="6485"/>
                    <a:pt x="7552" y="6300"/>
                    <a:pt x="7552" y="6077"/>
                  </a:cubicBezTo>
                  <a:lnTo>
                    <a:pt x="7552" y="409"/>
                  </a:lnTo>
                  <a:cubicBezTo>
                    <a:pt x="7552" y="186"/>
                    <a:pt x="7366" y="1"/>
                    <a:pt x="7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7" name="Google Shape;777;p24"/>
            <p:cNvSpPr/>
            <p:nvPr/>
          </p:nvSpPr>
          <p:spPr>
            <a:xfrm>
              <a:off x="7437271" y="3476164"/>
              <a:ext cx="302746" cy="40594"/>
            </a:xfrm>
            <a:custGeom>
              <a:avLst/>
              <a:gdLst/>
              <a:ahLst/>
              <a:cxnLst/>
              <a:rect l="l" t="t" r="r" b="b"/>
              <a:pathLst>
                <a:path w="5131" h="688" extrusionOk="0">
                  <a:moveTo>
                    <a:pt x="316" y="1"/>
                  </a:moveTo>
                  <a:cubicBezTo>
                    <a:pt x="140" y="1"/>
                    <a:pt x="1" y="140"/>
                    <a:pt x="1" y="325"/>
                  </a:cubicBezTo>
                  <a:lnTo>
                    <a:pt x="1" y="362"/>
                  </a:lnTo>
                  <a:cubicBezTo>
                    <a:pt x="1" y="539"/>
                    <a:pt x="140" y="687"/>
                    <a:pt x="316" y="687"/>
                  </a:cubicBezTo>
                  <a:lnTo>
                    <a:pt x="4806" y="687"/>
                  </a:lnTo>
                  <a:cubicBezTo>
                    <a:pt x="4982" y="687"/>
                    <a:pt x="5131" y="539"/>
                    <a:pt x="5131" y="362"/>
                  </a:cubicBezTo>
                  <a:lnTo>
                    <a:pt x="5131" y="325"/>
                  </a:lnTo>
                  <a:cubicBezTo>
                    <a:pt x="5131" y="140"/>
                    <a:pt x="498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8" name="Google Shape;778;p24"/>
            <p:cNvSpPr/>
            <p:nvPr/>
          </p:nvSpPr>
          <p:spPr>
            <a:xfrm>
              <a:off x="7433436" y="3472919"/>
              <a:ext cx="309885" cy="47085"/>
            </a:xfrm>
            <a:custGeom>
              <a:avLst/>
              <a:gdLst/>
              <a:ahLst/>
              <a:cxnLst/>
              <a:rect l="l" t="t" r="r" b="b"/>
              <a:pathLst>
                <a:path w="5252" h="798" extrusionOk="0">
                  <a:moveTo>
                    <a:pt x="4871" y="111"/>
                  </a:moveTo>
                  <a:cubicBezTo>
                    <a:pt x="5019" y="111"/>
                    <a:pt x="5131" y="232"/>
                    <a:pt x="5131" y="380"/>
                  </a:cubicBezTo>
                  <a:lnTo>
                    <a:pt x="5131" y="417"/>
                  </a:lnTo>
                  <a:cubicBezTo>
                    <a:pt x="5131" y="566"/>
                    <a:pt x="5019" y="677"/>
                    <a:pt x="4871" y="677"/>
                  </a:cubicBezTo>
                  <a:lnTo>
                    <a:pt x="381" y="677"/>
                  </a:lnTo>
                  <a:cubicBezTo>
                    <a:pt x="242" y="677"/>
                    <a:pt x="121" y="566"/>
                    <a:pt x="121" y="417"/>
                  </a:cubicBezTo>
                  <a:lnTo>
                    <a:pt x="121" y="380"/>
                  </a:lnTo>
                  <a:cubicBezTo>
                    <a:pt x="121" y="232"/>
                    <a:pt x="242" y="111"/>
                    <a:pt x="381" y="111"/>
                  </a:cubicBezTo>
                  <a:close/>
                  <a:moveTo>
                    <a:pt x="381" y="0"/>
                  </a:moveTo>
                  <a:cubicBezTo>
                    <a:pt x="177" y="0"/>
                    <a:pt x="1" y="167"/>
                    <a:pt x="1" y="380"/>
                  </a:cubicBezTo>
                  <a:lnTo>
                    <a:pt x="1" y="417"/>
                  </a:lnTo>
                  <a:cubicBezTo>
                    <a:pt x="1" y="631"/>
                    <a:pt x="177" y="798"/>
                    <a:pt x="381" y="798"/>
                  </a:cubicBezTo>
                  <a:lnTo>
                    <a:pt x="4871" y="798"/>
                  </a:lnTo>
                  <a:cubicBezTo>
                    <a:pt x="5084" y="798"/>
                    <a:pt x="5251" y="631"/>
                    <a:pt x="5251" y="417"/>
                  </a:cubicBezTo>
                  <a:lnTo>
                    <a:pt x="5251" y="380"/>
                  </a:lnTo>
                  <a:cubicBezTo>
                    <a:pt x="5251" y="167"/>
                    <a:pt x="5084" y="0"/>
                    <a:pt x="48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9" name="Google Shape;779;p24"/>
            <p:cNvSpPr/>
            <p:nvPr/>
          </p:nvSpPr>
          <p:spPr>
            <a:xfrm>
              <a:off x="7470136" y="3487138"/>
              <a:ext cx="234833" cy="16993"/>
            </a:xfrm>
            <a:custGeom>
              <a:avLst/>
              <a:gdLst/>
              <a:ahLst/>
              <a:cxnLst/>
              <a:rect l="l" t="t" r="r" b="b"/>
              <a:pathLst>
                <a:path w="3980" h="288" extrusionOk="0">
                  <a:moveTo>
                    <a:pt x="3850" y="56"/>
                  </a:moveTo>
                  <a:cubicBezTo>
                    <a:pt x="3887" y="56"/>
                    <a:pt x="3924" y="93"/>
                    <a:pt x="3924" y="130"/>
                  </a:cubicBezTo>
                  <a:lnTo>
                    <a:pt x="3924" y="149"/>
                  </a:lnTo>
                  <a:cubicBezTo>
                    <a:pt x="3924" y="195"/>
                    <a:pt x="3887" y="223"/>
                    <a:pt x="3850" y="223"/>
                  </a:cubicBezTo>
                  <a:lnTo>
                    <a:pt x="139" y="223"/>
                  </a:lnTo>
                  <a:cubicBezTo>
                    <a:pt x="93" y="223"/>
                    <a:pt x="56" y="195"/>
                    <a:pt x="56" y="149"/>
                  </a:cubicBezTo>
                  <a:lnTo>
                    <a:pt x="56" y="130"/>
                  </a:lnTo>
                  <a:cubicBezTo>
                    <a:pt x="56" y="93"/>
                    <a:pt x="93" y="56"/>
                    <a:pt x="139" y="56"/>
                  </a:cubicBezTo>
                  <a:close/>
                  <a:moveTo>
                    <a:pt x="130" y="0"/>
                  </a:moveTo>
                  <a:cubicBezTo>
                    <a:pt x="56" y="0"/>
                    <a:pt x="0" y="56"/>
                    <a:pt x="0" y="139"/>
                  </a:cubicBezTo>
                  <a:lnTo>
                    <a:pt x="0" y="149"/>
                  </a:lnTo>
                  <a:cubicBezTo>
                    <a:pt x="0" y="223"/>
                    <a:pt x="56" y="288"/>
                    <a:pt x="130" y="288"/>
                  </a:cubicBezTo>
                  <a:lnTo>
                    <a:pt x="3841" y="288"/>
                  </a:lnTo>
                  <a:cubicBezTo>
                    <a:pt x="3924" y="288"/>
                    <a:pt x="3980" y="223"/>
                    <a:pt x="3980" y="149"/>
                  </a:cubicBezTo>
                  <a:lnTo>
                    <a:pt x="3980" y="139"/>
                  </a:lnTo>
                  <a:cubicBezTo>
                    <a:pt x="3980" y="56"/>
                    <a:pt x="3924"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0" name="Google Shape;780;p24"/>
            <p:cNvSpPr/>
            <p:nvPr/>
          </p:nvSpPr>
          <p:spPr>
            <a:xfrm>
              <a:off x="7489253" y="3539120"/>
              <a:ext cx="198251" cy="23601"/>
            </a:xfrm>
            <a:custGeom>
              <a:avLst/>
              <a:gdLst/>
              <a:ahLst/>
              <a:cxnLst/>
              <a:rect l="l" t="t" r="r" b="b"/>
              <a:pathLst>
                <a:path w="3360" h="400" extrusionOk="0">
                  <a:moveTo>
                    <a:pt x="205" y="0"/>
                  </a:moveTo>
                  <a:cubicBezTo>
                    <a:pt x="94" y="0"/>
                    <a:pt x="1" y="93"/>
                    <a:pt x="1" y="205"/>
                  </a:cubicBezTo>
                  <a:cubicBezTo>
                    <a:pt x="1" y="316"/>
                    <a:pt x="94" y="399"/>
                    <a:pt x="205" y="399"/>
                  </a:cubicBezTo>
                  <a:lnTo>
                    <a:pt x="3155"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1" name="Google Shape;781;p24"/>
            <p:cNvSpPr/>
            <p:nvPr/>
          </p:nvSpPr>
          <p:spPr>
            <a:xfrm>
              <a:off x="7486008" y="3535816"/>
              <a:ext cx="204741" cy="30741"/>
            </a:xfrm>
            <a:custGeom>
              <a:avLst/>
              <a:gdLst/>
              <a:ahLst/>
              <a:cxnLst/>
              <a:rect l="l" t="t" r="r" b="b"/>
              <a:pathLst>
                <a:path w="3470" h="521" extrusionOk="0">
                  <a:moveTo>
                    <a:pt x="3210" y="121"/>
                  </a:moveTo>
                  <a:cubicBezTo>
                    <a:pt x="3294" y="121"/>
                    <a:pt x="3358" y="177"/>
                    <a:pt x="3358" y="261"/>
                  </a:cubicBezTo>
                  <a:cubicBezTo>
                    <a:pt x="3358" y="335"/>
                    <a:pt x="3294" y="400"/>
                    <a:pt x="3210" y="400"/>
                  </a:cubicBezTo>
                  <a:lnTo>
                    <a:pt x="260" y="400"/>
                  </a:lnTo>
                  <a:cubicBezTo>
                    <a:pt x="177" y="400"/>
                    <a:pt x="121" y="335"/>
                    <a:pt x="121" y="261"/>
                  </a:cubicBezTo>
                  <a:cubicBezTo>
                    <a:pt x="121" y="177"/>
                    <a:pt x="177" y="121"/>
                    <a:pt x="260" y="121"/>
                  </a:cubicBezTo>
                  <a:close/>
                  <a:moveTo>
                    <a:pt x="260" y="1"/>
                  </a:moveTo>
                  <a:cubicBezTo>
                    <a:pt x="121" y="1"/>
                    <a:pt x="0" y="112"/>
                    <a:pt x="0" y="261"/>
                  </a:cubicBezTo>
                  <a:cubicBezTo>
                    <a:pt x="0" y="400"/>
                    <a:pt x="112" y="520"/>
                    <a:pt x="260" y="520"/>
                  </a:cubicBezTo>
                  <a:lnTo>
                    <a:pt x="3210" y="520"/>
                  </a:lnTo>
                  <a:cubicBezTo>
                    <a:pt x="3358" y="520"/>
                    <a:pt x="3470" y="400"/>
                    <a:pt x="3470" y="261"/>
                  </a:cubicBezTo>
                  <a:cubicBezTo>
                    <a:pt x="3470" y="112"/>
                    <a:pt x="3358" y="1"/>
                    <a:pt x="3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2" name="Google Shape;782;p24"/>
            <p:cNvSpPr/>
            <p:nvPr/>
          </p:nvSpPr>
          <p:spPr>
            <a:xfrm>
              <a:off x="7529257" y="3545139"/>
              <a:ext cx="11506" cy="11565"/>
            </a:xfrm>
            <a:custGeom>
              <a:avLst/>
              <a:gdLst/>
              <a:ahLst/>
              <a:cxnLst/>
              <a:rect l="l" t="t" r="r" b="b"/>
              <a:pathLst>
                <a:path w="195" h="196" extrusionOk="0">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3" name="Google Shape;783;p24"/>
            <p:cNvSpPr/>
            <p:nvPr/>
          </p:nvSpPr>
          <p:spPr>
            <a:xfrm>
              <a:off x="7551148" y="3545139"/>
              <a:ext cx="11565" cy="11565"/>
            </a:xfrm>
            <a:custGeom>
              <a:avLst/>
              <a:gdLst/>
              <a:ahLst/>
              <a:cxnLst/>
              <a:rect l="l" t="t" r="r" b="b"/>
              <a:pathLst>
                <a:path w="196" h="196" extrusionOk="0">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4" name="Google Shape;784;p24"/>
            <p:cNvSpPr/>
            <p:nvPr/>
          </p:nvSpPr>
          <p:spPr>
            <a:xfrm>
              <a:off x="7571917" y="3545139"/>
              <a:ext cx="11034" cy="11565"/>
            </a:xfrm>
            <a:custGeom>
              <a:avLst/>
              <a:gdLst/>
              <a:ahLst/>
              <a:cxnLst/>
              <a:rect l="l" t="t" r="r" b="b"/>
              <a:pathLst>
                <a:path w="187" h="196" extrusionOk="0">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5" name="Google Shape;785;p24"/>
            <p:cNvSpPr/>
            <p:nvPr/>
          </p:nvSpPr>
          <p:spPr>
            <a:xfrm>
              <a:off x="7593807" y="3545139"/>
              <a:ext cx="11034" cy="11565"/>
            </a:xfrm>
            <a:custGeom>
              <a:avLst/>
              <a:gdLst/>
              <a:ahLst/>
              <a:cxnLst/>
              <a:rect l="l" t="t" r="r" b="b"/>
              <a:pathLst>
                <a:path w="187" h="196" extrusionOk="0">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6" name="Google Shape;786;p24"/>
            <p:cNvSpPr/>
            <p:nvPr/>
          </p:nvSpPr>
          <p:spPr>
            <a:xfrm>
              <a:off x="7614635" y="3545139"/>
              <a:ext cx="11565" cy="11565"/>
            </a:xfrm>
            <a:custGeom>
              <a:avLst/>
              <a:gdLst/>
              <a:ahLst/>
              <a:cxnLst/>
              <a:rect l="l" t="t" r="r" b="b"/>
              <a:pathLst>
                <a:path w="196" h="196" extrusionOk="0">
                  <a:moveTo>
                    <a:pt x="102" y="65"/>
                  </a:moveTo>
                  <a:cubicBezTo>
                    <a:pt x="121" y="65"/>
                    <a:pt x="139" y="84"/>
                    <a:pt x="139" y="103"/>
                  </a:cubicBezTo>
                  <a:cubicBezTo>
                    <a:pt x="139" y="121"/>
                    <a:pt x="121" y="140"/>
                    <a:pt x="102" y="140"/>
                  </a:cubicBezTo>
                  <a:cubicBezTo>
                    <a:pt x="84" y="140"/>
                    <a:pt x="65" y="121"/>
                    <a:pt x="65" y="103"/>
                  </a:cubicBezTo>
                  <a:cubicBezTo>
                    <a:pt x="65" y="84"/>
                    <a:pt x="75"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7" name="Google Shape;787;p24"/>
            <p:cNvSpPr/>
            <p:nvPr/>
          </p:nvSpPr>
          <p:spPr>
            <a:xfrm>
              <a:off x="7636525" y="3545139"/>
              <a:ext cx="11565" cy="11565"/>
            </a:xfrm>
            <a:custGeom>
              <a:avLst/>
              <a:gdLst/>
              <a:ahLst/>
              <a:cxnLst/>
              <a:rect l="l" t="t" r="r" b="b"/>
              <a:pathLst>
                <a:path w="196" h="196" extrusionOk="0">
                  <a:moveTo>
                    <a:pt x="102" y="65"/>
                  </a:moveTo>
                  <a:cubicBezTo>
                    <a:pt x="121" y="65"/>
                    <a:pt x="140" y="84"/>
                    <a:pt x="140" y="103"/>
                  </a:cubicBezTo>
                  <a:cubicBezTo>
                    <a:pt x="140" y="121"/>
                    <a:pt x="121" y="140"/>
                    <a:pt x="102" y="140"/>
                  </a:cubicBezTo>
                  <a:cubicBezTo>
                    <a:pt x="84" y="140"/>
                    <a:pt x="65" y="121"/>
                    <a:pt x="65" y="103"/>
                  </a:cubicBezTo>
                  <a:cubicBezTo>
                    <a:pt x="65" y="84"/>
                    <a:pt x="84"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8" name="Google Shape;788;p24"/>
            <p:cNvSpPr/>
            <p:nvPr/>
          </p:nvSpPr>
          <p:spPr>
            <a:xfrm>
              <a:off x="7524832" y="3322342"/>
              <a:ext cx="127093" cy="127093"/>
            </a:xfrm>
            <a:custGeom>
              <a:avLst/>
              <a:gdLst/>
              <a:ahLst/>
              <a:cxnLst/>
              <a:rect l="l" t="t" r="r" b="b"/>
              <a:pathLst>
                <a:path w="2154" h="2154" extrusionOk="0">
                  <a:moveTo>
                    <a:pt x="1077" y="1"/>
                  </a:moveTo>
                  <a:cubicBezTo>
                    <a:pt x="483" y="1"/>
                    <a:pt x="1" y="483"/>
                    <a:pt x="1" y="1077"/>
                  </a:cubicBezTo>
                  <a:cubicBezTo>
                    <a:pt x="1" y="1671"/>
                    <a:pt x="483" y="2153"/>
                    <a:pt x="1077" y="2153"/>
                  </a:cubicBezTo>
                  <a:cubicBezTo>
                    <a:pt x="1671" y="2153"/>
                    <a:pt x="2153" y="1671"/>
                    <a:pt x="2153" y="1077"/>
                  </a:cubicBezTo>
                  <a:cubicBezTo>
                    <a:pt x="2153" y="483"/>
                    <a:pt x="1671"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9" name="Google Shape;789;p24"/>
            <p:cNvSpPr/>
            <p:nvPr/>
          </p:nvSpPr>
          <p:spPr>
            <a:xfrm>
              <a:off x="7521587" y="3319097"/>
              <a:ext cx="133583" cy="133583"/>
            </a:xfrm>
            <a:custGeom>
              <a:avLst/>
              <a:gdLst/>
              <a:ahLst/>
              <a:cxnLst/>
              <a:rect l="l" t="t" r="r" b="b"/>
              <a:pathLst>
                <a:path w="2264" h="2264" extrusionOk="0">
                  <a:moveTo>
                    <a:pt x="1132" y="112"/>
                  </a:moveTo>
                  <a:cubicBezTo>
                    <a:pt x="1698" y="112"/>
                    <a:pt x="2152" y="575"/>
                    <a:pt x="2152" y="1132"/>
                  </a:cubicBezTo>
                  <a:cubicBezTo>
                    <a:pt x="2152" y="1689"/>
                    <a:pt x="1698" y="2152"/>
                    <a:pt x="1132" y="2152"/>
                  </a:cubicBezTo>
                  <a:cubicBezTo>
                    <a:pt x="575" y="2152"/>
                    <a:pt x="121" y="1689"/>
                    <a:pt x="121" y="1132"/>
                  </a:cubicBezTo>
                  <a:cubicBezTo>
                    <a:pt x="121" y="575"/>
                    <a:pt x="575" y="112"/>
                    <a:pt x="1132" y="112"/>
                  </a:cubicBezTo>
                  <a:close/>
                  <a:moveTo>
                    <a:pt x="1132" y="0"/>
                  </a:moveTo>
                  <a:cubicBezTo>
                    <a:pt x="511" y="0"/>
                    <a:pt x="0" y="510"/>
                    <a:pt x="0" y="1132"/>
                  </a:cubicBezTo>
                  <a:cubicBezTo>
                    <a:pt x="0" y="1754"/>
                    <a:pt x="511" y="2264"/>
                    <a:pt x="1132" y="2264"/>
                  </a:cubicBezTo>
                  <a:cubicBezTo>
                    <a:pt x="1763" y="2264"/>
                    <a:pt x="2264" y="1754"/>
                    <a:pt x="2264" y="1132"/>
                  </a:cubicBezTo>
                  <a:cubicBezTo>
                    <a:pt x="2264" y="510"/>
                    <a:pt x="1763"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0" name="Google Shape;790;p24"/>
            <p:cNvSpPr/>
            <p:nvPr/>
          </p:nvSpPr>
          <p:spPr>
            <a:xfrm>
              <a:off x="7560411" y="3389665"/>
              <a:ext cx="56466" cy="28558"/>
            </a:xfrm>
            <a:custGeom>
              <a:avLst/>
              <a:gdLst/>
              <a:ahLst/>
              <a:cxnLst/>
              <a:rect l="l" t="t" r="r" b="b"/>
              <a:pathLst>
                <a:path w="957" h="484" extrusionOk="0">
                  <a:moveTo>
                    <a:pt x="474" y="1"/>
                  </a:moveTo>
                  <a:cubicBezTo>
                    <a:pt x="214" y="1"/>
                    <a:pt x="1" y="214"/>
                    <a:pt x="1"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1" name="Google Shape;791;p24"/>
            <p:cNvSpPr/>
            <p:nvPr/>
          </p:nvSpPr>
          <p:spPr>
            <a:xfrm>
              <a:off x="7556576" y="3386420"/>
              <a:ext cx="63606" cy="35107"/>
            </a:xfrm>
            <a:custGeom>
              <a:avLst/>
              <a:gdLst/>
              <a:ahLst/>
              <a:cxnLst/>
              <a:rect l="l" t="t" r="r" b="b"/>
              <a:pathLst>
                <a:path w="1078" h="595" extrusionOk="0">
                  <a:moveTo>
                    <a:pt x="539" y="112"/>
                  </a:moveTo>
                  <a:cubicBezTo>
                    <a:pt x="752" y="112"/>
                    <a:pt x="929" y="269"/>
                    <a:pt x="956" y="473"/>
                  </a:cubicBezTo>
                  <a:lnTo>
                    <a:pt x="122" y="473"/>
                  </a:lnTo>
                  <a:cubicBezTo>
                    <a:pt x="149" y="269"/>
                    <a:pt x="326" y="112"/>
                    <a:pt x="539" y="112"/>
                  </a:cubicBezTo>
                  <a:close/>
                  <a:moveTo>
                    <a:pt x="539" y="0"/>
                  </a:moveTo>
                  <a:cubicBezTo>
                    <a:pt x="242" y="0"/>
                    <a:pt x="1" y="241"/>
                    <a:pt x="1" y="538"/>
                  </a:cubicBezTo>
                  <a:cubicBezTo>
                    <a:pt x="1" y="594"/>
                    <a:pt x="1" y="594"/>
                    <a:pt x="233" y="594"/>
                  </a:cubicBezTo>
                  <a:lnTo>
                    <a:pt x="585" y="594"/>
                  </a:lnTo>
                  <a:cubicBezTo>
                    <a:pt x="1077" y="594"/>
                    <a:pt x="1077" y="594"/>
                    <a:pt x="1077" y="538"/>
                  </a:cubicBezTo>
                  <a:cubicBezTo>
                    <a:pt x="1077" y="241"/>
                    <a:pt x="836"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2" name="Google Shape;792;p24"/>
            <p:cNvSpPr/>
            <p:nvPr/>
          </p:nvSpPr>
          <p:spPr>
            <a:xfrm>
              <a:off x="7572507" y="3353555"/>
              <a:ext cx="32334" cy="32393"/>
            </a:xfrm>
            <a:custGeom>
              <a:avLst/>
              <a:gdLst/>
              <a:ahLst/>
              <a:cxnLst/>
              <a:rect l="l" t="t" r="r" b="b"/>
              <a:pathLst>
                <a:path w="548" h="549" extrusionOk="0">
                  <a:moveTo>
                    <a:pt x="269" y="1"/>
                  </a:moveTo>
                  <a:cubicBezTo>
                    <a:pt x="121" y="1"/>
                    <a:pt x="0" y="131"/>
                    <a:pt x="0" y="279"/>
                  </a:cubicBezTo>
                  <a:cubicBezTo>
                    <a:pt x="0" y="427"/>
                    <a:pt x="121" y="548"/>
                    <a:pt x="269" y="548"/>
                  </a:cubicBezTo>
                  <a:cubicBezTo>
                    <a:pt x="427" y="548"/>
                    <a:pt x="547" y="427"/>
                    <a:pt x="547" y="279"/>
                  </a:cubicBezTo>
                  <a:cubicBezTo>
                    <a:pt x="547" y="131"/>
                    <a:pt x="427" y="1"/>
                    <a:pt x="2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3" name="Google Shape;793;p24"/>
            <p:cNvSpPr/>
            <p:nvPr/>
          </p:nvSpPr>
          <p:spPr>
            <a:xfrm>
              <a:off x="7569203" y="3350310"/>
              <a:ext cx="38883" cy="38883"/>
            </a:xfrm>
            <a:custGeom>
              <a:avLst/>
              <a:gdLst/>
              <a:ahLst/>
              <a:cxnLst/>
              <a:rect l="l" t="t" r="r" b="b"/>
              <a:pathLst>
                <a:path w="659" h="659" extrusionOk="0">
                  <a:moveTo>
                    <a:pt x="325" y="121"/>
                  </a:moveTo>
                  <a:cubicBezTo>
                    <a:pt x="446" y="121"/>
                    <a:pt x="538" y="213"/>
                    <a:pt x="538" y="334"/>
                  </a:cubicBezTo>
                  <a:cubicBezTo>
                    <a:pt x="538" y="445"/>
                    <a:pt x="446" y="547"/>
                    <a:pt x="325" y="547"/>
                  </a:cubicBezTo>
                  <a:cubicBezTo>
                    <a:pt x="214" y="547"/>
                    <a:pt x="112" y="445"/>
                    <a:pt x="112" y="334"/>
                  </a:cubicBezTo>
                  <a:cubicBezTo>
                    <a:pt x="112" y="213"/>
                    <a:pt x="214" y="121"/>
                    <a:pt x="325" y="121"/>
                  </a:cubicBezTo>
                  <a:close/>
                  <a:moveTo>
                    <a:pt x="325" y="0"/>
                  </a:moveTo>
                  <a:cubicBezTo>
                    <a:pt x="149" y="0"/>
                    <a:pt x="0" y="148"/>
                    <a:pt x="0" y="334"/>
                  </a:cubicBezTo>
                  <a:cubicBezTo>
                    <a:pt x="0" y="510"/>
                    <a:pt x="149" y="659"/>
                    <a:pt x="325" y="659"/>
                  </a:cubicBezTo>
                  <a:cubicBezTo>
                    <a:pt x="511" y="659"/>
                    <a:pt x="659" y="510"/>
                    <a:pt x="659" y="334"/>
                  </a:cubicBezTo>
                  <a:cubicBezTo>
                    <a:pt x="659" y="148"/>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4" name="Google Shape;794;p24"/>
            <p:cNvSpPr/>
            <p:nvPr/>
          </p:nvSpPr>
          <p:spPr>
            <a:xfrm>
              <a:off x="7541825" y="3581839"/>
              <a:ext cx="93638" cy="29030"/>
            </a:xfrm>
            <a:custGeom>
              <a:avLst/>
              <a:gdLst/>
              <a:ahLst/>
              <a:cxnLst/>
              <a:rect l="l" t="t" r="r" b="b"/>
              <a:pathLst>
                <a:path w="1587" h="492" extrusionOk="0">
                  <a:moveTo>
                    <a:pt x="242" y="0"/>
                  </a:moveTo>
                  <a:cubicBezTo>
                    <a:pt x="112" y="0"/>
                    <a:pt x="1" y="111"/>
                    <a:pt x="1" y="251"/>
                  </a:cubicBezTo>
                  <a:cubicBezTo>
                    <a:pt x="1" y="380"/>
                    <a:pt x="112" y="492"/>
                    <a:pt x="242" y="492"/>
                  </a:cubicBezTo>
                  <a:lnTo>
                    <a:pt x="1336" y="492"/>
                  </a:lnTo>
                  <a:cubicBezTo>
                    <a:pt x="1476" y="492"/>
                    <a:pt x="1587" y="380"/>
                    <a:pt x="1587" y="251"/>
                  </a:cubicBezTo>
                  <a:cubicBezTo>
                    <a:pt x="1587" y="111"/>
                    <a:pt x="1476"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5" name="Google Shape;795;p24"/>
            <p:cNvSpPr/>
            <p:nvPr/>
          </p:nvSpPr>
          <p:spPr>
            <a:xfrm>
              <a:off x="7537990" y="3578534"/>
              <a:ext cx="100778" cy="35638"/>
            </a:xfrm>
            <a:custGeom>
              <a:avLst/>
              <a:gdLst/>
              <a:ahLst/>
              <a:cxnLst/>
              <a:rect l="l" t="t" r="r" b="b"/>
              <a:pathLst>
                <a:path w="1708" h="604" extrusionOk="0">
                  <a:moveTo>
                    <a:pt x="1401" y="112"/>
                  </a:moveTo>
                  <a:cubicBezTo>
                    <a:pt x="1503" y="112"/>
                    <a:pt x="1587" y="195"/>
                    <a:pt x="1587" y="307"/>
                  </a:cubicBezTo>
                  <a:cubicBezTo>
                    <a:pt x="1587" y="409"/>
                    <a:pt x="1503" y="492"/>
                    <a:pt x="1401" y="492"/>
                  </a:cubicBezTo>
                  <a:lnTo>
                    <a:pt x="307" y="492"/>
                  </a:lnTo>
                  <a:cubicBezTo>
                    <a:pt x="205" y="492"/>
                    <a:pt x="121" y="409"/>
                    <a:pt x="121" y="307"/>
                  </a:cubicBezTo>
                  <a:cubicBezTo>
                    <a:pt x="121" y="195"/>
                    <a:pt x="205" y="112"/>
                    <a:pt x="307" y="112"/>
                  </a:cubicBezTo>
                  <a:close/>
                  <a:moveTo>
                    <a:pt x="307" y="0"/>
                  </a:moveTo>
                  <a:cubicBezTo>
                    <a:pt x="140" y="0"/>
                    <a:pt x="1" y="130"/>
                    <a:pt x="1" y="307"/>
                  </a:cubicBezTo>
                  <a:cubicBezTo>
                    <a:pt x="1" y="474"/>
                    <a:pt x="140" y="603"/>
                    <a:pt x="307"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6" name="Google Shape;796;p24"/>
            <p:cNvSpPr/>
            <p:nvPr/>
          </p:nvSpPr>
          <p:spPr>
            <a:xfrm>
              <a:off x="7134585" y="1285137"/>
              <a:ext cx="959039" cy="662902"/>
            </a:xfrm>
            <a:custGeom>
              <a:avLst/>
              <a:gdLst/>
              <a:ahLst/>
              <a:cxnLst/>
              <a:rect l="l" t="t" r="r" b="b"/>
              <a:pathLst>
                <a:path w="16254" h="11235" extrusionOk="0">
                  <a:moveTo>
                    <a:pt x="427" y="0"/>
                  </a:moveTo>
                  <a:cubicBezTo>
                    <a:pt x="195" y="0"/>
                    <a:pt x="1" y="195"/>
                    <a:pt x="1" y="427"/>
                  </a:cubicBezTo>
                  <a:lnTo>
                    <a:pt x="1" y="11086"/>
                  </a:lnTo>
                  <a:cubicBezTo>
                    <a:pt x="1" y="11169"/>
                    <a:pt x="66" y="11234"/>
                    <a:pt x="149" y="11234"/>
                  </a:cubicBezTo>
                  <a:lnTo>
                    <a:pt x="16105" y="11234"/>
                  </a:lnTo>
                  <a:cubicBezTo>
                    <a:pt x="16188" y="11234"/>
                    <a:pt x="16253" y="11169"/>
                    <a:pt x="16253" y="11086"/>
                  </a:cubicBezTo>
                  <a:lnTo>
                    <a:pt x="16253" y="427"/>
                  </a:lnTo>
                  <a:cubicBezTo>
                    <a:pt x="16253" y="195"/>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7" name="Google Shape;797;p24"/>
            <p:cNvSpPr/>
            <p:nvPr/>
          </p:nvSpPr>
          <p:spPr>
            <a:xfrm>
              <a:off x="7131340" y="1281833"/>
              <a:ext cx="965588" cy="670041"/>
            </a:xfrm>
            <a:custGeom>
              <a:avLst/>
              <a:gdLst/>
              <a:ahLst/>
              <a:cxnLst/>
              <a:rect l="l" t="t" r="r" b="b"/>
              <a:pathLst>
                <a:path w="16365" h="11356" extrusionOk="0">
                  <a:moveTo>
                    <a:pt x="15882" y="121"/>
                  </a:moveTo>
                  <a:cubicBezTo>
                    <a:pt x="16086" y="121"/>
                    <a:pt x="16243" y="279"/>
                    <a:pt x="16243" y="483"/>
                  </a:cubicBezTo>
                  <a:lnTo>
                    <a:pt x="16243" y="11142"/>
                  </a:lnTo>
                  <a:cubicBezTo>
                    <a:pt x="16243" y="11198"/>
                    <a:pt x="16206" y="11235"/>
                    <a:pt x="16160" y="11235"/>
                  </a:cubicBezTo>
                  <a:lnTo>
                    <a:pt x="204" y="11235"/>
                  </a:lnTo>
                  <a:cubicBezTo>
                    <a:pt x="158" y="11235"/>
                    <a:pt x="111" y="11198"/>
                    <a:pt x="111" y="11142"/>
                  </a:cubicBezTo>
                  <a:lnTo>
                    <a:pt x="111" y="483"/>
                  </a:lnTo>
                  <a:cubicBezTo>
                    <a:pt x="111" y="279"/>
                    <a:pt x="278" y="121"/>
                    <a:pt x="482" y="121"/>
                  </a:cubicBezTo>
                  <a:close/>
                  <a:moveTo>
                    <a:pt x="482" y="1"/>
                  </a:moveTo>
                  <a:cubicBezTo>
                    <a:pt x="213" y="1"/>
                    <a:pt x="0" y="214"/>
                    <a:pt x="0" y="483"/>
                  </a:cubicBezTo>
                  <a:lnTo>
                    <a:pt x="0" y="11142"/>
                  </a:lnTo>
                  <a:cubicBezTo>
                    <a:pt x="0" y="11262"/>
                    <a:pt x="93" y="11355"/>
                    <a:pt x="204" y="11355"/>
                  </a:cubicBezTo>
                  <a:lnTo>
                    <a:pt x="16160" y="11355"/>
                  </a:lnTo>
                  <a:cubicBezTo>
                    <a:pt x="16271" y="11355"/>
                    <a:pt x="16364" y="11262"/>
                    <a:pt x="16364" y="11142"/>
                  </a:cubicBezTo>
                  <a:lnTo>
                    <a:pt x="16364" y="483"/>
                  </a:lnTo>
                  <a:cubicBezTo>
                    <a:pt x="16364"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8" name="Google Shape;798;p24"/>
            <p:cNvSpPr/>
            <p:nvPr/>
          </p:nvSpPr>
          <p:spPr>
            <a:xfrm>
              <a:off x="7204681" y="1349156"/>
              <a:ext cx="818847" cy="535396"/>
            </a:xfrm>
            <a:custGeom>
              <a:avLst/>
              <a:gdLst/>
              <a:ahLst/>
              <a:cxnLst/>
              <a:rect l="l" t="t" r="r" b="b"/>
              <a:pathLst>
                <a:path w="13878" h="9074" extrusionOk="0">
                  <a:moveTo>
                    <a:pt x="0" y="1"/>
                  </a:moveTo>
                  <a:lnTo>
                    <a:pt x="0" y="1847"/>
                  </a:lnTo>
                  <a:lnTo>
                    <a:pt x="0" y="7376"/>
                  </a:lnTo>
                  <a:lnTo>
                    <a:pt x="0" y="9073"/>
                  </a:lnTo>
                  <a:lnTo>
                    <a:pt x="13878" y="9073"/>
                  </a:lnTo>
                  <a:lnTo>
                    <a:pt x="138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9" name="Google Shape;799;p24"/>
            <p:cNvSpPr/>
            <p:nvPr/>
          </p:nvSpPr>
          <p:spPr>
            <a:xfrm>
              <a:off x="7201376" y="1345320"/>
              <a:ext cx="825455" cy="542476"/>
            </a:xfrm>
            <a:custGeom>
              <a:avLst/>
              <a:gdLst/>
              <a:ahLst/>
              <a:cxnLst/>
              <a:rect l="l" t="t" r="r" b="b"/>
              <a:pathLst>
                <a:path w="13990" h="9194" extrusionOk="0">
                  <a:moveTo>
                    <a:pt x="56" y="1"/>
                  </a:moveTo>
                  <a:cubicBezTo>
                    <a:pt x="28" y="1"/>
                    <a:pt x="0" y="29"/>
                    <a:pt x="0" y="66"/>
                  </a:cubicBezTo>
                  <a:lnTo>
                    <a:pt x="0" y="1912"/>
                  </a:lnTo>
                  <a:cubicBezTo>
                    <a:pt x="0" y="1949"/>
                    <a:pt x="28" y="1967"/>
                    <a:pt x="56" y="1967"/>
                  </a:cubicBezTo>
                  <a:cubicBezTo>
                    <a:pt x="93" y="1967"/>
                    <a:pt x="112" y="1949"/>
                    <a:pt x="112" y="1912"/>
                  </a:cubicBezTo>
                  <a:lnTo>
                    <a:pt x="112" y="121"/>
                  </a:lnTo>
                  <a:lnTo>
                    <a:pt x="13869" y="121"/>
                  </a:lnTo>
                  <a:lnTo>
                    <a:pt x="13869" y="9083"/>
                  </a:lnTo>
                  <a:lnTo>
                    <a:pt x="112" y="9083"/>
                  </a:lnTo>
                  <a:lnTo>
                    <a:pt x="112" y="7441"/>
                  </a:lnTo>
                  <a:cubicBezTo>
                    <a:pt x="112" y="7403"/>
                    <a:pt x="93" y="7385"/>
                    <a:pt x="56" y="7385"/>
                  </a:cubicBezTo>
                  <a:cubicBezTo>
                    <a:pt x="28" y="7385"/>
                    <a:pt x="0" y="7403"/>
                    <a:pt x="0" y="7441"/>
                  </a:cubicBezTo>
                  <a:lnTo>
                    <a:pt x="0" y="9138"/>
                  </a:lnTo>
                  <a:cubicBezTo>
                    <a:pt x="0" y="9175"/>
                    <a:pt x="28" y="9194"/>
                    <a:pt x="56" y="9194"/>
                  </a:cubicBezTo>
                  <a:lnTo>
                    <a:pt x="13934" y="9194"/>
                  </a:lnTo>
                  <a:cubicBezTo>
                    <a:pt x="13962" y="9194"/>
                    <a:pt x="13990" y="9175"/>
                    <a:pt x="13990" y="9138"/>
                  </a:cubicBezTo>
                  <a:lnTo>
                    <a:pt x="13990" y="66"/>
                  </a:lnTo>
                  <a:cubicBezTo>
                    <a:pt x="13990" y="29"/>
                    <a:pt x="13962"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0" name="Google Shape;800;p24"/>
            <p:cNvSpPr/>
            <p:nvPr/>
          </p:nvSpPr>
          <p:spPr>
            <a:xfrm>
              <a:off x="7201376" y="1512300"/>
              <a:ext cx="6608" cy="180668"/>
            </a:xfrm>
            <a:custGeom>
              <a:avLst/>
              <a:gdLst/>
              <a:ahLst/>
              <a:cxnLst/>
              <a:rect l="l" t="t" r="r" b="b"/>
              <a:pathLst>
                <a:path w="112" h="3062" extrusionOk="0">
                  <a:moveTo>
                    <a:pt x="56" y="0"/>
                  </a:moveTo>
                  <a:cubicBezTo>
                    <a:pt x="28" y="0"/>
                    <a:pt x="0" y="28"/>
                    <a:pt x="0" y="56"/>
                  </a:cubicBezTo>
                  <a:lnTo>
                    <a:pt x="0" y="3006"/>
                  </a:lnTo>
                  <a:cubicBezTo>
                    <a:pt x="0" y="3034"/>
                    <a:pt x="28" y="3061"/>
                    <a:pt x="56" y="3061"/>
                  </a:cubicBezTo>
                  <a:cubicBezTo>
                    <a:pt x="93" y="3061"/>
                    <a:pt x="112" y="3034"/>
                    <a:pt x="112" y="3006"/>
                  </a:cubicBezTo>
                  <a:lnTo>
                    <a:pt x="112" y="56"/>
                  </a:lnTo>
                  <a:cubicBezTo>
                    <a:pt x="112" y="28"/>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1" name="Google Shape;801;p24"/>
            <p:cNvSpPr/>
            <p:nvPr/>
          </p:nvSpPr>
          <p:spPr>
            <a:xfrm>
              <a:off x="7603130" y="1307027"/>
              <a:ext cx="21949" cy="21418"/>
            </a:xfrm>
            <a:custGeom>
              <a:avLst/>
              <a:gdLst/>
              <a:ahLst/>
              <a:cxnLst/>
              <a:rect l="l" t="t" r="r" b="b"/>
              <a:pathLst>
                <a:path w="372" h="363" extrusionOk="0">
                  <a:moveTo>
                    <a:pt x="186" y="121"/>
                  </a:moveTo>
                  <a:cubicBezTo>
                    <a:pt x="223" y="121"/>
                    <a:pt x="251" y="149"/>
                    <a:pt x="251" y="186"/>
                  </a:cubicBezTo>
                  <a:cubicBezTo>
                    <a:pt x="251" y="223"/>
                    <a:pt x="223" y="251"/>
                    <a:pt x="186" y="251"/>
                  </a:cubicBezTo>
                  <a:cubicBezTo>
                    <a:pt x="149" y="251"/>
                    <a:pt x="121" y="223"/>
                    <a:pt x="121" y="186"/>
                  </a:cubicBezTo>
                  <a:cubicBezTo>
                    <a:pt x="121" y="149"/>
                    <a:pt x="149" y="121"/>
                    <a:pt x="186" y="121"/>
                  </a:cubicBezTo>
                  <a:close/>
                  <a:moveTo>
                    <a:pt x="186" y="0"/>
                  </a:moveTo>
                  <a:cubicBezTo>
                    <a:pt x="84" y="0"/>
                    <a:pt x="1" y="84"/>
                    <a:pt x="1" y="186"/>
                  </a:cubicBezTo>
                  <a:cubicBezTo>
                    <a:pt x="1" y="279"/>
                    <a:pt x="84" y="362"/>
                    <a:pt x="186" y="362"/>
                  </a:cubicBezTo>
                  <a:cubicBezTo>
                    <a:pt x="288" y="362"/>
                    <a:pt x="372" y="288"/>
                    <a:pt x="372" y="186"/>
                  </a:cubicBezTo>
                  <a:cubicBezTo>
                    <a:pt x="372" y="84"/>
                    <a:pt x="288"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2" name="Google Shape;802;p24"/>
            <p:cNvSpPr/>
            <p:nvPr/>
          </p:nvSpPr>
          <p:spPr>
            <a:xfrm>
              <a:off x="6977518" y="1943023"/>
              <a:ext cx="1272641" cy="86027"/>
            </a:xfrm>
            <a:custGeom>
              <a:avLst/>
              <a:gdLst/>
              <a:ahLst/>
              <a:cxnLst/>
              <a:rect l="l" t="t" r="r" b="b"/>
              <a:pathLst>
                <a:path w="21569" h="1458" extrusionOk="0">
                  <a:moveTo>
                    <a:pt x="0" y="1"/>
                  </a:moveTo>
                  <a:lnTo>
                    <a:pt x="0" y="891"/>
                  </a:lnTo>
                  <a:cubicBezTo>
                    <a:pt x="0" y="1207"/>
                    <a:pt x="260" y="1457"/>
                    <a:pt x="575" y="1457"/>
                  </a:cubicBezTo>
                  <a:lnTo>
                    <a:pt x="21003" y="1457"/>
                  </a:lnTo>
                  <a:cubicBezTo>
                    <a:pt x="21318"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3" name="Google Shape;803;p24"/>
            <p:cNvSpPr/>
            <p:nvPr/>
          </p:nvSpPr>
          <p:spPr>
            <a:xfrm>
              <a:off x="6974214" y="1939778"/>
              <a:ext cx="1279781" cy="92517"/>
            </a:xfrm>
            <a:custGeom>
              <a:avLst/>
              <a:gdLst/>
              <a:ahLst/>
              <a:cxnLst/>
              <a:rect l="l" t="t" r="r" b="b"/>
              <a:pathLst>
                <a:path w="21690" h="1568" extrusionOk="0">
                  <a:moveTo>
                    <a:pt x="21569" y="111"/>
                  </a:moveTo>
                  <a:lnTo>
                    <a:pt x="21569" y="946"/>
                  </a:lnTo>
                  <a:cubicBezTo>
                    <a:pt x="21569" y="1225"/>
                    <a:pt x="21337" y="1457"/>
                    <a:pt x="21059" y="1457"/>
                  </a:cubicBezTo>
                  <a:lnTo>
                    <a:pt x="631" y="1457"/>
                  </a:lnTo>
                  <a:cubicBezTo>
                    <a:pt x="344" y="1457"/>
                    <a:pt x="121" y="1225"/>
                    <a:pt x="121" y="946"/>
                  </a:cubicBezTo>
                  <a:lnTo>
                    <a:pt x="121" y="111"/>
                  </a:lnTo>
                  <a:close/>
                  <a:moveTo>
                    <a:pt x="56" y="0"/>
                  </a:moveTo>
                  <a:cubicBezTo>
                    <a:pt x="28" y="0"/>
                    <a:pt x="1" y="28"/>
                    <a:pt x="1" y="56"/>
                  </a:cubicBezTo>
                  <a:lnTo>
                    <a:pt x="1" y="946"/>
                  </a:lnTo>
                  <a:cubicBezTo>
                    <a:pt x="1" y="1290"/>
                    <a:pt x="279" y="1568"/>
                    <a:pt x="631" y="1568"/>
                  </a:cubicBezTo>
                  <a:lnTo>
                    <a:pt x="21059" y="1568"/>
                  </a:lnTo>
                  <a:cubicBezTo>
                    <a:pt x="21402" y="1568"/>
                    <a:pt x="21690" y="1290"/>
                    <a:pt x="21690" y="946"/>
                  </a:cubicBezTo>
                  <a:lnTo>
                    <a:pt x="21690" y="56"/>
                  </a:lnTo>
                  <a:cubicBezTo>
                    <a:pt x="21690" y="28"/>
                    <a:pt x="21662"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4" name="Google Shape;804;p24"/>
            <p:cNvSpPr/>
            <p:nvPr/>
          </p:nvSpPr>
          <p:spPr>
            <a:xfrm>
              <a:off x="6986251" y="2005449"/>
              <a:ext cx="1255176" cy="6608"/>
            </a:xfrm>
            <a:custGeom>
              <a:avLst/>
              <a:gdLst/>
              <a:ahLst/>
              <a:cxnLst/>
              <a:rect l="l" t="t" r="r" b="b"/>
              <a:pathLst>
                <a:path w="21273" h="112" extrusionOk="0">
                  <a:moveTo>
                    <a:pt x="66" y="0"/>
                  </a:moveTo>
                  <a:cubicBezTo>
                    <a:pt x="29" y="0"/>
                    <a:pt x="1" y="28"/>
                    <a:pt x="1" y="56"/>
                  </a:cubicBezTo>
                  <a:cubicBezTo>
                    <a:pt x="1" y="93"/>
                    <a:pt x="29" y="112"/>
                    <a:pt x="66" y="112"/>
                  </a:cubicBezTo>
                  <a:lnTo>
                    <a:pt x="21216" y="112"/>
                  </a:lnTo>
                  <a:cubicBezTo>
                    <a:pt x="21254" y="112"/>
                    <a:pt x="21272" y="93"/>
                    <a:pt x="21272" y="56"/>
                  </a:cubicBezTo>
                  <a:cubicBezTo>
                    <a:pt x="21272" y="28"/>
                    <a:pt x="2125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5" name="Google Shape;805;p24"/>
            <p:cNvSpPr/>
            <p:nvPr/>
          </p:nvSpPr>
          <p:spPr>
            <a:xfrm>
              <a:off x="7492557" y="1948511"/>
              <a:ext cx="243093" cy="26905"/>
            </a:xfrm>
            <a:custGeom>
              <a:avLst/>
              <a:gdLst/>
              <a:ahLst/>
              <a:cxnLst/>
              <a:rect l="l" t="t" r="r" b="b"/>
              <a:pathLst>
                <a:path w="4120" h="456" extrusionOk="0">
                  <a:moveTo>
                    <a:pt x="1" y="1"/>
                  </a:moveTo>
                  <a:lnTo>
                    <a:pt x="1"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6" name="Google Shape;806;p24"/>
            <p:cNvSpPr/>
            <p:nvPr/>
          </p:nvSpPr>
          <p:spPr>
            <a:xfrm>
              <a:off x="7489253" y="1945206"/>
              <a:ext cx="249702" cy="33455"/>
            </a:xfrm>
            <a:custGeom>
              <a:avLst/>
              <a:gdLst/>
              <a:ahLst/>
              <a:cxnLst/>
              <a:rect l="l" t="t" r="r" b="b"/>
              <a:pathLst>
                <a:path w="4232" h="567" extrusionOk="0">
                  <a:moveTo>
                    <a:pt x="4120" y="112"/>
                  </a:moveTo>
                  <a:lnTo>
                    <a:pt x="4120" y="455"/>
                  </a:lnTo>
                  <a:lnTo>
                    <a:pt x="112" y="455"/>
                  </a:lnTo>
                  <a:lnTo>
                    <a:pt x="112" y="112"/>
                  </a:lnTo>
                  <a:close/>
                  <a:moveTo>
                    <a:pt x="57" y="1"/>
                  </a:moveTo>
                  <a:cubicBezTo>
                    <a:pt x="29" y="1"/>
                    <a:pt x="1" y="19"/>
                    <a:pt x="1" y="57"/>
                  </a:cubicBezTo>
                  <a:lnTo>
                    <a:pt x="1" y="511"/>
                  </a:lnTo>
                  <a:cubicBezTo>
                    <a:pt x="1" y="539"/>
                    <a:pt x="29" y="567"/>
                    <a:pt x="57"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7" name="Google Shape;807;p24"/>
            <p:cNvSpPr/>
            <p:nvPr/>
          </p:nvSpPr>
          <p:spPr>
            <a:xfrm>
              <a:off x="7368297" y="1450405"/>
              <a:ext cx="438512" cy="375556"/>
            </a:xfrm>
            <a:custGeom>
              <a:avLst/>
              <a:gdLst/>
              <a:ahLst/>
              <a:cxnLst/>
              <a:rect l="l" t="t" r="r" b="b"/>
              <a:pathLst>
                <a:path w="7432" h="6365" extrusionOk="0">
                  <a:moveTo>
                    <a:pt x="298" y="1"/>
                  </a:moveTo>
                  <a:cubicBezTo>
                    <a:pt x="131" y="1"/>
                    <a:pt x="1" y="140"/>
                    <a:pt x="1" y="298"/>
                  </a:cubicBezTo>
                  <a:lnTo>
                    <a:pt x="1" y="6068"/>
                  </a:lnTo>
                  <a:cubicBezTo>
                    <a:pt x="1" y="6235"/>
                    <a:pt x="131" y="6365"/>
                    <a:pt x="298" y="6365"/>
                  </a:cubicBezTo>
                  <a:lnTo>
                    <a:pt x="7135" y="6365"/>
                  </a:lnTo>
                  <a:cubicBezTo>
                    <a:pt x="7302" y="6365"/>
                    <a:pt x="7431" y="6235"/>
                    <a:pt x="7431" y="6068"/>
                  </a:cubicBezTo>
                  <a:lnTo>
                    <a:pt x="7431" y="298"/>
                  </a:lnTo>
                  <a:cubicBezTo>
                    <a:pt x="7431" y="140"/>
                    <a:pt x="7302" y="1"/>
                    <a:pt x="71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8" name="Google Shape;808;p24"/>
            <p:cNvSpPr/>
            <p:nvPr/>
          </p:nvSpPr>
          <p:spPr>
            <a:xfrm>
              <a:off x="7397326" y="1420844"/>
              <a:ext cx="438512" cy="375556"/>
            </a:xfrm>
            <a:custGeom>
              <a:avLst/>
              <a:gdLst/>
              <a:ahLst/>
              <a:cxnLst/>
              <a:rect l="l" t="t" r="r" b="b"/>
              <a:pathLst>
                <a:path w="7432" h="6365" extrusionOk="0">
                  <a:moveTo>
                    <a:pt x="353" y="1"/>
                  </a:moveTo>
                  <a:cubicBezTo>
                    <a:pt x="158" y="1"/>
                    <a:pt x="0" y="159"/>
                    <a:pt x="0" y="353"/>
                  </a:cubicBezTo>
                  <a:lnTo>
                    <a:pt x="0" y="6012"/>
                  </a:lnTo>
                  <a:cubicBezTo>
                    <a:pt x="0" y="6207"/>
                    <a:pt x="158" y="6365"/>
                    <a:pt x="353" y="6365"/>
                  </a:cubicBezTo>
                  <a:lnTo>
                    <a:pt x="7088" y="6365"/>
                  </a:lnTo>
                  <a:cubicBezTo>
                    <a:pt x="7273" y="6365"/>
                    <a:pt x="7431" y="6207"/>
                    <a:pt x="7431" y="6012"/>
                  </a:cubicBezTo>
                  <a:lnTo>
                    <a:pt x="7431" y="353"/>
                  </a:lnTo>
                  <a:cubicBezTo>
                    <a:pt x="7431" y="159"/>
                    <a:pt x="727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9" name="Google Shape;809;p24"/>
            <p:cNvSpPr/>
            <p:nvPr/>
          </p:nvSpPr>
          <p:spPr>
            <a:xfrm>
              <a:off x="7394022" y="1417599"/>
              <a:ext cx="445652" cy="382105"/>
            </a:xfrm>
            <a:custGeom>
              <a:avLst/>
              <a:gdLst/>
              <a:ahLst/>
              <a:cxnLst/>
              <a:rect l="l" t="t" r="r" b="b"/>
              <a:pathLst>
                <a:path w="7553" h="6476" extrusionOk="0">
                  <a:moveTo>
                    <a:pt x="7144" y="112"/>
                  </a:moveTo>
                  <a:cubicBezTo>
                    <a:pt x="7302" y="112"/>
                    <a:pt x="7431" y="241"/>
                    <a:pt x="7431" y="408"/>
                  </a:cubicBezTo>
                  <a:lnTo>
                    <a:pt x="7431" y="6067"/>
                  </a:lnTo>
                  <a:cubicBezTo>
                    <a:pt x="7431" y="6225"/>
                    <a:pt x="7302" y="6355"/>
                    <a:pt x="7144" y="6355"/>
                  </a:cubicBezTo>
                  <a:lnTo>
                    <a:pt x="409" y="6355"/>
                  </a:lnTo>
                  <a:cubicBezTo>
                    <a:pt x="242" y="6355"/>
                    <a:pt x="112" y="6225"/>
                    <a:pt x="112" y="6067"/>
                  </a:cubicBezTo>
                  <a:lnTo>
                    <a:pt x="112" y="408"/>
                  </a:lnTo>
                  <a:cubicBezTo>
                    <a:pt x="112" y="241"/>
                    <a:pt x="242" y="112"/>
                    <a:pt x="409" y="112"/>
                  </a:cubicBezTo>
                  <a:close/>
                  <a:moveTo>
                    <a:pt x="409" y="0"/>
                  </a:moveTo>
                  <a:cubicBezTo>
                    <a:pt x="177" y="0"/>
                    <a:pt x="1" y="176"/>
                    <a:pt x="1" y="408"/>
                  </a:cubicBezTo>
                  <a:lnTo>
                    <a:pt x="1" y="6067"/>
                  </a:lnTo>
                  <a:cubicBezTo>
                    <a:pt x="1" y="6290"/>
                    <a:pt x="177" y="6475"/>
                    <a:pt x="409" y="6475"/>
                  </a:cubicBezTo>
                  <a:lnTo>
                    <a:pt x="7144" y="6475"/>
                  </a:lnTo>
                  <a:cubicBezTo>
                    <a:pt x="7367" y="6475"/>
                    <a:pt x="7552" y="6290"/>
                    <a:pt x="7543" y="6067"/>
                  </a:cubicBezTo>
                  <a:lnTo>
                    <a:pt x="7543" y="408"/>
                  </a:lnTo>
                  <a:cubicBezTo>
                    <a:pt x="7543" y="186"/>
                    <a:pt x="7367" y="0"/>
                    <a:pt x="7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0" name="Google Shape;810;p24"/>
            <p:cNvSpPr/>
            <p:nvPr/>
          </p:nvSpPr>
          <p:spPr>
            <a:xfrm>
              <a:off x="7464649" y="1618446"/>
              <a:ext cx="302746" cy="40594"/>
            </a:xfrm>
            <a:custGeom>
              <a:avLst/>
              <a:gdLst/>
              <a:ahLst/>
              <a:cxnLst/>
              <a:rect l="l" t="t" r="r" b="b"/>
              <a:pathLst>
                <a:path w="5131" h="688" extrusionOk="0">
                  <a:moveTo>
                    <a:pt x="325" y="1"/>
                  </a:moveTo>
                  <a:cubicBezTo>
                    <a:pt x="149" y="1"/>
                    <a:pt x="1" y="149"/>
                    <a:pt x="1" y="325"/>
                  </a:cubicBezTo>
                  <a:lnTo>
                    <a:pt x="1" y="363"/>
                  </a:lnTo>
                  <a:cubicBezTo>
                    <a:pt x="1" y="548"/>
                    <a:pt x="149" y="687"/>
                    <a:pt x="325" y="687"/>
                  </a:cubicBezTo>
                  <a:lnTo>
                    <a:pt x="4806" y="687"/>
                  </a:lnTo>
                  <a:cubicBezTo>
                    <a:pt x="4991" y="687"/>
                    <a:pt x="5131" y="548"/>
                    <a:pt x="5131" y="363"/>
                  </a:cubicBezTo>
                  <a:lnTo>
                    <a:pt x="5131" y="325"/>
                  </a:lnTo>
                  <a:cubicBezTo>
                    <a:pt x="5131" y="149"/>
                    <a:pt x="4991"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1" name="Google Shape;811;p24"/>
            <p:cNvSpPr/>
            <p:nvPr/>
          </p:nvSpPr>
          <p:spPr>
            <a:xfrm>
              <a:off x="7461345" y="1615201"/>
              <a:ext cx="309885" cy="47085"/>
            </a:xfrm>
            <a:custGeom>
              <a:avLst/>
              <a:gdLst/>
              <a:ahLst/>
              <a:cxnLst/>
              <a:rect l="l" t="t" r="r" b="b"/>
              <a:pathLst>
                <a:path w="5252" h="798" extrusionOk="0">
                  <a:moveTo>
                    <a:pt x="4862" y="111"/>
                  </a:moveTo>
                  <a:cubicBezTo>
                    <a:pt x="5010" y="111"/>
                    <a:pt x="5131" y="232"/>
                    <a:pt x="5131" y="380"/>
                  </a:cubicBezTo>
                  <a:lnTo>
                    <a:pt x="5131" y="418"/>
                  </a:lnTo>
                  <a:cubicBezTo>
                    <a:pt x="5131" y="566"/>
                    <a:pt x="5010" y="687"/>
                    <a:pt x="4862" y="687"/>
                  </a:cubicBezTo>
                  <a:lnTo>
                    <a:pt x="381" y="687"/>
                  </a:lnTo>
                  <a:cubicBezTo>
                    <a:pt x="233" y="687"/>
                    <a:pt x="112" y="566"/>
                    <a:pt x="112" y="418"/>
                  </a:cubicBezTo>
                  <a:lnTo>
                    <a:pt x="112" y="380"/>
                  </a:lnTo>
                  <a:cubicBezTo>
                    <a:pt x="112" y="232"/>
                    <a:pt x="233" y="111"/>
                    <a:pt x="381" y="111"/>
                  </a:cubicBezTo>
                  <a:close/>
                  <a:moveTo>
                    <a:pt x="381" y="0"/>
                  </a:moveTo>
                  <a:cubicBezTo>
                    <a:pt x="168" y="0"/>
                    <a:pt x="1" y="167"/>
                    <a:pt x="1" y="380"/>
                  </a:cubicBezTo>
                  <a:lnTo>
                    <a:pt x="1" y="418"/>
                  </a:lnTo>
                  <a:cubicBezTo>
                    <a:pt x="1" y="631"/>
                    <a:pt x="168" y="798"/>
                    <a:pt x="381" y="798"/>
                  </a:cubicBezTo>
                  <a:lnTo>
                    <a:pt x="4862" y="798"/>
                  </a:lnTo>
                  <a:cubicBezTo>
                    <a:pt x="5075" y="798"/>
                    <a:pt x="5251" y="631"/>
                    <a:pt x="5251" y="418"/>
                  </a:cubicBezTo>
                  <a:lnTo>
                    <a:pt x="5251" y="380"/>
                  </a:lnTo>
                  <a:cubicBezTo>
                    <a:pt x="5251" y="167"/>
                    <a:pt x="5075" y="0"/>
                    <a:pt x="4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2" name="Google Shape;812;p24"/>
            <p:cNvSpPr/>
            <p:nvPr/>
          </p:nvSpPr>
          <p:spPr>
            <a:xfrm>
              <a:off x="7497514" y="1629421"/>
              <a:ext cx="235423" cy="16993"/>
            </a:xfrm>
            <a:custGeom>
              <a:avLst/>
              <a:gdLst/>
              <a:ahLst/>
              <a:cxnLst/>
              <a:rect l="l" t="t" r="r" b="b"/>
              <a:pathLst>
                <a:path w="3990" h="288" extrusionOk="0">
                  <a:moveTo>
                    <a:pt x="3850" y="56"/>
                  </a:moveTo>
                  <a:cubicBezTo>
                    <a:pt x="3896" y="56"/>
                    <a:pt x="3933" y="93"/>
                    <a:pt x="3933" y="139"/>
                  </a:cubicBezTo>
                  <a:lnTo>
                    <a:pt x="3933" y="149"/>
                  </a:lnTo>
                  <a:cubicBezTo>
                    <a:pt x="3933" y="195"/>
                    <a:pt x="3896" y="232"/>
                    <a:pt x="3850" y="232"/>
                  </a:cubicBezTo>
                  <a:lnTo>
                    <a:pt x="139" y="232"/>
                  </a:lnTo>
                  <a:cubicBezTo>
                    <a:pt x="93" y="232"/>
                    <a:pt x="56" y="195"/>
                    <a:pt x="56" y="149"/>
                  </a:cubicBezTo>
                  <a:lnTo>
                    <a:pt x="56" y="139"/>
                  </a:lnTo>
                  <a:cubicBezTo>
                    <a:pt x="56" y="93"/>
                    <a:pt x="93" y="56"/>
                    <a:pt x="139" y="56"/>
                  </a:cubicBezTo>
                  <a:close/>
                  <a:moveTo>
                    <a:pt x="139" y="0"/>
                  </a:moveTo>
                  <a:cubicBezTo>
                    <a:pt x="65" y="0"/>
                    <a:pt x="0" y="65"/>
                    <a:pt x="0" y="139"/>
                  </a:cubicBezTo>
                  <a:lnTo>
                    <a:pt x="0" y="149"/>
                  </a:lnTo>
                  <a:cubicBezTo>
                    <a:pt x="0" y="223"/>
                    <a:pt x="65" y="288"/>
                    <a:pt x="139" y="288"/>
                  </a:cubicBezTo>
                  <a:lnTo>
                    <a:pt x="3850" y="288"/>
                  </a:lnTo>
                  <a:cubicBezTo>
                    <a:pt x="3924" y="288"/>
                    <a:pt x="3989" y="232"/>
                    <a:pt x="3989" y="149"/>
                  </a:cubicBezTo>
                  <a:lnTo>
                    <a:pt x="3989" y="139"/>
                  </a:lnTo>
                  <a:cubicBezTo>
                    <a:pt x="3989" y="65"/>
                    <a:pt x="3924"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3" name="Google Shape;813;p24"/>
            <p:cNvSpPr/>
            <p:nvPr/>
          </p:nvSpPr>
          <p:spPr>
            <a:xfrm>
              <a:off x="7517221" y="1681934"/>
              <a:ext cx="198192" cy="23601"/>
            </a:xfrm>
            <a:custGeom>
              <a:avLst/>
              <a:gdLst/>
              <a:ahLst/>
              <a:cxnLst/>
              <a:rect l="l" t="t" r="r" b="b"/>
              <a:pathLst>
                <a:path w="3359" h="400" extrusionOk="0">
                  <a:moveTo>
                    <a:pt x="195" y="1"/>
                  </a:moveTo>
                  <a:cubicBezTo>
                    <a:pt x="93" y="1"/>
                    <a:pt x="0" y="84"/>
                    <a:pt x="0" y="196"/>
                  </a:cubicBezTo>
                  <a:cubicBezTo>
                    <a:pt x="0" y="307"/>
                    <a:pt x="93" y="400"/>
                    <a:pt x="195" y="400"/>
                  </a:cubicBezTo>
                  <a:lnTo>
                    <a:pt x="3154" y="400"/>
                  </a:lnTo>
                  <a:cubicBezTo>
                    <a:pt x="3265" y="400"/>
                    <a:pt x="3358" y="307"/>
                    <a:pt x="3358" y="196"/>
                  </a:cubicBezTo>
                  <a:cubicBezTo>
                    <a:pt x="3358" y="84"/>
                    <a:pt x="3265" y="1"/>
                    <a:pt x="3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4" name="Google Shape;814;p24"/>
            <p:cNvSpPr/>
            <p:nvPr/>
          </p:nvSpPr>
          <p:spPr>
            <a:xfrm>
              <a:off x="7513917" y="1678689"/>
              <a:ext cx="204741" cy="30151"/>
            </a:xfrm>
            <a:custGeom>
              <a:avLst/>
              <a:gdLst/>
              <a:ahLst/>
              <a:cxnLst/>
              <a:rect l="l" t="t" r="r" b="b"/>
              <a:pathLst>
                <a:path w="3470" h="511" extrusionOk="0">
                  <a:moveTo>
                    <a:pt x="3210" y="112"/>
                  </a:moveTo>
                  <a:cubicBezTo>
                    <a:pt x="3284" y="112"/>
                    <a:pt x="3349" y="176"/>
                    <a:pt x="3349" y="251"/>
                  </a:cubicBezTo>
                  <a:cubicBezTo>
                    <a:pt x="3349" y="334"/>
                    <a:pt x="3284" y="390"/>
                    <a:pt x="3210" y="390"/>
                  </a:cubicBezTo>
                  <a:lnTo>
                    <a:pt x="251" y="390"/>
                  </a:lnTo>
                  <a:cubicBezTo>
                    <a:pt x="177" y="390"/>
                    <a:pt x="112" y="334"/>
                    <a:pt x="112" y="251"/>
                  </a:cubicBezTo>
                  <a:cubicBezTo>
                    <a:pt x="112" y="176"/>
                    <a:pt x="177" y="112"/>
                    <a:pt x="251" y="112"/>
                  </a:cubicBezTo>
                  <a:close/>
                  <a:moveTo>
                    <a:pt x="251" y="0"/>
                  </a:moveTo>
                  <a:cubicBezTo>
                    <a:pt x="112" y="0"/>
                    <a:pt x="0" y="112"/>
                    <a:pt x="0" y="251"/>
                  </a:cubicBezTo>
                  <a:cubicBezTo>
                    <a:pt x="0" y="399"/>
                    <a:pt x="112" y="510"/>
                    <a:pt x="251" y="510"/>
                  </a:cubicBezTo>
                  <a:lnTo>
                    <a:pt x="3210" y="510"/>
                  </a:lnTo>
                  <a:cubicBezTo>
                    <a:pt x="3349" y="510"/>
                    <a:pt x="3470" y="399"/>
                    <a:pt x="3470" y="251"/>
                  </a:cubicBezTo>
                  <a:cubicBezTo>
                    <a:pt x="3470" y="112"/>
                    <a:pt x="3349" y="0"/>
                    <a:pt x="3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5" name="Google Shape;815;p24"/>
            <p:cNvSpPr/>
            <p:nvPr/>
          </p:nvSpPr>
          <p:spPr>
            <a:xfrm>
              <a:off x="7557166" y="1687952"/>
              <a:ext cx="10975" cy="11565"/>
            </a:xfrm>
            <a:custGeom>
              <a:avLst/>
              <a:gdLst/>
              <a:ahLst/>
              <a:cxnLst/>
              <a:rect l="l" t="t" r="r" b="b"/>
              <a:pathLst>
                <a:path w="186" h="196" extrusionOk="0">
                  <a:moveTo>
                    <a:pt x="93" y="57"/>
                  </a:moveTo>
                  <a:cubicBezTo>
                    <a:pt x="112" y="57"/>
                    <a:pt x="130" y="75"/>
                    <a:pt x="130" y="94"/>
                  </a:cubicBezTo>
                  <a:cubicBezTo>
                    <a:pt x="130" y="112"/>
                    <a:pt x="112" y="131"/>
                    <a:pt x="93" y="131"/>
                  </a:cubicBezTo>
                  <a:cubicBezTo>
                    <a:pt x="74" y="131"/>
                    <a:pt x="56" y="112"/>
                    <a:pt x="56" y="94"/>
                  </a:cubicBezTo>
                  <a:cubicBezTo>
                    <a:pt x="56" y="75"/>
                    <a:pt x="74"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6" name="Google Shape;816;p24"/>
            <p:cNvSpPr/>
            <p:nvPr/>
          </p:nvSpPr>
          <p:spPr>
            <a:xfrm>
              <a:off x="7579056" y="1687952"/>
              <a:ext cx="10975" cy="11565"/>
            </a:xfrm>
            <a:custGeom>
              <a:avLst/>
              <a:gdLst/>
              <a:ahLst/>
              <a:cxnLst/>
              <a:rect l="l" t="t" r="r" b="b"/>
              <a:pathLst>
                <a:path w="186" h="196" extrusionOk="0">
                  <a:moveTo>
                    <a:pt x="93" y="57"/>
                  </a:moveTo>
                  <a:cubicBezTo>
                    <a:pt x="112" y="57"/>
                    <a:pt x="130" y="75"/>
                    <a:pt x="130" y="94"/>
                  </a:cubicBezTo>
                  <a:cubicBezTo>
                    <a:pt x="130" y="112"/>
                    <a:pt x="112" y="131"/>
                    <a:pt x="93" y="131"/>
                  </a:cubicBezTo>
                  <a:cubicBezTo>
                    <a:pt x="75" y="131"/>
                    <a:pt x="56" y="112"/>
                    <a:pt x="56" y="94"/>
                  </a:cubicBezTo>
                  <a:cubicBezTo>
                    <a:pt x="56" y="75"/>
                    <a:pt x="75"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7" name="Google Shape;817;p24"/>
            <p:cNvSpPr/>
            <p:nvPr/>
          </p:nvSpPr>
          <p:spPr>
            <a:xfrm>
              <a:off x="7599294" y="1687952"/>
              <a:ext cx="11565" cy="11565"/>
            </a:xfrm>
            <a:custGeom>
              <a:avLst/>
              <a:gdLst/>
              <a:ahLst/>
              <a:cxnLst/>
              <a:rect l="l" t="t" r="r" b="b"/>
              <a:pathLst>
                <a:path w="196" h="196" extrusionOk="0">
                  <a:moveTo>
                    <a:pt x="93" y="57"/>
                  </a:moveTo>
                  <a:cubicBezTo>
                    <a:pt x="121" y="57"/>
                    <a:pt x="14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8" name="Google Shape;818;p24"/>
            <p:cNvSpPr/>
            <p:nvPr/>
          </p:nvSpPr>
          <p:spPr>
            <a:xfrm>
              <a:off x="7621185" y="1687952"/>
              <a:ext cx="11565" cy="11565"/>
            </a:xfrm>
            <a:custGeom>
              <a:avLst/>
              <a:gdLst/>
              <a:ahLst/>
              <a:cxnLst/>
              <a:rect l="l" t="t" r="r" b="b"/>
              <a:pathLst>
                <a:path w="196" h="196" extrusionOk="0">
                  <a:moveTo>
                    <a:pt x="93" y="57"/>
                  </a:moveTo>
                  <a:cubicBezTo>
                    <a:pt x="121" y="57"/>
                    <a:pt x="140" y="75"/>
                    <a:pt x="140" y="94"/>
                  </a:cubicBezTo>
                  <a:cubicBezTo>
                    <a:pt x="14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9" name="Google Shape;819;p24"/>
            <p:cNvSpPr/>
            <p:nvPr/>
          </p:nvSpPr>
          <p:spPr>
            <a:xfrm>
              <a:off x="7642544" y="1687952"/>
              <a:ext cx="11565" cy="11565"/>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0" name="Google Shape;820;p24"/>
            <p:cNvSpPr/>
            <p:nvPr/>
          </p:nvSpPr>
          <p:spPr>
            <a:xfrm>
              <a:off x="7664434" y="1687952"/>
              <a:ext cx="11565" cy="11565"/>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1" name="Google Shape;821;p24"/>
            <p:cNvSpPr/>
            <p:nvPr/>
          </p:nvSpPr>
          <p:spPr>
            <a:xfrm>
              <a:off x="7552800" y="1465215"/>
              <a:ext cx="126444" cy="126503"/>
            </a:xfrm>
            <a:custGeom>
              <a:avLst/>
              <a:gdLst/>
              <a:ahLst/>
              <a:cxnLst/>
              <a:rect l="l" t="t" r="r" b="b"/>
              <a:pathLst>
                <a:path w="2143" h="2144" extrusionOk="0">
                  <a:moveTo>
                    <a:pt x="1076" y="0"/>
                  </a:moveTo>
                  <a:cubicBezTo>
                    <a:pt x="482" y="0"/>
                    <a:pt x="0" y="473"/>
                    <a:pt x="0" y="1067"/>
                  </a:cubicBezTo>
                  <a:cubicBezTo>
                    <a:pt x="0" y="1661"/>
                    <a:pt x="482" y="2143"/>
                    <a:pt x="1076" y="2143"/>
                  </a:cubicBezTo>
                  <a:cubicBezTo>
                    <a:pt x="1670" y="2143"/>
                    <a:pt x="2143" y="1661"/>
                    <a:pt x="2143" y="1067"/>
                  </a:cubicBezTo>
                  <a:cubicBezTo>
                    <a:pt x="2143" y="473"/>
                    <a:pt x="1670" y="0"/>
                    <a:pt x="10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2" name="Google Shape;822;p24"/>
            <p:cNvSpPr/>
            <p:nvPr/>
          </p:nvSpPr>
          <p:spPr>
            <a:xfrm>
              <a:off x="7549496" y="1461380"/>
              <a:ext cx="133583" cy="134173"/>
            </a:xfrm>
            <a:custGeom>
              <a:avLst/>
              <a:gdLst/>
              <a:ahLst/>
              <a:cxnLst/>
              <a:rect l="l" t="t" r="r" b="b"/>
              <a:pathLst>
                <a:path w="2264" h="2274" extrusionOk="0">
                  <a:moveTo>
                    <a:pt x="1132" y="121"/>
                  </a:moveTo>
                  <a:cubicBezTo>
                    <a:pt x="1689" y="121"/>
                    <a:pt x="2143" y="576"/>
                    <a:pt x="2143" y="1132"/>
                  </a:cubicBezTo>
                  <a:cubicBezTo>
                    <a:pt x="2143" y="1698"/>
                    <a:pt x="1689" y="2153"/>
                    <a:pt x="1132" y="2153"/>
                  </a:cubicBezTo>
                  <a:cubicBezTo>
                    <a:pt x="566" y="2153"/>
                    <a:pt x="112" y="1698"/>
                    <a:pt x="112" y="1132"/>
                  </a:cubicBezTo>
                  <a:cubicBezTo>
                    <a:pt x="112" y="576"/>
                    <a:pt x="566" y="121"/>
                    <a:pt x="1132" y="121"/>
                  </a:cubicBezTo>
                  <a:close/>
                  <a:moveTo>
                    <a:pt x="1132" y="0"/>
                  </a:moveTo>
                  <a:cubicBezTo>
                    <a:pt x="501" y="0"/>
                    <a:pt x="0" y="511"/>
                    <a:pt x="0" y="1132"/>
                  </a:cubicBezTo>
                  <a:cubicBezTo>
                    <a:pt x="0" y="1763"/>
                    <a:pt x="501" y="2273"/>
                    <a:pt x="1132" y="2273"/>
                  </a:cubicBezTo>
                  <a:cubicBezTo>
                    <a:pt x="1754" y="2273"/>
                    <a:pt x="2264" y="1763"/>
                    <a:pt x="2264" y="1132"/>
                  </a:cubicBezTo>
                  <a:cubicBezTo>
                    <a:pt x="2264" y="511"/>
                    <a:pt x="1754"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3" name="Google Shape;823;p24"/>
            <p:cNvSpPr/>
            <p:nvPr/>
          </p:nvSpPr>
          <p:spPr>
            <a:xfrm>
              <a:off x="7587789" y="1532007"/>
              <a:ext cx="56466" cy="28499"/>
            </a:xfrm>
            <a:custGeom>
              <a:avLst/>
              <a:gdLst/>
              <a:ahLst/>
              <a:cxnLst/>
              <a:rect l="l" t="t" r="r" b="b"/>
              <a:pathLst>
                <a:path w="957" h="483" extrusionOk="0">
                  <a:moveTo>
                    <a:pt x="483" y="0"/>
                  </a:moveTo>
                  <a:cubicBezTo>
                    <a:pt x="214" y="0"/>
                    <a:pt x="1" y="213"/>
                    <a:pt x="1" y="482"/>
                  </a:cubicBezTo>
                  <a:lnTo>
                    <a:pt x="956" y="482"/>
                  </a:lnTo>
                  <a:cubicBezTo>
                    <a:pt x="956" y="213"/>
                    <a:pt x="743"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4" name="Google Shape;824;p24"/>
            <p:cNvSpPr/>
            <p:nvPr/>
          </p:nvSpPr>
          <p:spPr>
            <a:xfrm>
              <a:off x="7584544" y="1528702"/>
              <a:ext cx="63547" cy="35107"/>
            </a:xfrm>
            <a:custGeom>
              <a:avLst/>
              <a:gdLst/>
              <a:ahLst/>
              <a:cxnLst/>
              <a:rect l="l" t="t" r="r" b="b"/>
              <a:pathLst>
                <a:path w="1077" h="595" extrusionOk="0">
                  <a:moveTo>
                    <a:pt x="538" y="121"/>
                  </a:moveTo>
                  <a:cubicBezTo>
                    <a:pt x="752" y="121"/>
                    <a:pt x="928" y="279"/>
                    <a:pt x="956" y="483"/>
                  </a:cubicBezTo>
                  <a:lnTo>
                    <a:pt x="121" y="483"/>
                  </a:lnTo>
                  <a:cubicBezTo>
                    <a:pt x="149" y="279"/>
                    <a:pt x="325" y="121"/>
                    <a:pt x="538" y="121"/>
                  </a:cubicBezTo>
                  <a:close/>
                  <a:moveTo>
                    <a:pt x="538" y="0"/>
                  </a:moveTo>
                  <a:cubicBezTo>
                    <a:pt x="241" y="0"/>
                    <a:pt x="0" y="242"/>
                    <a:pt x="0" y="538"/>
                  </a:cubicBezTo>
                  <a:cubicBezTo>
                    <a:pt x="0" y="594"/>
                    <a:pt x="0" y="594"/>
                    <a:pt x="232" y="594"/>
                  </a:cubicBezTo>
                  <a:lnTo>
                    <a:pt x="585" y="594"/>
                  </a:lnTo>
                  <a:cubicBezTo>
                    <a:pt x="1067" y="594"/>
                    <a:pt x="1067" y="594"/>
                    <a:pt x="1076" y="538"/>
                  </a:cubicBezTo>
                  <a:cubicBezTo>
                    <a:pt x="1076" y="242"/>
                    <a:pt x="835" y="0"/>
                    <a:pt x="5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5" name="Google Shape;825;p24"/>
            <p:cNvSpPr/>
            <p:nvPr/>
          </p:nvSpPr>
          <p:spPr>
            <a:xfrm>
              <a:off x="7600415" y="1496428"/>
              <a:ext cx="31803" cy="31803"/>
            </a:xfrm>
            <a:custGeom>
              <a:avLst/>
              <a:gdLst/>
              <a:ahLst/>
              <a:cxnLst/>
              <a:rect l="l" t="t" r="r" b="b"/>
              <a:pathLst>
                <a:path w="539" h="539" extrusionOk="0">
                  <a:moveTo>
                    <a:pt x="269" y="0"/>
                  </a:moveTo>
                  <a:cubicBezTo>
                    <a:pt x="121" y="0"/>
                    <a:pt x="0" y="121"/>
                    <a:pt x="0" y="269"/>
                  </a:cubicBezTo>
                  <a:cubicBezTo>
                    <a:pt x="0" y="418"/>
                    <a:pt x="121" y="538"/>
                    <a:pt x="269" y="538"/>
                  </a:cubicBezTo>
                  <a:cubicBezTo>
                    <a:pt x="418" y="538"/>
                    <a:pt x="538" y="418"/>
                    <a:pt x="538" y="269"/>
                  </a:cubicBezTo>
                  <a:cubicBezTo>
                    <a:pt x="538" y="121"/>
                    <a:pt x="418" y="0"/>
                    <a:pt x="2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6" name="Google Shape;826;p24"/>
            <p:cNvSpPr/>
            <p:nvPr/>
          </p:nvSpPr>
          <p:spPr>
            <a:xfrm>
              <a:off x="7597111" y="1493123"/>
              <a:ext cx="38942" cy="38942"/>
            </a:xfrm>
            <a:custGeom>
              <a:avLst/>
              <a:gdLst/>
              <a:ahLst/>
              <a:cxnLst/>
              <a:rect l="l" t="t" r="r" b="b"/>
              <a:pathLst>
                <a:path w="660" h="660" extrusionOk="0">
                  <a:moveTo>
                    <a:pt x="325" y="112"/>
                  </a:moveTo>
                  <a:cubicBezTo>
                    <a:pt x="446" y="112"/>
                    <a:pt x="539" y="204"/>
                    <a:pt x="539" y="325"/>
                  </a:cubicBezTo>
                  <a:cubicBezTo>
                    <a:pt x="539" y="446"/>
                    <a:pt x="446" y="538"/>
                    <a:pt x="325" y="538"/>
                  </a:cubicBezTo>
                  <a:cubicBezTo>
                    <a:pt x="205" y="538"/>
                    <a:pt x="112" y="446"/>
                    <a:pt x="112" y="325"/>
                  </a:cubicBezTo>
                  <a:cubicBezTo>
                    <a:pt x="112" y="204"/>
                    <a:pt x="205" y="112"/>
                    <a:pt x="325" y="112"/>
                  </a:cubicBezTo>
                  <a:close/>
                  <a:moveTo>
                    <a:pt x="325" y="0"/>
                  </a:moveTo>
                  <a:cubicBezTo>
                    <a:pt x="140" y="0"/>
                    <a:pt x="0" y="140"/>
                    <a:pt x="0" y="325"/>
                  </a:cubicBezTo>
                  <a:cubicBezTo>
                    <a:pt x="0" y="511"/>
                    <a:pt x="140" y="659"/>
                    <a:pt x="325" y="659"/>
                  </a:cubicBezTo>
                  <a:cubicBezTo>
                    <a:pt x="511" y="659"/>
                    <a:pt x="659" y="511"/>
                    <a:pt x="659" y="325"/>
                  </a:cubicBezTo>
                  <a:cubicBezTo>
                    <a:pt x="659" y="140"/>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7" name="Google Shape;827;p24"/>
            <p:cNvSpPr/>
            <p:nvPr/>
          </p:nvSpPr>
          <p:spPr>
            <a:xfrm>
              <a:off x="7569203" y="1724121"/>
              <a:ext cx="93638" cy="29030"/>
            </a:xfrm>
            <a:custGeom>
              <a:avLst/>
              <a:gdLst/>
              <a:ahLst/>
              <a:cxnLst/>
              <a:rect l="l" t="t" r="r" b="b"/>
              <a:pathLst>
                <a:path w="1587" h="492" extrusionOk="0">
                  <a:moveTo>
                    <a:pt x="251" y="0"/>
                  </a:moveTo>
                  <a:cubicBezTo>
                    <a:pt x="112" y="0"/>
                    <a:pt x="0" y="111"/>
                    <a:pt x="0" y="251"/>
                  </a:cubicBezTo>
                  <a:cubicBezTo>
                    <a:pt x="0" y="390"/>
                    <a:pt x="112" y="492"/>
                    <a:pt x="251" y="492"/>
                  </a:cubicBezTo>
                  <a:lnTo>
                    <a:pt x="1345" y="492"/>
                  </a:lnTo>
                  <a:cubicBezTo>
                    <a:pt x="1475" y="492"/>
                    <a:pt x="1587" y="390"/>
                    <a:pt x="1587" y="251"/>
                  </a:cubicBezTo>
                  <a:cubicBezTo>
                    <a:pt x="1587" y="111"/>
                    <a:pt x="1475" y="0"/>
                    <a:pt x="13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8" name="Google Shape;828;p24"/>
            <p:cNvSpPr/>
            <p:nvPr/>
          </p:nvSpPr>
          <p:spPr>
            <a:xfrm>
              <a:off x="7565898" y="1720817"/>
              <a:ext cx="100247" cy="36169"/>
            </a:xfrm>
            <a:custGeom>
              <a:avLst/>
              <a:gdLst/>
              <a:ahLst/>
              <a:cxnLst/>
              <a:rect l="l" t="t" r="r" b="b"/>
              <a:pathLst>
                <a:path w="1699" h="613" extrusionOk="0">
                  <a:moveTo>
                    <a:pt x="1401" y="121"/>
                  </a:moveTo>
                  <a:cubicBezTo>
                    <a:pt x="1504" y="121"/>
                    <a:pt x="1587" y="205"/>
                    <a:pt x="1587" y="307"/>
                  </a:cubicBezTo>
                  <a:cubicBezTo>
                    <a:pt x="1587" y="409"/>
                    <a:pt x="1504" y="492"/>
                    <a:pt x="1401" y="492"/>
                  </a:cubicBezTo>
                  <a:lnTo>
                    <a:pt x="307" y="492"/>
                  </a:lnTo>
                  <a:cubicBezTo>
                    <a:pt x="205" y="492"/>
                    <a:pt x="112" y="409"/>
                    <a:pt x="112" y="307"/>
                  </a:cubicBezTo>
                  <a:cubicBezTo>
                    <a:pt x="112" y="205"/>
                    <a:pt x="196" y="121"/>
                    <a:pt x="307" y="121"/>
                  </a:cubicBezTo>
                  <a:close/>
                  <a:moveTo>
                    <a:pt x="307" y="0"/>
                  </a:moveTo>
                  <a:cubicBezTo>
                    <a:pt x="140" y="0"/>
                    <a:pt x="1" y="140"/>
                    <a:pt x="1" y="307"/>
                  </a:cubicBezTo>
                  <a:cubicBezTo>
                    <a:pt x="1" y="474"/>
                    <a:pt x="140" y="613"/>
                    <a:pt x="307"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9" name="Google Shape;829;p24"/>
            <p:cNvSpPr/>
            <p:nvPr/>
          </p:nvSpPr>
          <p:spPr>
            <a:xfrm>
              <a:off x="6772246" y="1753682"/>
              <a:ext cx="560000" cy="977035"/>
            </a:xfrm>
            <a:custGeom>
              <a:avLst/>
              <a:gdLst/>
              <a:ahLst/>
              <a:cxnLst/>
              <a:rect l="l" t="t" r="r" b="b"/>
              <a:pathLst>
                <a:path w="9491" h="16559" extrusionOk="0">
                  <a:moveTo>
                    <a:pt x="0" y="0"/>
                  </a:moveTo>
                  <a:lnTo>
                    <a:pt x="0" y="16559"/>
                  </a:lnTo>
                  <a:lnTo>
                    <a:pt x="9491" y="16559"/>
                  </a:lnTo>
                  <a:lnTo>
                    <a:pt x="9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0" name="Google Shape;830;p24"/>
            <p:cNvSpPr/>
            <p:nvPr/>
          </p:nvSpPr>
          <p:spPr>
            <a:xfrm>
              <a:off x="6731179" y="1693971"/>
              <a:ext cx="560000" cy="995739"/>
            </a:xfrm>
            <a:custGeom>
              <a:avLst/>
              <a:gdLst/>
              <a:ahLst/>
              <a:cxnLst/>
              <a:rect l="l" t="t" r="r" b="b"/>
              <a:pathLst>
                <a:path w="9491" h="16876" extrusionOk="0">
                  <a:moveTo>
                    <a:pt x="1" y="1"/>
                  </a:moveTo>
                  <a:lnTo>
                    <a:pt x="1" y="16875"/>
                  </a:lnTo>
                  <a:lnTo>
                    <a:pt x="9491" y="16875"/>
                  </a:lnTo>
                  <a:lnTo>
                    <a:pt x="949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1" name="Google Shape;831;p24"/>
            <p:cNvSpPr/>
            <p:nvPr/>
          </p:nvSpPr>
          <p:spPr>
            <a:xfrm>
              <a:off x="6727934" y="1690725"/>
              <a:ext cx="566549" cy="1002229"/>
            </a:xfrm>
            <a:custGeom>
              <a:avLst/>
              <a:gdLst/>
              <a:ahLst/>
              <a:cxnLst/>
              <a:rect l="l" t="t" r="r" b="b"/>
              <a:pathLst>
                <a:path w="9602" h="16986" extrusionOk="0">
                  <a:moveTo>
                    <a:pt x="9481" y="112"/>
                  </a:moveTo>
                  <a:lnTo>
                    <a:pt x="9481" y="16865"/>
                  </a:lnTo>
                  <a:lnTo>
                    <a:pt x="111" y="16865"/>
                  </a:lnTo>
                  <a:lnTo>
                    <a:pt x="111" y="112"/>
                  </a:lnTo>
                  <a:close/>
                  <a:moveTo>
                    <a:pt x="56" y="0"/>
                  </a:moveTo>
                  <a:cubicBezTo>
                    <a:pt x="28" y="0"/>
                    <a:pt x="0" y="28"/>
                    <a:pt x="0" y="56"/>
                  </a:cubicBezTo>
                  <a:lnTo>
                    <a:pt x="0" y="16930"/>
                  </a:lnTo>
                  <a:cubicBezTo>
                    <a:pt x="0" y="16958"/>
                    <a:pt x="28" y="16986"/>
                    <a:pt x="56" y="16986"/>
                  </a:cubicBezTo>
                  <a:lnTo>
                    <a:pt x="9546" y="16986"/>
                  </a:lnTo>
                  <a:cubicBezTo>
                    <a:pt x="9574" y="16986"/>
                    <a:pt x="9601" y="16958"/>
                    <a:pt x="9601" y="16930"/>
                  </a:cubicBezTo>
                  <a:lnTo>
                    <a:pt x="9601" y="56"/>
                  </a:lnTo>
                  <a:cubicBezTo>
                    <a:pt x="9601" y="28"/>
                    <a:pt x="9574" y="0"/>
                    <a:pt x="95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2" name="Google Shape;832;p24"/>
            <p:cNvSpPr/>
            <p:nvPr/>
          </p:nvSpPr>
          <p:spPr>
            <a:xfrm>
              <a:off x="6732301" y="1693971"/>
              <a:ext cx="558348" cy="80539"/>
            </a:xfrm>
            <a:custGeom>
              <a:avLst/>
              <a:gdLst/>
              <a:ahLst/>
              <a:cxnLst/>
              <a:rect l="l" t="t" r="r" b="b"/>
              <a:pathLst>
                <a:path w="9463" h="1365" extrusionOk="0">
                  <a:moveTo>
                    <a:pt x="0" y="1"/>
                  </a:moveTo>
                  <a:lnTo>
                    <a:pt x="0" y="1365"/>
                  </a:lnTo>
                  <a:lnTo>
                    <a:pt x="9463" y="1365"/>
                  </a:lnTo>
                  <a:lnTo>
                    <a:pt x="94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3" name="Google Shape;833;p24"/>
            <p:cNvSpPr/>
            <p:nvPr/>
          </p:nvSpPr>
          <p:spPr>
            <a:xfrm>
              <a:off x="6728465" y="1690725"/>
              <a:ext cx="565487" cy="87089"/>
            </a:xfrm>
            <a:custGeom>
              <a:avLst/>
              <a:gdLst/>
              <a:ahLst/>
              <a:cxnLst/>
              <a:rect l="l" t="t" r="r" b="b"/>
              <a:pathLst>
                <a:path w="9584" h="1476" extrusionOk="0">
                  <a:moveTo>
                    <a:pt x="9472" y="121"/>
                  </a:moveTo>
                  <a:lnTo>
                    <a:pt x="9472" y="1355"/>
                  </a:lnTo>
                  <a:lnTo>
                    <a:pt x="121" y="1355"/>
                  </a:lnTo>
                  <a:lnTo>
                    <a:pt x="121" y="121"/>
                  </a:lnTo>
                  <a:close/>
                  <a:moveTo>
                    <a:pt x="0" y="0"/>
                  </a:moveTo>
                  <a:lnTo>
                    <a:pt x="0" y="1475"/>
                  </a:lnTo>
                  <a:lnTo>
                    <a:pt x="9583" y="1475"/>
                  </a:lnTo>
                  <a:lnTo>
                    <a:pt x="95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4" name="Google Shape;834;p24"/>
            <p:cNvSpPr/>
            <p:nvPr/>
          </p:nvSpPr>
          <p:spPr>
            <a:xfrm>
              <a:off x="7140072" y="1723531"/>
              <a:ext cx="24132" cy="24191"/>
            </a:xfrm>
            <a:custGeom>
              <a:avLst/>
              <a:gdLst/>
              <a:ahLst/>
              <a:cxnLst/>
              <a:rect l="l" t="t" r="r" b="b"/>
              <a:pathLst>
                <a:path w="409" h="410" extrusionOk="0">
                  <a:moveTo>
                    <a:pt x="205" y="84"/>
                  </a:moveTo>
                  <a:cubicBezTo>
                    <a:pt x="269" y="84"/>
                    <a:pt x="325" y="140"/>
                    <a:pt x="325" y="205"/>
                  </a:cubicBezTo>
                  <a:cubicBezTo>
                    <a:pt x="325" y="270"/>
                    <a:pt x="269" y="326"/>
                    <a:pt x="205" y="326"/>
                  </a:cubicBezTo>
                  <a:cubicBezTo>
                    <a:pt x="140" y="326"/>
                    <a:pt x="84" y="270"/>
                    <a:pt x="84" y="205"/>
                  </a:cubicBezTo>
                  <a:cubicBezTo>
                    <a:pt x="84" y="140"/>
                    <a:pt x="140" y="84"/>
                    <a:pt x="205" y="84"/>
                  </a:cubicBezTo>
                  <a:close/>
                  <a:moveTo>
                    <a:pt x="205" y="1"/>
                  </a:moveTo>
                  <a:cubicBezTo>
                    <a:pt x="93" y="1"/>
                    <a:pt x="0" y="94"/>
                    <a:pt x="0" y="205"/>
                  </a:cubicBezTo>
                  <a:cubicBezTo>
                    <a:pt x="0"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5" name="Google Shape;835;p24"/>
            <p:cNvSpPr/>
            <p:nvPr/>
          </p:nvSpPr>
          <p:spPr>
            <a:xfrm>
              <a:off x="7189871" y="1723531"/>
              <a:ext cx="24132" cy="24191"/>
            </a:xfrm>
            <a:custGeom>
              <a:avLst/>
              <a:gdLst/>
              <a:ahLst/>
              <a:cxnLst/>
              <a:rect l="l" t="t" r="r" b="b"/>
              <a:pathLst>
                <a:path w="409" h="410" extrusionOk="0">
                  <a:moveTo>
                    <a:pt x="205" y="84"/>
                  </a:moveTo>
                  <a:cubicBezTo>
                    <a:pt x="270" y="84"/>
                    <a:pt x="325" y="140"/>
                    <a:pt x="325" y="205"/>
                  </a:cubicBezTo>
                  <a:cubicBezTo>
                    <a:pt x="325" y="270"/>
                    <a:pt x="270" y="326"/>
                    <a:pt x="205" y="326"/>
                  </a:cubicBezTo>
                  <a:cubicBezTo>
                    <a:pt x="140" y="326"/>
                    <a:pt x="84" y="270"/>
                    <a:pt x="84" y="205"/>
                  </a:cubicBezTo>
                  <a:cubicBezTo>
                    <a:pt x="84" y="140"/>
                    <a:pt x="140" y="84"/>
                    <a:pt x="205" y="84"/>
                  </a:cubicBezTo>
                  <a:close/>
                  <a:moveTo>
                    <a:pt x="205" y="1"/>
                  </a:moveTo>
                  <a:cubicBezTo>
                    <a:pt x="93" y="1"/>
                    <a:pt x="1" y="94"/>
                    <a:pt x="1" y="205"/>
                  </a:cubicBezTo>
                  <a:cubicBezTo>
                    <a:pt x="1"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6" name="Google Shape;836;p24"/>
            <p:cNvSpPr/>
            <p:nvPr/>
          </p:nvSpPr>
          <p:spPr>
            <a:xfrm>
              <a:off x="7240791" y="1723531"/>
              <a:ext cx="24132" cy="24191"/>
            </a:xfrm>
            <a:custGeom>
              <a:avLst/>
              <a:gdLst/>
              <a:ahLst/>
              <a:cxnLst/>
              <a:rect l="l" t="t" r="r" b="b"/>
              <a:pathLst>
                <a:path w="409" h="410" extrusionOk="0">
                  <a:moveTo>
                    <a:pt x="204" y="84"/>
                  </a:moveTo>
                  <a:cubicBezTo>
                    <a:pt x="269" y="84"/>
                    <a:pt x="325" y="140"/>
                    <a:pt x="325" y="205"/>
                  </a:cubicBezTo>
                  <a:cubicBezTo>
                    <a:pt x="325" y="270"/>
                    <a:pt x="269" y="326"/>
                    <a:pt x="204" y="326"/>
                  </a:cubicBezTo>
                  <a:cubicBezTo>
                    <a:pt x="139" y="326"/>
                    <a:pt x="84" y="270"/>
                    <a:pt x="84" y="205"/>
                  </a:cubicBezTo>
                  <a:cubicBezTo>
                    <a:pt x="84" y="140"/>
                    <a:pt x="139" y="84"/>
                    <a:pt x="204" y="84"/>
                  </a:cubicBezTo>
                  <a:close/>
                  <a:moveTo>
                    <a:pt x="204" y="1"/>
                  </a:moveTo>
                  <a:cubicBezTo>
                    <a:pt x="93" y="1"/>
                    <a:pt x="0" y="94"/>
                    <a:pt x="0" y="205"/>
                  </a:cubicBezTo>
                  <a:cubicBezTo>
                    <a:pt x="0" y="316"/>
                    <a:pt x="93" y="409"/>
                    <a:pt x="204" y="409"/>
                  </a:cubicBezTo>
                  <a:cubicBezTo>
                    <a:pt x="316" y="409"/>
                    <a:pt x="409" y="316"/>
                    <a:pt x="409" y="205"/>
                  </a:cubicBezTo>
                  <a:cubicBezTo>
                    <a:pt x="409" y="94"/>
                    <a:pt x="316" y="1"/>
                    <a:pt x="2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7" name="Google Shape;837;p24"/>
            <p:cNvSpPr/>
            <p:nvPr/>
          </p:nvSpPr>
          <p:spPr>
            <a:xfrm>
              <a:off x="6820392" y="1885023"/>
              <a:ext cx="176892" cy="6608"/>
            </a:xfrm>
            <a:custGeom>
              <a:avLst/>
              <a:gdLst/>
              <a:ahLst/>
              <a:cxnLst/>
              <a:rect l="l" t="t" r="r" b="b"/>
              <a:pathLst>
                <a:path w="2998" h="112" extrusionOk="0">
                  <a:moveTo>
                    <a:pt x="57" y="0"/>
                  </a:moveTo>
                  <a:cubicBezTo>
                    <a:pt x="29" y="0"/>
                    <a:pt x="1" y="19"/>
                    <a:pt x="1" y="56"/>
                  </a:cubicBezTo>
                  <a:cubicBezTo>
                    <a:pt x="1" y="84"/>
                    <a:pt x="29" y="112"/>
                    <a:pt x="57" y="112"/>
                  </a:cubicBezTo>
                  <a:lnTo>
                    <a:pt x="2942" y="112"/>
                  </a:lnTo>
                  <a:cubicBezTo>
                    <a:pt x="2969" y="112"/>
                    <a:pt x="2997" y="84"/>
                    <a:pt x="2997" y="56"/>
                  </a:cubicBezTo>
                  <a:cubicBezTo>
                    <a:pt x="2997" y="19"/>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8" name="Google Shape;838;p24"/>
            <p:cNvSpPr/>
            <p:nvPr/>
          </p:nvSpPr>
          <p:spPr>
            <a:xfrm>
              <a:off x="7032804" y="1885023"/>
              <a:ext cx="67913" cy="6608"/>
            </a:xfrm>
            <a:custGeom>
              <a:avLst/>
              <a:gdLst/>
              <a:ahLst/>
              <a:cxnLst/>
              <a:rect l="l" t="t" r="r" b="b"/>
              <a:pathLst>
                <a:path w="1151" h="112" extrusionOk="0">
                  <a:moveTo>
                    <a:pt x="56" y="0"/>
                  </a:moveTo>
                  <a:cubicBezTo>
                    <a:pt x="28" y="0"/>
                    <a:pt x="0" y="19"/>
                    <a:pt x="0" y="56"/>
                  </a:cubicBezTo>
                  <a:cubicBezTo>
                    <a:pt x="0" y="84"/>
                    <a:pt x="28" y="112"/>
                    <a:pt x="56" y="112"/>
                  </a:cubicBezTo>
                  <a:lnTo>
                    <a:pt x="1095" y="112"/>
                  </a:lnTo>
                  <a:cubicBezTo>
                    <a:pt x="1123" y="112"/>
                    <a:pt x="1151" y="84"/>
                    <a:pt x="1151" y="56"/>
                  </a:cubicBezTo>
                  <a:cubicBezTo>
                    <a:pt x="1151" y="19"/>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9" name="Google Shape;839;p24"/>
            <p:cNvSpPr/>
            <p:nvPr/>
          </p:nvSpPr>
          <p:spPr>
            <a:xfrm>
              <a:off x="7142255" y="188502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0" name="Google Shape;840;p24"/>
            <p:cNvSpPr/>
            <p:nvPr/>
          </p:nvSpPr>
          <p:spPr>
            <a:xfrm>
              <a:off x="7027848" y="2016364"/>
              <a:ext cx="176892" cy="7198"/>
            </a:xfrm>
            <a:custGeom>
              <a:avLst/>
              <a:gdLst/>
              <a:ahLst/>
              <a:cxnLst/>
              <a:rect l="l" t="t" r="r" b="b"/>
              <a:pathLst>
                <a:path w="2998" h="122" extrusionOk="0">
                  <a:moveTo>
                    <a:pt x="56" y="1"/>
                  </a:moveTo>
                  <a:cubicBezTo>
                    <a:pt x="29" y="1"/>
                    <a:pt x="1" y="29"/>
                    <a:pt x="1" y="66"/>
                  </a:cubicBezTo>
                  <a:cubicBezTo>
                    <a:pt x="1" y="94"/>
                    <a:pt x="29" y="121"/>
                    <a:pt x="56" y="121"/>
                  </a:cubicBezTo>
                  <a:lnTo>
                    <a:pt x="2941" y="121"/>
                  </a:lnTo>
                  <a:cubicBezTo>
                    <a:pt x="2979" y="121"/>
                    <a:pt x="2997" y="94"/>
                    <a:pt x="2997" y="66"/>
                  </a:cubicBezTo>
                  <a:cubicBezTo>
                    <a:pt x="2997" y="29"/>
                    <a:pt x="2979" y="1"/>
                    <a:pt x="29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1" name="Google Shape;841;p24"/>
            <p:cNvSpPr/>
            <p:nvPr/>
          </p:nvSpPr>
          <p:spPr>
            <a:xfrm>
              <a:off x="6924415" y="2016364"/>
              <a:ext cx="67913" cy="7198"/>
            </a:xfrm>
            <a:custGeom>
              <a:avLst/>
              <a:gdLst/>
              <a:ahLst/>
              <a:cxnLst/>
              <a:rect l="l" t="t" r="r" b="b"/>
              <a:pathLst>
                <a:path w="1151" h="122" extrusionOk="0">
                  <a:moveTo>
                    <a:pt x="65" y="1"/>
                  </a:moveTo>
                  <a:cubicBezTo>
                    <a:pt x="28" y="1"/>
                    <a:pt x="0" y="29"/>
                    <a:pt x="0" y="66"/>
                  </a:cubicBezTo>
                  <a:cubicBezTo>
                    <a:pt x="0" y="94"/>
                    <a:pt x="28" y="121"/>
                    <a:pt x="65" y="121"/>
                  </a:cubicBezTo>
                  <a:lnTo>
                    <a:pt x="1095" y="121"/>
                  </a:lnTo>
                  <a:cubicBezTo>
                    <a:pt x="1123" y="121"/>
                    <a:pt x="1151" y="94"/>
                    <a:pt x="1151" y="66"/>
                  </a:cubicBezTo>
                  <a:cubicBezTo>
                    <a:pt x="1151" y="29"/>
                    <a:pt x="1123" y="1"/>
                    <a:pt x="10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2" name="Google Shape;842;p24"/>
            <p:cNvSpPr/>
            <p:nvPr/>
          </p:nvSpPr>
          <p:spPr>
            <a:xfrm>
              <a:off x="6820392" y="2016364"/>
              <a:ext cx="62484" cy="7198"/>
            </a:xfrm>
            <a:custGeom>
              <a:avLst/>
              <a:gdLst/>
              <a:ahLst/>
              <a:cxnLst/>
              <a:rect l="l" t="t" r="r" b="b"/>
              <a:pathLst>
                <a:path w="1059" h="122" extrusionOk="0">
                  <a:moveTo>
                    <a:pt x="57" y="1"/>
                  </a:moveTo>
                  <a:cubicBezTo>
                    <a:pt x="29" y="1"/>
                    <a:pt x="1" y="29"/>
                    <a:pt x="1" y="66"/>
                  </a:cubicBezTo>
                  <a:cubicBezTo>
                    <a:pt x="1" y="94"/>
                    <a:pt x="29" y="121"/>
                    <a:pt x="57" y="121"/>
                  </a:cubicBezTo>
                  <a:lnTo>
                    <a:pt x="1003" y="121"/>
                  </a:lnTo>
                  <a:cubicBezTo>
                    <a:pt x="1031" y="121"/>
                    <a:pt x="1058" y="94"/>
                    <a:pt x="1058" y="66"/>
                  </a:cubicBezTo>
                  <a:cubicBezTo>
                    <a:pt x="1058" y="29"/>
                    <a:pt x="1031" y="1"/>
                    <a:pt x="1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3" name="Google Shape;843;p24"/>
            <p:cNvSpPr/>
            <p:nvPr/>
          </p:nvSpPr>
          <p:spPr>
            <a:xfrm>
              <a:off x="6820392" y="1950163"/>
              <a:ext cx="94228" cy="6608"/>
            </a:xfrm>
            <a:custGeom>
              <a:avLst/>
              <a:gdLst/>
              <a:ahLst/>
              <a:cxnLst/>
              <a:rect l="l" t="t" r="r" b="b"/>
              <a:pathLst>
                <a:path w="1597" h="112" extrusionOk="0">
                  <a:moveTo>
                    <a:pt x="57" y="0"/>
                  </a:moveTo>
                  <a:cubicBezTo>
                    <a:pt x="29" y="0"/>
                    <a:pt x="1" y="19"/>
                    <a:pt x="1" y="56"/>
                  </a:cubicBezTo>
                  <a:cubicBezTo>
                    <a:pt x="1" y="84"/>
                    <a:pt x="29" y="112"/>
                    <a:pt x="57" y="112"/>
                  </a:cubicBezTo>
                  <a:lnTo>
                    <a:pt x="1541" y="112"/>
                  </a:lnTo>
                  <a:cubicBezTo>
                    <a:pt x="1578" y="112"/>
                    <a:pt x="1596" y="84"/>
                    <a:pt x="1596" y="56"/>
                  </a:cubicBezTo>
                  <a:cubicBezTo>
                    <a:pt x="1596" y="19"/>
                    <a:pt x="1578" y="0"/>
                    <a:pt x="15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4" name="Google Shape;844;p24"/>
            <p:cNvSpPr/>
            <p:nvPr/>
          </p:nvSpPr>
          <p:spPr>
            <a:xfrm>
              <a:off x="6945184" y="1950163"/>
              <a:ext cx="155533" cy="6608"/>
            </a:xfrm>
            <a:custGeom>
              <a:avLst/>
              <a:gdLst/>
              <a:ahLst/>
              <a:cxnLst/>
              <a:rect l="l" t="t" r="r" b="b"/>
              <a:pathLst>
                <a:path w="2636" h="112" extrusionOk="0">
                  <a:moveTo>
                    <a:pt x="57" y="0"/>
                  </a:moveTo>
                  <a:cubicBezTo>
                    <a:pt x="29" y="0"/>
                    <a:pt x="1" y="19"/>
                    <a:pt x="1" y="56"/>
                  </a:cubicBezTo>
                  <a:cubicBezTo>
                    <a:pt x="1" y="84"/>
                    <a:pt x="29" y="112"/>
                    <a:pt x="57" y="112"/>
                  </a:cubicBezTo>
                  <a:lnTo>
                    <a:pt x="2580" y="112"/>
                  </a:lnTo>
                  <a:cubicBezTo>
                    <a:pt x="2608" y="112"/>
                    <a:pt x="2636" y="84"/>
                    <a:pt x="2636" y="56"/>
                  </a:cubicBezTo>
                  <a:cubicBezTo>
                    <a:pt x="2636" y="19"/>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5" name="Google Shape;845;p24"/>
            <p:cNvSpPr/>
            <p:nvPr/>
          </p:nvSpPr>
          <p:spPr>
            <a:xfrm>
              <a:off x="7142255" y="195016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6" name="Google Shape;846;p24"/>
            <p:cNvSpPr/>
            <p:nvPr/>
          </p:nvSpPr>
          <p:spPr>
            <a:xfrm>
              <a:off x="6820392" y="2074955"/>
              <a:ext cx="176892" cy="7198"/>
            </a:xfrm>
            <a:custGeom>
              <a:avLst/>
              <a:gdLst/>
              <a:ahLst/>
              <a:cxnLst/>
              <a:rect l="l" t="t" r="r" b="b"/>
              <a:pathLst>
                <a:path w="2998" h="122" extrusionOk="0">
                  <a:moveTo>
                    <a:pt x="57" y="0"/>
                  </a:moveTo>
                  <a:cubicBezTo>
                    <a:pt x="29" y="0"/>
                    <a:pt x="1" y="28"/>
                    <a:pt x="1" y="56"/>
                  </a:cubicBezTo>
                  <a:cubicBezTo>
                    <a:pt x="1" y="93"/>
                    <a:pt x="29" y="121"/>
                    <a:pt x="57" y="121"/>
                  </a:cubicBezTo>
                  <a:lnTo>
                    <a:pt x="2942" y="121"/>
                  </a:lnTo>
                  <a:cubicBezTo>
                    <a:pt x="2969" y="121"/>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7" name="Google Shape;847;p24"/>
            <p:cNvSpPr/>
            <p:nvPr/>
          </p:nvSpPr>
          <p:spPr>
            <a:xfrm>
              <a:off x="7032804" y="2074955"/>
              <a:ext cx="67913" cy="7198"/>
            </a:xfrm>
            <a:custGeom>
              <a:avLst/>
              <a:gdLst/>
              <a:ahLst/>
              <a:cxnLst/>
              <a:rect l="l" t="t" r="r" b="b"/>
              <a:pathLst>
                <a:path w="1151" h="122" extrusionOk="0">
                  <a:moveTo>
                    <a:pt x="56" y="0"/>
                  </a:moveTo>
                  <a:cubicBezTo>
                    <a:pt x="28" y="0"/>
                    <a:pt x="0" y="28"/>
                    <a:pt x="0" y="56"/>
                  </a:cubicBezTo>
                  <a:cubicBezTo>
                    <a:pt x="0" y="93"/>
                    <a:pt x="28" y="121"/>
                    <a:pt x="56" y="121"/>
                  </a:cubicBezTo>
                  <a:lnTo>
                    <a:pt x="1095" y="121"/>
                  </a:lnTo>
                  <a:cubicBezTo>
                    <a:pt x="1123" y="12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8" name="Google Shape;848;p24"/>
            <p:cNvSpPr/>
            <p:nvPr/>
          </p:nvSpPr>
          <p:spPr>
            <a:xfrm>
              <a:off x="6820392" y="2286245"/>
              <a:ext cx="176892" cy="6608"/>
            </a:xfrm>
            <a:custGeom>
              <a:avLst/>
              <a:gdLst/>
              <a:ahLst/>
              <a:cxnLst/>
              <a:rect l="l" t="t" r="r" b="b"/>
              <a:pathLst>
                <a:path w="2998" h="112" extrusionOk="0">
                  <a:moveTo>
                    <a:pt x="57" y="0"/>
                  </a:moveTo>
                  <a:cubicBezTo>
                    <a:pt x="29" y="0"/>
                    <a:pt x="1" y="28"/>
                    <a:pt x="1" y="56"/>
                  </a:cubicBezTo>
                  <a:cubicBezTo>
                    <a:pt x="1" y="93"/>
                    <a:pt x="29" y="112"/>
                    <a:pt x="57" y="112"/>
                  </a:cubicBezTo>
                  <a:lnTo>
                    <a:pt x="2942" y="112"/>
                  </a:lnTo>
                  <a:cubicBezTo>
                    <a:pt x="2969" y="112"/>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9" name="Google Shape;849;p24"/>
            <p:cNvSpPr/>
            <p:nvPr/>
          </p:nvSpPr>
          <p:spPr>
            <a:xfrm>
              <a:off x="7032804" y="2286245"/>
              <a:ext cx="67913" cy="6608"/>
            </a:xfrm>
            <a:custGeom>
              <a:avLst/>
              <a:gdLst/>
              <a:ahLst/>
              <a:cxnLst/>
              <a:rect l="l" t="t" r="r" b="b"/>
              <a:pathLst>
                <a:path w="1151" h="112" extrusionOk="0">
                  <a:moveTo>
                    <a:pt x="56" y="0"/>
                  </a:moveTo>
                  <a:cubicBezTo>
                    <a:pt x="28" y="0"/>
                    <a:pt x="0" y="28"/>
                    <a:pt x="0" y="56"/>
                  </a:cubicBezTo>
                  <a:cubicBezTo>
                    <a:pt x="0" y="93"/>
                    <a:pt x="28" y="112"/>
                    <a:pt x="56" y="112"/>
                  </a:cubicBezTo>
                  <a:lnTo>
                    <a:pt x="1095" y="112"/>
                  </a:lnTo>
                  <a:cubicBezTo>
                    <a:pt x="1123" y="112"/>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0" name="Google Shape;850;p24"/>
            <p:cNvSpPr/>
            <p:nvPr/>
          </p:nvSpPr>
          <p:spPr>
            <a:xfrm>
              <a:off x="7142255" y="2074955"/>
              <a:ext cx="62484" cy="7198"/>
            </a:xfrm>
            <a:custGeom>
              <a:avLst/>
              <a:gdLst/>
              <a:ahLst/>
              <a:cxnLst/>
              <a:rect l="l" t="t" r="r" b="b"/>
              <a:pathLst>
                <a:path w="1059" h="122" extrusionOk="0">
                  <a:moveTo>
                    <a:pt x="56" y="0"/>
                  </a:moveTo>
                  <a:cubicBezTo>
                    <a:pt x="28" y="0"/>
                    <a:pt x="1" y="28"/>
                    <a:pt x="1" y="56"/>
                  </a:cubicBezTo>
                  <a:cubicBezTo>
                    <a:pt x="1" y="93"/>
                    <a:pt x="28" y="121"/>
                    <a:pt x="56" y="121"/>
                  </a:cubicBezTo>
                  <a:lnTo>
                    <a:pt x="1002" y="121"/>
                  </a:lnTo>
                  <a:cubicBezTo>
                    <a:pt x="1040" y="121"/>
                    <a:pt x="1058" y="93"/>
                    <a:pt x="1058" y="56"/>
                  </a:cubicBezTo>
                  <a:cubicBezTo>
                    <a:pt x="1058" y="28"/>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1" name="Google Shape;851;p24"/>
            <p:cNvSpPr/>
            <p:nvPr/>
          </p:nvSpPr>
          <p:spPr>
            <a:xfrm>
              <a:off x="7027848" y="2206886"/>
              <a:ext cx="176892" cy="6608"/>
            </a:xfrm>
            <a:custGeom>
              <a:avLst/>
              <a:gdLst/>
              <a:ahLst/>
              <a:cxnLst/>
              <a:rect l="l" t="t" r="r" b="b"/>
              <a:pathLst>
                <a:path w="2998" h="112" extrusionOk="0">
                  <a:moveTo>
                    <a:pt x="56" y="0"/>
                  </a:moveTo>
                  <a:cubicBezTo>
                    <a:pt x="29" y="0"/>
                    <a:pt x="1" y="28"/>
                    <a:pt x="1" y="56"/>
                  </a:cubicBezTo>
                  <a:cubicBezTo>
                    <a:pt x="1" y="84"/>
                    <a:pt x="29" y="111"/>
                    <a:pt x="56" y="111"/>
                  </a:cubicBezTo>
                  <a:lnTo>
                    <a:pt x="2941" y="111"/>
                  </a:lnTo>
                  <a:cubicBezTo>
                    <a:pt x="2979" y="111"/>
                    <a:pt x="2997" y="93"/>
                    <a:pt x="2997" y="56"/>
                  </a:cubicBezTo>
                  <a:cubicBezTo>
                    <a:pt x="2997" y="28"/>
                    <a:pt x="2979" y="0"/>
                    <a:pt x="29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2" name="Google Shape;852;p24"/>
            <p:cNvSpPr/>
            <p:nvPr/>
          </p:nvSpPr>
          <p:spPr>
            <a:xfrm>
              <a:off x="6924415" y="2206886"/>
              <a:ext cx="67913" cy="6608"/>
            </a:xfrm>
            <a:custGeom>
              <a:avLst/>
              <a:gdLst/>
              <a:ahLst/>
              <a:cxnLst/>
              <a:rect l="l" t="t" r="r" b="b"/>
              <a:pathLst>
                <a:path w="1151" h="112" extrusionOk="0">
                  <a:moveTo>
                    <a:pt x="65" y="0"/>
                  </a:moveTo>
                  <a:cubicBezTo>
                    <a:pt x="28" y="0"/>
                    <a:pt x="0" y="28"/>
                    <a:pt x="0" y="56"/>
                  </a:cubicBezTo>
                  <a:cubicBezTo>
                    <a:pt x="0" y="84"/>
                    <a:pt x="28" y="111"/>
                    <a:pt x="65" y="111"/>
                  </a:cubicBezTo>
                  <a:lnTo>
                    <a:pt x="1095" y="111"/>
                  </a:lnTo>
                  <a:cubicBezTo>
                    <a:pt x="1123" y="11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3" name="Google Shape;853;p24"/>
            <p:cNvSpPr/>
            <p:nvPr/>
          </p:nvSpPr>
          <p:spPr>
            <a:xfrm>
              <a:off x="6820392" y="2206886"/>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4" name="Google Shape;854;p24"/>
            <p:cNvSpPr/>
            <p:nvPr/>
          </p:nvSpPr>
          <p:spPr>
            <a:xfrm>
              <a:off x="7123669" y="2357403"/>
              <a:ext cx="67382" cy="7139"/>
            </a:xfrm>
            <a:custGeom>
              <a:avLst/>
              <a:gdLst/>
              <a:ahLst/>
              <a:cxnLst/>
              <a:rect l="l" t="t" r="r" b="b"/>
              <a:pathLst>
                <a:path w="1142" h="121" extrusionOk="0">
                  <a:moveTo>
                    <a:pt x="56" y="0"/>
                  </a:moveTo>
                  <a:cubicBezTo>
                    <a:pt x="19" y="0"/>
                    <a:pt x="0" y="28"/>
                    <a:pt x="0" y="65"/>
                  </a:cubicBezTo>
                  <a:cubicBezTo>
                    <a:pt x="0" y="93"/>
                    <a:pt x="19" y="121"/>
                    <a:pt x="56" y="121"/>
                  </a:cubicBezTo>
                  <a:lnTo>
                    <a:pt x="1086" y="121"/>
                  </a:lnTo>
                  <a:cubicBezTo>
                    <a:pt x="1123" y="121"/>
                    <a:pt x="1141" y="93"/>
                    <a:pt x="1141" y="65"/>
                  </a:cubicBezTo>
                  <a:cubicBezTo>
                    <a:pt x="1141" y="28"/>
                    <a:pt x="1123" y="0"/>
                    <a:pt x="10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5" name="Google Shape;855;p24"/>
            <p:cNvSpPr/>
            <p:nvPr/>
          </p:nvSpPr>
          <p:spPr>
            <a:xfrm>
              <a:off x="7019115" y="2357403"/>
              <a:ext cx="63015" cy="7139"/>
            </a:xfrm>
            <a:custGeom>
              <a:avLst/>
              <a:gdLst/>
              <a:ahLst/>
              <a:cxnLst/>
              <a:rect l="l" t="t" r="r" b="b"/>
              <a:pathLst>
                <a:path w="1068" h="121" extrusionOk="0">
                  <a:moveTo>
                    <a:pt x="56" y="0"/>
                  </a:moveTo>
                  <a:cubicBezTo>
                    <a:pt x="28" y="0"/>
                    <a:pt x="0" y="28"/>
                    <a:pt x="0" y="65"/>
                  </a:cubicBezTo>
                  <a:cubicBezTo>
                    <a:pt x="0" y="93"/>
                    <a:pt x="28" y="121"/>
                    <a:pt x="56" y="121"/>
                  </a:cubicBezTo>
                  <a:lnTo>
                    <a:pt x="1002" y="121"/>
                  </a:lnTo>
                  <a:cubicBezTo>
                    <a:pt x="1039" y="121"/>
                    <a:pt x="1067" y="93"/>
                    <a:pt x="1067" y="65"/>
                  </a:cubicBezTo>
                  <a:cubicBezTo>
                    <a:pt x="1067" y="28"/>
                    <a:pt x="1039"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6" name="Google Shape;856;p24"/>
            <p:cNvSpPr/>
            <p:nvPr/>
          </p:nvSpPr>
          <p:spPr>
            <a:xfrm>
              <a:off x="6820392" y="2140094"/>
              <a:ext cx="94228" cy="7139"/>
            </a:xfrm>
            <a:custGeom>
              <a:avLst/>
              <a:gdLst/>
              <a:ahLst/>
              <a:cxnLst/>
              <a:rect l="l" t="t" r="r" b="b"/>
              <a:pathLst>
                <a:path w="1597" h="121" extrusionOk="0">
                  <a:moveTo>
                    <a:pt x="57" y="0"/>
                  </a:moveTo>
                  <a:cubicBezTo>
                    <a:pt x="29" y="0"/>
                    <a:pt x="1" y="28"/>
                    <a:pt x="1" y="65"/>
                  </a:cubicBezTo>
                  <a:cubicBezTo>
                    <a:pt x="1" y="93"/>
                    <a:pt x="29" y="121"/>
                    <a:pt x="57" y="121"/>
                  </a:cubicBezTo>
                  <a:lnTo>
                    <a:pt x="1541" y="121"/>
                  </a:lnTo>
                  <a:cubicBezTo>
                    <a:pt x="1578" y="121"/>
                    <a:pt x="1596" y="93"/>
                    <a:pt x="1596" y="65"/>
                  </a:cubicBezTo>
                  <a:cubicBezTo>
                    <a:pt x="1596" y="28"/>
                    <a:pt x="1578" y="0"/>
                    <a:pt x="1541" y="0"/>
                  </a:cubicBez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7" name="Google Shape;857;p24"/>
            <p:cNvSpPr/>
            <p:nvPr/>
          </p:nvSpPr>
          <p:spPr>
            <a:xfrm>
              <a:off x="6945184" y="2140094"/>
              <a:ext cx="155533" cy="7139"/>
            </a:xfrm>
            <a:custGeom>
              <a:avLst/>
              <a:gdLst/>
              <a:ahLst/>
              <a:cxnLst/>
              <a:rect l="l" t="t" r="r" b="b"/>
              <a:pathLst>
                <a:path w="2636" h="121" extrusionOk="0">
                  <a:moveTo>
                    <a:pt x="57" y="0"/>
                  </a:moveTo>
                  <a:cubicBezTo>
                    <a:pt x="29" y="0"/>
                    <a:pt x="1" y="28"/>
                    <a:pt x="1" y="65"/>
                  </a:cubicBezTo>
                  <a:cubicBezTo>
                    <a:pt x="1" y="93"/>
                    <a:pt x="29" y="121"/>
                    <a:pt x="57" y="121"/>
                  </a:cubicBezTo>
                  <a:lnTo>
                    <a:pt x="2580" y="121"/>
                  </a:lnTo>
                  <a:cubicBezTo>
                    <a:pt x="2608" y="121"/>
                    <a:pt x="2636" y="93"/>
                    <a:pt x="2636" y="65"/>
                  </a:cubicBezTo>
                  <a:cubicBezTo>
                    <a:pt x="2636" y="28"/>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8" name="Google Shape;858;p24"/>
            <p:cNvSpPr/>
            <p:nvPr/>
          </p:nvSpPr>
          <p:spPr>
            <a:xfrm>
              <a:off x="7142255" y="2140094"/>
              <a:ext cx="62484" cy="7139"/>
            </a:xfrm>
            <a:custGeom>
              <a:avLst/>
              <a:gdLst/>
              <a:ahLst/>
              <a:cxnLst/>
              <a:rect l="l" t="t" r="r" b="b"/>
              <a:pathLst>
                <a:path w="1059" h="121" extrusionOk="0">
                  <a:moveTo>
                    <a:pt x="56" y="0"/>
                  </a:moveTo>
                  <a:cubicBezTo>
                    <a:pt x="28" y="0"/>
                    <a:pt x="1" y="28"/>
                    <a:pt x="1" y="65"/>
                  </a:cubicBezTo>
                  <a:cubicBezTo>
                    <a:pt x="1" y="93"/>
                    <a:pt x="28" y="121"/>
                    <a:pt x="56" y="121"/>
                  </a:cubicBezTo>
                  <a:lnTo>
                    <a:pt x="1002" y="121"/>
                  </a:lnTo>
                  <a:cubicBezTo>
                    <a:pt x="1040" y="121"/>
                    <a:pt x="1058" y="93"/>
                    <a:pt x="1058" y="65"/>
                  </a:cubicBezTo>
                  <a:cubicBezTo>
                    <a:pt x="1058" y="28"/>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9" name="Google Shape;859;p24"/>
            <p:cNvSpPr/>
            <p:nvPr/>
          </p:nvSpPr>
          <p:spPr>
            <a:xfrm>
              <a:off x="7017994" y="2427440"/>
              <a:ext cx="155533" cy="7198"/>
            </a:xfrm>
            <a:custGeom>
              <a:avLst/>
              <a:gdLst/>
              <a:ahLst/>
              <a:cxnLst/>
              <a:rect l="l" t="t" r="r" b="b"/>
              <a:pathLst>
                <a:path w="2636" h="122" extrusionOk="0">
                  <a:moveTo>
                    <a:pt x="56" y="1"/>
                  </a:moveTo>
                  <a:cubicBezTo>
                    <a:pt x="29" y="1"/>
                    <a:pt x="1" y="28"/>
                    <a:pt x="1" y="66"/>
                  </a:cubicBezTo>
                  <a:cubicBezTo>
                    <a:pt x="1" y="93"/>
                    <a:pt x="29" y="121"/>
                    <a:pt x="56" y="121"/>
                  </a:cubicBezTo>
                  <a:lnTo>
                    <a:pt x="2580" y="121"/>
                  </a:lnTo>
                  <a:cubicBezTo>
                    <a:pt x="2607" y="121"/>
                    <a:pt x="2635" y="93"/>
                    <a:pt x="2635" y="66"/>
                  </a:cubicBezTo>
                  <a:cubicBezTo>
                    <a:pt x="2635" y="28"/>
                    <a:pt x="2607"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0" name="Google Shape;860;p24"/>
            <p:cNvSpPr/>
            <p:nvPr/>
          </p:nvSpPr>
          <p:spPr>
            <a:xfrm>
              <a:off x="7018584" y="2493111"/>
              <a:ext cx="62425" cy="7198"/>
            </a:xfrm>
            <a:custGeom>
              <a:avLst/>
              <a:gdLst/>
              <a:ahLst/>
              <a:cxnLst/>
              <a:rect l="l" t="t" r="r" b="b"/>
              <a:pathLst>
                <a:path w="1058" h="122" extrusionOk="0">
                  <a:moveTo>
                    <a:pt x="56" y="1"/>
                  </a:moveTo>
                  <a:cubicBezTo>
                    <a:pt x="28" y="1"/>
                    <a:pt x="0" y="29"/>
                    <a:pt x="0" y="56"/>
                  </a:cubicBezTo>
                  <a:cubicBezTo>
                    <a:pt x="0" y="94"/>
                    <a:pt x="28" y="121"/>
                    <a:pt x="56" y="121"/>
                  </a:cubicBezTo>
                  <a:lnTo>
                    <a:pt x="1002" y="121"/>
                  </a:lnTo>
                  <a:cubicBezTo>
                    <a:pt x="1030" y="121"/>
                    <a:pt x="1058" y="94"/>
                    <a:pt x="1058" y="56"/>
                  </a:cubicBezTo>
                  <a:cubicBezTo>
                    <a:pt x="1058" y="29"/>
                    <a:pt x="1030" y="1"/>
                    <a:pt x="10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1" name="Google Shape;861;p24"/>
            <p:cNvSpPr/>
            <p:nvPr/>
          </p:nvSpPr>
          <p:spPr>
            <a:xfrm>
              <a:off x="7433436" y="2415403"/>
              <a:ext cx="731876" cy="52170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2" name="Google Shape;862;p24"/>
            <p:cNvSpPr/>
            <p:nvPr/>
          </p:nvSpPr>
          <p:spPr>
            <a:xfrm>
              <a:off x="7430191" y="2412099"/>
              <a:ext cx="738957" cy="528846"/>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3" name="Google Shape;863;p24"/>
            <p:cNvSpPr/>
            <p:nvPr/>
          </p:nvSpPr>
          <p:spPr>
            <a:xfrm>
              <a:off x="7474502" y="2375989"/>
              <a:ext cx="731876" cy="88210"/>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4" name="Google Shape;864;p24"/>
            <p:cNvSpPr/>
            <p:nvPr/>
          </p:nvSpPr>
          <p:spPr>
            <a:xfrm>
              <a:off x="7471198" y="2372685"/>
              <a:ext cx="738485" cy="94759"/>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5" name="Google Shape;865;p24"/>
            <p:cNvSpPr/>
            <p:nvPr/>
          </p:nvSpPr>
          <p:spPr>
            <a:xfrm>
              <a:off x="7553862" y="2401715"/>
              <a:ext cx="33455" cy="33986"/>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6" name="Google Shape;866;p24"/>
            <p:cNvSpPr/>
            <p:nvPr/>
          </p:nvSpPr>
          <p:spPr>
            <a:xfrm>
              <a:off x="7606434" y="2401715"/>
              <a:ext cx="33986" cy="33986"/>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7" name="Google Shape;867;p24"/>
            <p:cNvSpPr/>
            <p:nvPr/>
          </p:nvSpPr>
          <p:spPr>
            <a:xfrm>
              <a:off x="7501349" y="2401715"/>
              <a:ext cx="33986" cy="33986"/>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8" name="Google Shape;868;p24"/>
            <p:cNvSpPr/>
            <p:nvPr/>
          </p:nvSpPr>
          <p:spPr>
            <a:xfrm>
              <a:off x="7473971" y="2464140"/>
              <a:ext cx="732407" cy="430252"/>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9" name="Google Shape;869;p24"/>
            <p:cNvSpPr/>
            <p:nvPr/>
          </p:nvSpPr>
          <p:spPr>
            <a:xfrm>
              <a:off x="7470667" y="2460305"/>
              <a:ext cx="739016" cy="437391"/>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0" name="Google Shape;870;p24"/>
            <p:cNvSpPr/>
            <p:nvPr/>
          </p:nvSpPr>
          <p:spPr>
            <a:xfrm>
              <a:off x="7778310" y="2564859"/>
              <a:ext cx="336083" cy="6608"/>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1" name="Google Shape;871;p24"/>
            <p:cNvSpPr/>
            <p:nvPr/>
          </p:nvSpPr>
          <p:spPr>
            <a:xfrm>
              <a:off x="7778310" y="2614657"/>
              <a:ext cx="122668" cy="7139"/>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2" name="Google Shape;872;p24"/>
            <p:cNvSpPr/>
            <p:nvPr/>
          </p:nvSpPr>
          <p:spPr>
            <a:xfrm>
              <a:off x="7941395" y="2614657"/>
              <a:ext cx="147272" cy="7139"/>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3" name="Google Shape;873;p24"/>
            <p:cNvSpPr/>
            <p:nvPr/>
          </p:nvSpPr>
          <p:spPr>
            <a:xfrm>
              <a:off x="7778310" y="2766237"/>
              <a:ext cx="217899" cy="666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4" name="Google Shape;874;p24"/>
            <p:cNvSpPr/>
            <p:nvPr/>
          </p:nvSpPr>
          <p:spPr>
            <a:xfrm>
              <a:off x="7778310" y="2667170"/>
              <a:ext cx="338856" cy="7198"/>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5" name="Google Shape;875;p24"/>
            <p:cNvSpPr/>
            <p:nvPr/>
          </p:nvSpPr>
          <p:spPr>
            <a:xfrm>
              <a:off x="7778310" y="2716969"/>
              <a:ext cx="112224" cy="7198"/>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6" name="Google Shape;876;p24"/>
            <p:cNvSpPr/>
            <p:nvPr/>
          </p:nvSpPr>
          <p:spPr>
            <a:xfrm>
              <a:off x="7915670" y="2716969"/>
              <a:ext cx="198723" cy="7198"/>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7" name="Google Shape;877;p24"/>
            <p:cNvSpPr/>
            <p:nvPr/>
          </p:nvSpPr>
          <p:spPr>
            <a:xfrm>
              <a:off x="7525953" y="2548397"/>
              <a:ext cx="219020" cy="219020"/>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8" name="Google Shape;878;p24"/>
            <p:cNvSpPr/>
            <p:nvPr/>
          </p:nvSpPr>
          <p:spPr>
            <a:xfrm>
              <a:off x="7522649" y="2545151"/>
              <a:ext cx="225567" cy="225567"/>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9" name="Google Shape;879;p24"/>
            <p:cNvSpPr/>
            <p:nvPr/>
          </p:nvSpPr>
          <p:spPr>
            <a:xfrm>
              <a:off x="7516631" y="2550049"/>
              <a:ext cx="218489" cy="218430"/>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0" name="Google Shape;880;p24"/>
            <p:cNvSpPr/>
            <p:nvPr/>
          </p:nvSpPr>
          <p:spPr>
            <a:xfrm>
              <a:off x="7513386" y="2546213"/>
              <a:ext cx="225569" cy="225569"/>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1" name="Google Shape;881;p24"/>
            <p:cNvSpPr/>
            <p:nvPr/>
          </p:nvSpPr>
          <p:spPr>
            <a:xfrm>
              <a:off x="7662251" y="2565921"/>
              <a:ext cx="54814" cy="54814"/>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2" name="Google Shape;882;p24"/>
            <p:cNvSpPr/>
            <p:nvPr/>
          </p:nvSpPr>
          <p:spPr>
            <a:xfrm>
              <a:off x="7658947" y="2562085"/>
              <a:ext cx="61363" cy="61894"/>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3" name="Google Shape;883;p24"/>
            <p:cNvSpPr/>
            <p:nvPr/>
          </p:nvSpPr>
          <p:spPr>
            <a:xfrm>
              <a:off x="7985707" y="2216444"/>
              <a:ext cx="377208" cy="339092"/>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4" name="Google Shape;884;p24"/>
            <p:cNvSpPr/>
            <p:nvPr/>
          </p:nvSpPr>
          <p:spPr>
            <a:xfrm>
              <a:off x="8001047" y="2212904"/>
              <a:ext cx="345995" cy="345995"/>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5" name="Google Shape;885;p24"/>
            <p:cNvSpPr/>
            <p:nvPr/>
          </p:nvSpPr>
          <p:spPr>
            <a:xfrm>
              <a:off x="7997212" y="2199923"/>
              <a:ext cx="384878" cy="339387"/>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6" name="Google Shape;886;p24"/>
            <p:cNvSpPr/>
            <p:nvPr/>
          </p:nvSpPr>
          <p:spPr>
            <a:xfrm>
              <a:off x="8016388" y="2196442"/>
              <a:ext cx="345995" cy="345995"/>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7" name="Google Shape;887;p24"/>
            <p:cNvSpPr/>
            <p:nvPr/>
          </p:nvSpPr>
          <p:spPr>
            <a:xfrm>
              <a:off x="8070553" y="2285655"/>
              <a:ext cx="224507" cy="141844"/>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8" name="Google Shape;888;p24"/>
            <p:cNvSpPr/>
            <p:nvPr/>
          </p:nvSpPr>
          <p:spPr>
            <a:xfrm>
              <a:off x="8066718" y="2282410"/>
              <a:ext cx="231588" cy="148393"/>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9" name="Google Shape;889;p24"/>
            <p:cNvSpPr/>
            <p:nvPr/>
          </p:nvSpPr>
          <p:spPr>
            <a:xfrm>
              <a:off x="5843948" y="3263280"/>
              <a:ext cx="422581" cy="300504"/>
            </a:xfrm>
            <a:custGeom>
              <a:avLst/>
              <a:gdLst/>
              <a:ahLst/>
              <a:cxnLst/>
              <a:rect l="l" t="t" r="r" b="b"/>
              <a:pathLst>
                <a:path w="7162" h="5093" extrusionOk="0">
                  <a:moveTo>
                    <a:pt x="0" y="0"/>
                  </a:moveTo>
                  <a:lnTo>
                    <a:pt x="0" y="5093"/>
                  </a:lnTo>
                  <a:lnTo>
                    <a:pt x="7162" y="5093"/>
                  </a:lnTo>
                  <a:lnTo>
                    <a:pt x="71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0" name="Google Shape;890;p24"/>
            <p:cNvSpPr/>
            <p:nvPr/>
          </p:nvSpPr>
          <p:spPr>
            <a:xfrm>
              <a:off x="5840112" y="3259976"/>
              <a:ext cx="429721" cy="307643"/>
            </a:xfrm>
            <a:custGeom>
              <a:avLst/>
              <a:gdLst/>
              <a:ahLst/>
              <a:cxnLst/>
              <a:rect l="l" t="t" r="r" b="b"/>
              <a:pathLst>
                <a:path w="7283" h="5214" extrusionOk="0">
                  <a:moveTo>
                    <a:pt x="7171" y="112"/>
                  </a:moveTo>
                  <a:lnTo>
                    <a:pt x="7171" y="5093"/>
                  </a:lnTo>
                  <a:lnTo>
                    <a:pt x="121" y="5093"/>
                  </a:lnTo>
                  <a:lnTo>
                    <a:pt x="121" y="112"/>
                  </a:lnTo>
                  <a:close/>
                  <a:moveTo>
                    <a:pt x="65" y="0"/>
                  </a:moveTo>
                  <a:cubicBezTo>
                    <a:pt x="28" y="0"/>
                    <a:pt x="0" y="19"/>
                    <a:pt x="0" y="56"/>
                  </a:cubicBezTo>
                  <a:lnTo>
                    <a:pt x="0" y="5149"/>
                  </a:lnTo>
                  <a:cubicBezTo>
                    <a:pt x="0" y="5186"/>
                    <a:pt x="28" y="5214"/>
                    <a:pt x="65" y="5214"/>
                  </a:cubicBezTo>
                  <a:lnTo>
                    <a:pt x="7227" y="5214"/>
                  </a:lnTo>
                  <a:cubicBezTo>
                    <a:pt x="7264" y="5214"/>
                    <a:pt x="7282" y="5186"/>
                    <a:pt x="7282" y="5149"/>
                  </a:cubicBezTo>
                  <a:lnTo>
                    <a:pt x="7282" y="56"/>
                  </a:lnTo>
                  <a:cubicBezTo>
                    <a:pt x="7282" y="19"/>
                    <a:pt x="7264" y="0"/>
                    <a:pt x="7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1" name="Google Shape;891;p24"/>
            <p:cNvSpPr/>
            <p:nvPr/>
          </p:nvSpPr>
          <p:spPr>
            <a:xfrm>
              <a:off x="5151544" y="2042680"/>
              <a:ext cx="1807388" cy="1218417"/>
            </a:xfrm>
            <a:custGeom>
              <a:avLst/>
              <a:gdLst/>
              <a:ahLst/>
              <a:cxnLst/>
              <a:rect l="l" t="t" r="r" b="b"/>
              <a:pathLst>
                <a:path w="30632" h="20650" extrusionOk="0">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55"/>
                    <a:pt x="30196" y="0"/>
                    <a:pt x="296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2" name="Google Shape;892;p24"/>
            <p:cNvSpPr/>
            <p:nvPr/>
          </p:nvSpPr>
          <p:spPr>
            <a:xfrm>
              <a:off x="5148240" y="2039376"/>
              <a:ext cx="1813996" cy="1225026"/>
            </a:xfrm>
            <a:custGeom>
              <a:avLst/>
              <a:gdLst/>
              <a:ahLst/>
              <a:cxnLst/>
              <a:rect l="l" t="t" r="r" b="b"/>
              <a:pathLst>
                <a:path w="30744" h="20762" extrusionOk="0">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2"/>
                    <a:pt x="1040" y="20762"/>
                  </a:cubicBezTo>
                  <a:lnTo>
                    <a:pt x="29705" y="20762"/>
                  </a:lnTo>
                  <a:cubicBezTo>
                    <a:pt x="30280" y="20762"/>
                    <a:pt x="30744" y="20279"/>
                    <a:pt x="30744" y="19676"/>
                  </a:cubicBezTo>
                  <a:lnTo>
                    <a:pt x="30744" y="1086"/>
                  </a:lnTo>
                  <a:cubicBezTo>
                    <a:pt x="30744" y="483"/>
                    <a:pt x="30280" y="0"/>
                    <a:pt x="29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3" name="Google Shape;893;p24"/>
            <p:cNvSpPr/>
            <p:nvPr/>
          </p:nvSpPr>
          <p:spPr>
            <a:xfrm>
              <a:off x="5151544" y="2076076"/>
              <a:ext cx="1807388" cy="1218417"/>
            </a:xfrm>
            <a:custGeom>
              <a:avLst/>
              <a:gdLst/>
              <a:ahLst/>
              <a:cxnLst/>
              <a:rect l="l" t="t" r="r" b="b"/>
              <a:pathLst>
                <a:path w="30632" h="20650" extrusionOk="0">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64"/>
                    <a:pt x="30196" y="0"/>
                    <a:pt x="296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4" name="Google Shape;894;p24"/>
            <p:cNvSpPr/>
            <p:nvPr/>
          </p:nvSpPr>
          <p:spPr>
            <a:xfrm>
              <a:off x="5148240" y="2072771"/>
              <a:ext cx="1813996" cy="1225026"/>
            </a:xfrm>
            <a:custGeom>
              <a:avLst/>
              <a:gdLst/>
              <a:ahLst/>
              <a:cxnLst/>
              <a:rect l="l" t="t" r="r" b="b"/>
              <a:pathLst>
                <a:path w="30744" h="20762" extrusionOk="0">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1"/>
                    <a:pt x="1040" y="20761"/>
                  </a:cubicBezTo>
                  <a:lnTo>
                    <a:pt x="29705" y="20761"/>
                  </a:lnTo>
                  <a:cubicBezTo>
                    <a:pt x="30280" y="20761"/>
                    <a:pt x="30744" y="20279"/>
                    <a:pt x="30744" y="19676"/>
                  </a:cubicBezTo>
                  <a:lnTo>
                    <a:pt x="30744" y="1086"/>
                  </a:lnTo>
                  <a:cubicBezTo>
                    <a:pt x="30744" y="483"/>
                    <a:pt x="30280" y="0"/>
                    <a:pt x="29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5" name="Google Shape;895;p24"/>
            <p:cNvSpPr/>
            <p:nvPr/>
          </p:nvSpPr>
          <p:spPr>
            <a:xfrm>
              <a:off x="5254977" y="2195380"/>
              <a:ext cx="1597218" cy="973790"/>
            </a:xfrm>
            <a:custGeom>
              <a:avLst/>
              <a:gdLst/>
              <a:ahLst/>
              <a:cxnLst/>
              <a:rect l="l" t="t" r="r" b="b"/>
              <a:pathLst>
                <a:path w="27070" h="16504" extrusionOk="0">
                  <a:moveTo>
                    <a:pt x="325" y="0"/>
                  </a:moveTo>
                  <a:cubicBezTo>
                    <a:pt x="149" y="0"/>
                    <a:pt x="0" y="149"/>
                    <a:pt x="0" y="334"/>
                  </a:cubicBezTo>
                  <a:lnTo>
                    <a:pt x="0" y="16503"/>
                  </a:lnTo>
                  <a:lnTo>
                    <a:pt x="27070" y="16503"/>
                  </a:lnTo>
                  <a:lnTo>
                    <a:pt x="27070" y="12218"/>
                  </a:lnTo>
                  <a:lnTo>
                    <a:pt x="27070" y="4676"/>
                  </a:lnTo>
                  <a:lnTo>
                    <a:pt x="27070" y="334"/>
                  </a:lnTo>
                  <a:cubicBezTo>
                    <a:pt x="27070" y="149"/>
                    <a:pt x="26921" y="0"/>
                    <a:pt x="267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6" name="Google Shape;896;p24"/>
            <p:cNvSpPr/>
            <p:nvPr/>
          </p:nvSpPr>
          <p:spPr>
            <a:xfrm>
              <a:off x="5251673" y="2192076"/>
              <a:ext cx="1603826" cy="980929"/>
            </a:xfrm>
            <a:custGeom>
              <a:avLst/>
              <a:gdLst/>
              <a:ahLst/>
              <a:cxnLst/>
              <a:rect l="l" t="t" r="r" b="b"/>
              <a:pathLst>
                <a:path w="27182" h="16625" extrusionOk="0">
                  <a:moveTo>
                    <a:pt x="381" y="1"/>
                  </a:moveTo>
                  <a:cubicBezTo>
                    <a:pt x="168" y="1"/>
                    <a:pt x="1" y="177"/>
                    <a:pt x="1" y="390"/>
                  </a:cubicBezTo>
                  <a:lnTo>
                    <a:pt x="1" y="16559"/>
                  </a:lnTo>
                  <a:cubicBezTo>
                    <a:pt x="1" y="16597"/>
                    <a:pt x="29" y="16624"/>
                    <a:pt x="56" y="16624"/>
                  </a:cubicBezTo>
                  <a:lnTo>
                    <a:pt x="27126" y="16624"/>
                  </a:lnTo>
                  <a:cubicBezTo>
                    <a:pt x="27154" y="16624"/>
                    <a:pt x="27182" y="16597"/>
                    <a:pt x="27182" y="16559"/>
                  </a:cubicBezTo>
                  <a:lnTo>
                    <a:pt x="27182" y="12274"/>
                  </a:lnTo>
                  <a:cubicBezTo>
                    <a:pt x="27182" y="12237"/>
                    <a:pt x="27154" y="12218"/>
                    <a:pt x="27126" y="12218"/>
                  </a:cubicBezTo>
                  <a:cubicBezTo>
                    <a:pt x="27089" y="12218"/>
                    <a:pt x="27070" y="12237"/>
                    <a:pt x="27070" y="12274"/>
                  </a:cubicBezTo>
                  <a:lnTo>
                    <a:pt x="27070" y="16504"/>
                  </a:lnTo>
                  <a:lnTo>
                    <a:pt x="121" y="16504"/>
                  </a:lnTo>
                  <a:lnTo>
                    <a:pt x="121" y="390"/>
                  </a:lnTo>
                  <a:cubicBezTo>
                    <a:pt x="121" y="242"/>
                    <a:pt x="233" y="112"/>
                    <a:pt x="381" y="112"/>
                  </a:cubicBezTo>
                  <a:lnTo>
                    <a:pt x="26801" y="112"/>
                  </a:lnTo>
                  <a:cubicBezTo>
                    <a:pt x="26950" y="112"/>
                    <a:pt x="27070" y="242"/>
                    <a:pt x="27070" y="390"/>
                  </a:cubicBezTo>
                  <a:lnTo>
                    <a:pt x="27070" y="4732"/>
                  </a:lnTo>
                  <a:cubicBezTo>
                    <a:pt x="27070" y="4760"/>
                    <a:pt x="27089" y="4787"/>
                    <a:pt x="27126" y="4787"/>
                  </a:cubicBezTo>
                  <a:cubicBezTo>
                    <a:pt x="27154" y="4787"/>
                    <a:pt x="27182" y="4760"/>
                    <a:pt x="27182" y="4732"/>
                  </a:cubicBezTo>
                  <a:lnTo>
                    <a:pt x="27182" y="390"/>
                  </a:lnTo>
                  <a:cubicBezTo>
                    <a:pt x="27182" y="177"/>
                    <a:pt x="27015" y="1"/>
                    <a:pt x="268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7" name="Google Shape;897;p24"/>
            <p:cNvSpPr/>
            <p:nvPr/>
          </p:nvSpPr>
          <p:spPr>
            <a:xfrm>
              <a:off x="6850543" y="2586749"/>
              <a:ext cx="6608" cy="189990"/>
            </a:xfrm>
            <a:custGeom>
              <a:avLst/>
              <a:gdLst/>
              <a:ahLst/>
              <a:cxnLst/>
              <a:rect l="l" t="t" r="r" b="b"/>
              <a:pathLst>
                <a:path w="112" h="3220" extrusionOk="0">
                  <a:moveTo>
                    <a:pt x="56" y="0"/>
                  </a:moveTo>
                  <a:cubicBezTo>
                    <a:pt x="19" y="0"/>
                    <a:pt x="0" y="28"/>
                    <a:pt x="0" y="56"/>
                  </a:cubicBezTo>
                  <a:lnTo>
                    <a:pt x="0" y="3163"/>
                  </a:lnTo>
                  <a:cubicBezTo>
                    <a:pt x="0" y="3201"/>
                    <a:pt x="19" y="3219"/>
                    <a:pt x="56" y="3219"/>
                  </a:cubicBezTo>
                  <a:cubicBezTo>
                    <a:pt x="84" y="3219"/>
                    <a:pt x="111" y="3201"/>
                    <a:pt x="111" y="3163"/>
                  </a:cubicBezTo>
                  <a:lnTo>
                    <a:pt x="111" y="56"/>
                  </a:lnTo>
                  <a:cubicBezTo>
                    <a:pt x="111" y="28"/>
                    <a:pt x="84"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8" name="Google Shape;898;p24"/>
            <p:cNvSpPr/>
            <p:nvPr/>
          </p:nvSpPr>
          <p:spPr>
            <a:xfrm>
              <a:off x="6035531" y="2114369"/>
              <a:ext cx="38883" cy="38352"/>
            </a:xfrm>
            <a:custGeom>
              <a:avLst/>
              <a:gdLst/>
              <a:ahLst/>
              <a:cxnLst/>
              <a:rect l="l" t="t" r="r" b="b"/>
              <a:pathLst>
                <a:path w="659" h="650" extrusionOk="0">
                  <a:moveTo>
                    <a:pt x="334" y="0"/>
                  </a:moveTo>
                  <a:cubicBezTo>
                    <a:pt x="148" y="0"/>
                    <a:pt x="0" y="140"/>
                    <a:pt x="0" y="325"/>
                  </a:cubicBezTo>
                  <a:cubicBezTo>
                    <a:pt x="0" y="511"/>
                    <a:pt x="148" y="650"/>
                    <a:pt x="334" y="650"/>
                  </a:cubicBezTo>
                  <a:cubicBezTo>
                    <a:pt x="520" y="650"/>
                    <a:pt x="659" y="511"/>
                    <a:pt x="659" y="325"/>
                  </a:cubicBezTo>
                  <a:cubicBezTo>
                    <a:pt x="659" y="140"/>
                    <a:pt x="510" y="0"/>
                    <a:pt x="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9" name="Google Shape;899;p24"/>
            <p:cNvSpPr/>
            <p:nvPr/>
          </p:nvSpPr>
          <p:spPr>
            <a:xfrm>
              <a:off x="6032227" y="2110533"/>
              <a:ext cx="46023" cy="46023"/>
            </a:xfrm>
            <a:custGeom>
              <a:avLst/>
              <a:gdLst/>
              <a:ahLst/>
              <a:cxnLst/>
              <a:rect l="l" t="t" r="r" b="b"/>
              <a:pathLst>
                <a:path w="780" h="780" extrusionOk="0">
                  <a:moveTo>
                    <a:pt x="390" y="121"/>
                  </a:moveTo>
                  <a:cubicBezTo>
                    <a:pt x="538" y="121"/>
                    <a:pt x="659" y="242"/>
                    <a:pt x="659" y="390"/>
                  </a:cubicBezTo>
                  <a:cubicBezTo>
                    <a:pt x="659" y="538"/>
                    <a:pt x="538" y="659"/>
                    <a:pt x="390" y="659"/>
                  </a:cubicBezTo>
                  <a:cubicBezTo>
                    <a:pt x="242" y="659"/>
                    <a:pt x="121" y="538"/>
                    <a:pt x="121" y="390"/>
                  </a:cubicBezTo>
                  <a:cubicBezTo>
                    <a:pt x="121" y="242"/>
                    <a:pt x="242" y="121"/>
                    <a:pt x="390" y="121"/>
                  </a:cubicBezTo>
                  <a:close/>
                  <a:moveTo>
                    <a:pt x="390" y="0"/>
                  </a:moveTo>
                  <a:cubicBezTo>
                    <a:pt x="177" y="0"/>
                    <a:pt x="0" y="177"/>
                    <a:pt x="0" y="390"/>
                  </a:cubicBezTo>
                  <a:cubicBezTo>
                    <a:pt x="0" y="603"/>
                    <a:pt x="177" y="780"/>
                    <a:pt x="390" y="780"/>
                  </a:cubicBezTo>
                  <a:cubicBezTo>
                    <a:pt x="603" y="780"/>
                    <a:pt x="780" y="603"/>
                    <a:pt x="780" y="390"/>
                  </a:cubicBezTo>
                  <a:cubicBezTo>
                    <a:pt x="780" y="177"/>
                    <a:pt x="603" y="0"/>
                    <a:pt x="3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0" name="Google Shape;900;p24"/>
            <p:cNvSpPr/>
            <p:nvPr/>
          </p:nvSpPr>
          <p:spPr>
            <a:xfrm>
              <a:off x="6808356" y="3211239"/>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1" name="Google Shape;901;p24"/>
            <p:cNvSpPr/>
            <p:nvPr/>
          </p:nvSpPr>
          <p:spPr>
            <a:xfrm>
              <a:off x="6805111" y="3207404"/>
              <a:ext cx="46023" cy="46082"/>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2" name="Google Shape;902;p24"/>
            <p:cNvSpPr/>
            <p:nvPr/>
          </p:nvSpPr>
          <p:spPr>
            <a:xfrm>
              <a:off x="6741564" y="3219441"/>
              <a:ext cx="22539" cy="21949"/>
            </a:xfrm>
            <a:custGeom>
              <a:avLst/>
              <a:gdLst/>
              <a:ahLst/>
              <a:cxnLst/>
              <a:rect l="l" t="t" r="r" b="b"/>
              <a:pathLst>
                <a:path w="382" h="372" extrusionOk="0">
                  <a:moveTo>
                    <a:pt x="196" y="112"/>
                  </a:moveTo>
                  <a:cubicBezTo>
                    <a:pt x="233" y="112"/>
                    <a:pt x="270" y="149"/>
                    <a:pt x="270" y="186"/>
                  </a:cubicBezTo>
                  <a:cubicBezTo>
                    <a:pt x="270" y="224"/>
                    <a:pt x="233" y="261"/>
                    <a:pt x="196" y="261"/>
                  </a:cubicBezTo>
                  <a:cubicBezTo>
                    <a:pt x="149" y="261"/>
                    <a:pt x="122" y="224"/>
                    <a:pt x="122" y="186"/>
                  </a:cubicBezTo>
                  <a:cubicBezTo>
                    <a:pt x="122" y="149"/>
                    <a:pt x="149" y="112"/>
                    <a:pt x="196" y="112"/>
                  </a:cubicBezTo>
                  <a:close/>
                  <a:moveTo>
                    <a:pt x="196" y="1"/>
                  </a:moveTo>
                  <a:cubicBezTo>
                    <a:pt x="84" y="1"/>
                    <a:pt x="1" y="84"/>
                    <a:pt x="1" y="186"/>
                  </a:cubicBezTo>
                  <a:cubicBezTo>
                    <a:pt x="1" y="289"/>
                    <a:pt x="84" y="372"/>
                    <a:pt x="196" y="372"/>
                  </a:cubicBezTo>
                  <a:cubicBezTo>
                    <a:pt x="298" y="372"/>
                    <a:pt x="381" y="289"/>
                    <a:pt x="381" y="186"/>
                  </a:cubicBezTo>
                  <a:cubicBezTo>
                    <a:pt x="381" y="84"/>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3" name="Google Shape;903;p24"/>
            <p:cNvSpPr/>
            <p:nvPr/>
          </p:nvSpPr>
          <p:spPr>
            <a:xfrm>
              <a:off x="6697253" y="3219441"/>
              <a:ext cx="22480" cy="21949"/>
            </a:xfrm>
            <a:custGeom>
              <a:avLst/>
              <a:gdLst/>
              <a:ahLst/>
              <a:cxnLst/>
              <a:rect l="l" t="t" r="r" b="b"/>
              <a:pathLst>
                <a:path w="381" h="372" extrusionOk="0">
                  <a:moveTo>
                    <a:pt x="195" y="112"/>
                  </a:moveTo>
                  <a:cubicBezTo>
                    <a:pt x="233" y="112"/>
                    <a:pt x="270" y="149"/>
                    <a:pt x="270" y="186"/>
                  </a:cubicBezTo>
                  <a:cubicBezTo>
                    <a:pt x="270" y="224"/>
                    <a:pt x="233" y="261"/>
                    <a:pt x="195" y="261"/>
                  </a:cubicBezTo>
                  <a:cubicBezTo>
                    <a:pt x="149" y="261"/>
                    <a:pt x="121" y="224"/>
                    <a:pt x="121" y="186"/>
                  </a:cubicBezTo>
                  <a:cubicBezTo>
                    <a:pt x="121" y="149"/>
                    <a:pt x="149" y="112"/>
                    <a:pt x="195" y="112"/>
                  </a:cubicBezTo>
                  <a:close/>
                  <a:moveTo>
                    <a:pt x="195" y="1"/>
                  </a:moveTo>
                  <a:cubicBezTo>
                    <a:pt x="84" y="1"/>
                    <a:pt x="1" y="84"/>
                    <a:pt x="1" y="186"/>
                  </a:cubicBezTo>
                  <a:cubicBezTo>
                    <a:pt x="1" y="289"/>
                    <a:pt x="84" y="372"/>
                    <a:pt x="195" y="372"/>
                  </a:cubicBezTo>
                  <a:cubicBezTo>
                    <a:pt x="297" y="372"/>
                    <a:pt x="381" y="289"/>
                    <a:pt x="381" y="186"/>
                  </a:cubicBezTo>
                  <a:cubicBezTo>
                    <a:pt x="381" y="84"/>
                    <a:pt x="297" y="1"/>
                    <a:pt x="1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4" name="Google Shape;904;p24"/>
            <p:cNvSpPr/>
            <p:nvPr/>
          </p:nvSpPr>
          <p:spPr>
            <a:xfrm>
              <a:off x="5844479" y="3294434"/>
              <a:ext cx="421519" cy="77825"/>
            </a:xfrm>
            <a:custGeom>
              <a:avLst/>
              <a:gdLst/>
              <a:ahLst/>
              <a:cxnLst/>
              <a:rect l="l" t="t" r="r" b="b"/>
              <a:pathLst>
                <a:path w="7144" h="1319" extrusionOk="0">
                  <a:moveTo>
                    <a:pt x="0" y="1"/>
                  </a:moveTo>
                  <a:lnTo>
                    <a:pt x="0" y="1318"/>
                  </a:lnTo>
                  <a:lnTo>
                    <a:pt x="7144" y="1318"/>
                  </a:lnTo>
                  <a:lnTo>
                    <a:pt x="71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5" name="Google Shape;905;p24"/>
            <p:cNvSpPr/>
            <p:nvPr/>
          </p:nvSpPr>
          <p:spPr>
            <a:xfrm>
              <a:off x="5841174" y="3291189"/>
              <a:ext cx="428128" cy="84316"/>
            </a:xfrm>
            <a:custGeom>
              <a:avLst/>
              <a:gdLst/>
              <a:ahLst/>
              <a:cxnLst/>
              <a:rect l="l" t="t" r="r" b="b"/>
              <a:pathLst>
                <a:path w="7256" h="1429" extrusionOk="0">
                  <a:moveTo>
                    <a:pt x="7135" y="111"/>
                  </a:moveTo>
                  <a:lnTo>
                    <a:pt x="7135" y="1317"/>
                  </a:lnTo>
                  <a:lnTo>
                    <a:pt x="112" y="1317"/>
                  </a:lnTo>
                  <a:lnTo>
                    <a:pt x="112" y="111"/>
                  </a:lnTo>
                  <a:close/>
                  <a:moveTo>
                    <a:pt x="56" y="0"/>
                  </a:moveTo>
                  <a:cubicBezTo>
                    <a:pt x="29" y="0"/>
                    <a:pt x="1" y="28"/>
                    <a:pt x="1" y="56"/>
                  </a:cubicBezTo>
                  <a:lnTo>
                    <a:pt x="1" y="1373"/>
                  </a:lnTo>
                  <a:cubicBezTo>
                    <a:pt x="1" y="1401"/>
                    <a:pt x="29" y="1429"/>
                    <a:pt x="56" y="1429"/>
                  </a:cubicBezTo>
                  <a:lnTo>
                    <a:pt x="7200" y="1429"/>
                  </a:lnTo>
                  <a:cubicBezTo>
                    <a:pt x="7227" y="1429"/>
                    <a:pt x="7255" y="1401"/>
                    <a:pt x="7255" y="1373"/>
                  </a:cubicBezTo>
                  <a:lnTo>
                    <a:pt x="7255" y="56"/>
                  </a:lnTo>
                  <a:cubicBezTo>
                    <a:pt x="7255" y="28"/>
                    <a:pt x="7227" y="0"/>
                    <a:pt x="7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6" name="Google Shape;906;p24"/>
            <p:cNvSpPr/>
            <p:nvPr/>
          </p:nvSpPr>
          <p:spPr>
            <a:xfrm>
              <a:off x="5257691" y="3542955"/>
              <a:ext cx="1595094" cy="130869"/>
            </a:xfrm>
            <a:custGeom>
              <a:avLst/>
              <a:gdLst/>
              <a:ahLst/>
              <a:cxnLst/>
              <a:rect l="l" t="t" r="r" b="b"/>
              <a:pathLst>
                <a:path w="27034" h="2218" extrusionOk="0">
                  <a:moveTo>
                    <a:pt x="2218" y="0"/>
                  </a:moveTo>
                  <a:cubicBezTo>
                    <a:pt x="1429" y="38"/>
                    <a:pt x="724" y="492"/>
                    <a:pt x="446" y="1160"/>
                  </a:cubicBezTo>
                  <a:lnTo>
                    <a:pt x="1" y="2218"/>
                  </a:lnTo>
                  <a:lnTo>
                    <a:pt x="27033" y="2218"/>
                  </a:lnTo>
                  <a:cubicBezTo>
                    <a:pt x="27033" y="1522"/>
                    <a:pt x="26653" y="900"/>
                    <a:pt x="26059" y="492"/>
                  </a:cubicBezTo>
                  <a:cubicBezTo>
                    <a:pt x="26031" y="474"/>
                    <a:pt x="26003" y="455"/>
                    <a:pt x="25976" y="436"/>
                  </a:cubicBezTo>
                  <a:cubicBezTo>
                    <a:pt x="25540" y="158"/>
                    <a:pt x="25002" y="0"/>
                    <a:pt x="244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7" name="Google Shape;907;p24"/>
            <p:cNvSpPr/>
            <p:nvPr/>
          </p:nvSpPr>
          <p:spPr>
            <a:xfrm>
              <a:off x="5253856" y="3539120"/>
              <a:ext cx="1602764" cy="138540"/>
            </a:xfrm>
            <a:custGeom>
              <a:avLst/>
              <a:gdLst/>
              <a:ahLst/>
              <a:cxnLst/>
              <a:rect l="l" t="t" r="r" b="b"/>
              <a:pathLst>
                <a:path w="27164" h="2348" extrusionOk="0">
                  <a:moveTo>
                    <a:pt x="24482" y="121"/>
                  </a:moveTo>
                  <a:cubicBezTo>
                    <a:pt x="25029" y="121"/>
                    <a:pt x="25558" y="270"/>
                    <a:pt x="26004" y="548"/>
                  </a:cubicBezTo>
                  <a:lnTo>
                    <a:pt x="26031" y="566"/>
                  </a:lnTo>
                  <a:cubicBezTo>
                    <a:pt x="26050" y="576"/>
                    <a:pt x="26068" y="585"/>
                    <a:pt x="26087" y="603"/>
                  </a:cubicBezTo>
                  <a:cubicBezTo>
                    <a:pt x="26681" y="1002"/>
                    <a:pt x="27024" y="1596"/>
                    <a:pt x="27043" y="2227"/>
                  </a:cubicBezTo>
                  <a:lnTo>
                    <a:pt x="149" y="2227"/>
                  </a:lnTo>
                  <a:lnTo>
                    <a:pt x="558" y="1244"/>
                  </a:lnTo>
                  <a:cubicBezTo>
                    <a:pt x="836" y="603"/>
                    <a:pt x="1504" y="158"/>
                    <a:pt x="2283" y="121"/>
                  </a:cubicBezTo>
                  <a:close/>
                  <a:moveTo>
                    <a:pt x="2385" y="0"/>
                  </a:moveTo>
                  <a:cubicBezTo>
                    <a:pt x="2348" y="0"/>
                    <a:pt x="2320" y="10"/>
                    <a:pt x="2292" y="10"/>
                  </a:cubicBezTo>
                  <a:lnTo>
                    <a:pt x="2274" y="10"/>
                  </a:lnTo>
                  <a:cubicBezTo>
                    <a:pt x="1457" y="47"/>
                    <a:pt x="743" y="511"/>
                    <a:pt x="456" y="1197"/>
                  </a:cubicBezTo>
                  <a:lnTo>
                    <a:pt x="10" y="2264"/>
                  </a:lnTo>
                  <a:cubicBezTo>
                    <a:pt x="1" y="2283"/>
                    <a:pt x="1" y="2301"/>
                    <a:pt x="10" y="2320"/>
                  </a:cubicBezTo>
                  <a:cubicBezTo>
                    <a:pt x="29" y="2338"/>
                    <a:pt x="47" y="2347"/>
                    <a:pt x="66" y="2347"/>
                  </a:cubicBezTo>
                  <a:lnTo>
                    <a:pt x="27098" y="2347"/>
                  </a:lnTo>
                  <a:cubicBezTo>
                    <a:pt x="27135" y="2347"/>
                    <a:pt x="27163" y="2320"/>
                    <a:pt x="27163" y="2283"/>
                  </a:cubicBezTo>
                  <a:cubicBezTo>
                    <a:pt x="27163" y="1587"/>
                    <a:pt x="26792" y="937"/>
                    <a:pt x="26152" y="501"/>
                  </a:cubicBezTo>
                  <a:cubicBezTo>
                    <a:pt x="26133" y="492"/>
                    <a:pt x="26115" y="483"/>
                    <a:pt x="26087" y="464"/>
                  </a:cubicBezTo>
                  <a:lnTo>
                    <a:pt x="26068" y="455"/>
                  </a:lnTo>
                  <a:cubicBezTo>
                    <a:pt x="25605" y="158"/>
                    <a:pt x="25057" y="0"/>
                    <a:pt x="244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8" name="Google Shape;908;p24"/>
            <p:cNvSpPr/>
            <p:nvPr/>
          </p:nvSpPr>
          <p:spPr>
            <a:xfrm>
              <a:off x="5425733"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9" name="Google Shape;909;p24"/>
            <p:cNvSpPr/>
            <p:nvPr/>
          </p:nvSpPr>
          <p:spPr>
            <a:xfrm>
              <a:off x="5422487" y="3569743"/>
              <a:ext cx="119895" cy="44960"/>
            </a:xfrm>
            <a:custGeom>
              <a:avLst/>
              <a:gdLst/>
              <a:ahLst/>
              <a:cxnLst/>
              <a:rect l="l" t="t" r="r" b="b"/>
              <a:pathLst>
                <a:path w="2032" h="762" extrusionOk="0">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32" y="706"/>
                  </a:cubicBezTo>
                  <a:lnTo>
                    <a:pt x="2032" y="446"/>
                  </a:lnTo>
                  <a:cubicBezTo>
                    <a:pt x="2032" y="196"/>
                    <a:pt x="1828" y="1"/>
                    <a:pt x="1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0" name="Google Shape;910;p24"/>
            <p:cNvSpPr/>
            <p:nvPr/>
          </p:nvSpPr>
          <p:spPr>
            <a:xfrm>
              <a:off x="5565334" y="3573047"/>
              <a:ext cx="113345" cy="38352"/>
            </a:xfrm>
            <a:custGeom>
              <a:avLst/>
              <a:gdLst/>
              <a:ahLst/>
              <a:cxnLst/>
              <a:rect l="l" t="t" r="r" b="b"/>
              <a:pathLst>
                <a:path w="1921" h="650" extrusionOk="0">
                  <a:moveTo>
                    <a:pt x="390" y="1"/>
                  </a:moveTo>
                  <a:cubicBezTo>
                    <a:pt x="177" y="1"/>
                    <a:pt x="0" y="177"/>
                    <a:pt x="0" y="390"/>
                  </a:cubicBezTo>
                  <a:lnTo>
                    <a:pt x="0" y="650"/>
                  </a:lnTo>
                  <a:lnTo>
                    <a:pt x="1921" y="650"/>
                  </a:lnTo>
                  <a:lnTo>
                    <a:pt x="1921" y="390"/>
                  </a:lnTo>
                  <a:cubicBezTo>
                    <a:pt x="192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1" name="Google Shape;911;p24"/>
            <p:cNvSpPr/>
            <p:nvPr/>
          </p:nvSpPr>
          <p:spPr>
            <a:xfrm>
              <a:off x="5562030" y="3569743"/>
              <a:ext cx="119954" cy="44960"/>
            </a:xfrm>
            <a:custGeom>
              <a:avLst/>
              <a:gdLst/>
              <a:ahLst/>
              <a:cxnLst/>
              <a:rect l="l" t="t" r="r" b="b"/>
              <a:pathLst>
                <a:path w="2033" h="762" extrusionOk="0">
                  <a:moveTo>
                    <a:pt x="1587" y="122"/>
                  </a:moveTo>
                  <a:cubicBezTo>
                    <a:pt x="1773" y="122"/>
                    <a:pt x="1912" y="261"/>
                    <a:pt x="1912" y="446"/>
                  </a:cubicBezTo>
                  <a:lnTo>
                    <a:pt x="1912" y="650"/>
                  </a:lnTo>
                  <a:lnTo>
                    <a:pt x="121" y="650"/>
                  </a:lnTo>
                  <a:lnTo>
                    <a:pt x="121" y="446"/>
                  </a:lnTo>
                  <a:cubicBezTo>
                    <a:pt x="121" y="261"/>
                    <a:pt x="260" y="122"/>
                    <a:pt x="446" y="122"/>
                  </a:cubicBezTo>
                  <a:close/>
                  <a:moveTo>
                    <a:pt x="446" y="1"/>
                  </a:moveTo>
                  <a:cubicBezTo>
                    <a:pt x="196" y="1"/>
                    <a:pt x="1" y="205"/>
                    <a:pt x="1" y="446"/>
                  </a:cubicBezTo>
                  <a:lnTo>
                    <a:pt x="1" y="706"/>
                  </a:lnTo>
                  <a:cubicBezTo>
                    <a:pt x="1" y="743"/>
                    <a:pt x="29" y="762"/>
                    <a:pt x="56" y="762"/>
                  </a:cubicBezTo>
                  <a:lnTo>
                    <a:pt x="1977" y="762"/>
                  </a:lnTo>
                  <a:cubicBezTo>
                    <a:pt x="2004" y="762"/>
                    <a:pt x="2032"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2" name="Google Shape;912;p24"/>
            <p:cNvSpPr/>
            <p:nvPr/>
          </p:nvSpPr>
          <p:spPr>
            <a:xfrm>
              <a:off x="5708712"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3" name="Google Shape;913;p24"/>
            <p:cNvSpPr/>
            <p:nvPr/>
          </p:nvSpPr>
          <p:spPr>
            <a:xfrm>
              <a:off x="5705467" y="3569743"/>
              <a:ext cx="119895" cy="44960"/>
            </a:xfrm>
            <a:custGeom>
              <a:avLst/>
              <a:gdLst/>
              <a:ahLst/>
              <a:cxnLst/>
              <a:rect l="l" t="t" r="r" b="b"/>
              <a:pathLst>
                <a:path w="2032"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4" name="Google Shape;914;p24"/>
            <p:cNvSpPr/>
            <p:nvPr/>
          </p:nvSpPr>
          <p:spPr>
            <a:xfrm>
              <a:off x="5848314" y="3573047"/>
              <a:ext cx="112814" cy="38352"/>
            </a:xfrm>
            <a:custGeom>
              <a:avLst/>
              <a:gdLst/>
              <a:ahLst/>
              <a:cxnLst/>
              <a:rect l="l" t="t" r="r" b="b"/>
              <a:pathLst>
                <a:path w="1912" h="650" extrusionOk="0">
                  <a:moveTo>
                    <a:pt x="381" y="1"/>
                  </a:moveTo>
                  <a:cubicBezTo>
                    <a:pt x="177" y="1"/>
                    <a:pt x="0" y="177"/>
                    <a:pt x="0" y="390"/>
                  </a:cubicBezTo>
                  <a:lnTo>
                    <a:pt x="0" y="650"/>
                  </a:lnTo>
                  <a:lnTo>
                    <a:pt x="1911" y="650"/>
                  </a:lnTo>
                  <a:lnTo>
                    <a:pt x="1911" y="390"/>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5" name="Google Shape;915;p24"/>
            <p:cNvSpPr/>
            <p:nvPr/>
          </p:nvSpPr>
          <p:spPr>
            <a:xfrm>
              <a:off x="5845010" y="3569743"/>
              <a:ext cx="119954" cy="44960"/>
            </a:xfrm>
            <a:custGeom>
              <a:avLst/>
              <a:gdLst/>
              <a:ahLst/>
              <a:cxnLst/>
              <a:rect l="l" t="t" r="r" b="b"/>
              <a:pathLst>
                <a:path w="2033" h="762" extrusionOk="0">
                  <a:moveTo>
                    <a:pt x="1587" y="122"/>
                  </a:moveTo>
                  <a:cubicBezTo>
                    <a:pt x="1763"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6" y="762"/>
                  </a:cubicBezTo>
                  <a:lnTo>
                    <a:pt x="1967" y="762"/>
                  </a:lnTo>
                  <a:cubicBezTo>
                    <a:pt x="2005" y="762"/>
                    <a:pt x="2032"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6" name="Google Shape;916;p24"/>
            <p:cNvSpPr/>
            <p:nvPr/>
          </p:nvSpPr>
          <p:spPr>
            <a:xfrm>
              <a:off x="5990099" y="3573047"/>
              <a:ext cx="112814" cy="38352"/>
            </a:xfrm>
            <a:custGeom>
              <a:avLst/>
              <a:gdLst/>
              <a:ahLst/>
              <a:cxnLst/>
              <a:rect l="l" t="t" r="r" b="b"/>
              <a:pathLst>
                <a:path w="1912" h="650" extrusionOk="0">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7" name="Google Shape;917;p24"/>
            <p:cNvSpPr/>
            <p:nvPr/>
          </p:nvSpPr>
          <p:spPr>
            <a:xfrm>
              <a:off x="5986794" y="3569743"/>
              <a:ext cx="119364" cy="44960"/>
            </a:xfrm>
            <a:custGeom>
              <a:avLst/>
              <a:gdLst/>
              <a:ahLst/>
              <a:cxnLst/>
              <a:rect l="l" t="t" r="r" b="b"/>
              <a:pathLst>
                <a:path w="2023"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19" y="762"/>
                    <a:pt x="56" y="762"/>
                  </a:cubicBezTo>
                  <a:lnTo>
                    <a:pt x="1967" y="762"/>
                  </a:lnTo>
                  <a:cubicBezTo>
                    <a:pt x="1995" y="762"/>
                    <a:pt x="2023" y="743"/>
                    <a:pt x="2023" y="706"/>
                  </a:cubicBezTo>
                  <a:lnTo>
                    <a:pt x="2023" y="446"/>
                  </a:lnTo>
                  <a:cubicBezTo>
                    <a:pt x="2023"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8" name="Google Shape;918;p24"/>
            <p:cNvSpPr/>
            <p:nvPr/>
          </p:nvSpPr>
          <p:spPr>
            <a:xfrm>
              <a:off x="6129641"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9" name="Google Shape;919;p24"/>
            <p:cNvSpPr/>
            <p:nvPr/>
          </p:nvSpPr>
          <p:spPr>
            <a:xfrm>
              <a:off x="6126337" y="3569743"/>
              <a:ext cx="119423" cy="44960"/>
            </a:xfrm>
            <a:custGeom>
              <a:avLst/>
              <a:gdLst/>
              <a:ahLst/>
              <a:cxnLst/>
              <a:rect l="l" t="t" r="r" b="b"/>
              <a:pathLst>
                <a:path w="2024" h="762" extrusionOk="0">
                  <a:moveTo>
                    <a:pt x="1587" y="122"/>
                  </a:moveTo>
                  <a:cubicBezTo>
                    <a:pt x="1764"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7" y="762"/>
                  </a:cubicBezTo>
                  <a:lnTo>
                    <a:pt x="1968" y="762"/>
                  </a:lnTo>
                  <a:cubicBezTo>
                    <a:pt x="2005" y="762"/>
                    <a:pt x="2023" y="743"/>
                    <a:pt x="2023" y="706"/>
                  </a:cubicBezTo>
                  <a:lnTo>
                    <a:pt x="2023" y="446"/>
                  </a:lnTo>
                  <a:cubicBezTo>
                    <a:pt x="2023" y="196"/>
                    <a:pt x="1829"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0" name="Google Shape;920;p24"/>
            <p:cNvSpPr/>
            <p:nvPr/>
          </p:nvSpPr>
          <p:spPr>
            <a:xfrm>
              <a:off x="6273078" y="3573047"/>
              <a:ext cx="112814" cy="38352"/>
            </a:xfrm>
            <a:custGeom>
              <a:avLst/>
              <a:gdLst/>
              <a:ahLst/>
              <a:cxnLst/>
              <a:rect l="l" t="t" r="r" b="b"/>
              <a:pathLst>
                <a:path w="1912" h="650" extrusionOk="0">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1" name="Google Shape;921;p24"/>
            <p:cNvSpPr/>
            <p:nvPr/>
          </p:nvSpPr>
          <p:spPr>
            <a:xfrm>
              <a:off x="6269243" y="3569743"/>
              <a:ext cx="119895" cy="44960"/>
            </a:xfrm>
            <a:custGeom>
              <a:avLst/>
              <a:gdLst/>
              <a:ahLst/>
              <a:cxnLst/>
              <a:rect l="l" t="t" r="r" b="b"/>
              <a:pathLst>
                <a:path w="2032" h="762" extrusionOk="0">
                  <a:moveTo>
                    <a:pt x="1596" y="122"/>
                  </a:moveTo>
                  <a:cubicBezTo>
                    <a:pt x="1772" y="122"/>
                    <a:pt x="1920" y="261"/>
                    <a:pt x="1920" y="446"/>
                  </a:cubicBezTo>
                  <a:lnTo>
                    <a:pt x="1920" y="650"/>
                  </a:lnTo>
                  <a:lnTo>
                    <a:pt x="121" y="650"/>
                  </a:lnTo>
                  <a:lnTo>
                    <a:pt x="121" y="446"/>
                  </a:lnTo>
                  <a:cubicBezTo>
                    <a:pt x="121" y="261"/>
                    <a:pt x="269" y="122"/>
                    <a:pt x="445" y="122"/>
                  </a:cubicBezTo>
                  <a:close/>
                  <a:moveTo>
                    <a:pt x="445" y="1"/>
                  </a:moveTo>
                  <a:cubicBezTo>
                    <a:pt x="204" y="1"/>
                    <a:pt x="0" y="205"/>
                    <a:pt x="0" y="446"/>
                  </a:cubicBezTo>
                  <a:lnTo>
                    <a:pt x="0" y="706"/>
                  </a:lnTo>
                  <a:cubicBezTo>
                    <a:pt x="0" y="743"/>
                    <a:pt x="28" y="762"/>
                    <a:pt x="65" y="762"/>
                  </a:cubicBezTo>
                  <a:lnTo>
                    <a:pt x="1976" y="762"/>
                  </a:lnTo>
                  <a:cubicBezTo>
                    <a:pt x="2004" y="762"/>
                    <a:pt x="2032" y="743"/>
                    <a:pt x="2032" y="706"/>
                  </a:cubicBezTo>
                  <a:lnTo>
                    <a:pt x="2032" y="446"/>
                  </a:lnTo>
                  <a:cubicBezTo>
                    <a:pt x="2032" y="196"/>
                    <a:pt x="1837" y="1"/>
                    <a:pt x="1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2" name="Google Shape;922;p24"/>
            <p:cNvSpPr/>
            <p:nvPr/>
          </p:nvSpPr>
          <p:spPr>
            <a:xfrm>
              <a:off x="6412621"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3" name="Google Shape;923;p24"/>
            <p:cNvSpPr/>
            <p:nvPr/>
          </p:nvSpPr>
          <p:spPr>
            <a:xfrm>
              <a:off x="6409376" y="3569743"/>
              <a:ext cx="119364" cy="44960"/>
            </a:xfrm>
            <a:custGeom>
              <a:avLst/>
              <a:gdLst/>
              <a:ahLst/>
              <a:cxnLst/>
              <a:rect l="l" t="t" r="r" b="b"/>
              <a:pathLst>
                <a:path w="2023" h="762" extrusionOk="0">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22" y="706"/>
                  </a:cubicBezTo>
                  <a:lnTo>
                    <a:pt x="2022" y="446"/>
                  </a:lnTo>
                  <a:cubicBezTo>
                    <a:pt x="2022" y="196"/>
                    <a:pt x="1828" y="1"/>
                    <a:pt x="1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4" name="Google Shape;924;p24"/>
            <p:cNvSpPr/>
            <p:nvPr/>
          </p:nvSpPr>
          <p:spPr>
            <a:xfrm>
              <a:off x="6559303"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5" name="Google Shape;925;p24"/>
            <p:cNvSpPr/>
            <p:nvPr/>
          </p:nvSpPr>
          <p:spPr>
            <a:xfrm>
              <a:off x="6556058" y="3569743"/>
              <a:ext cx="119364" cy="44960"/>
            </a:xfrm>
            <a:custGeom>
              <a:avLst/>
              <a:gdLst/>
              <a:ahLst/>
              <a:cxnLst/>
              <a:rect l="l" t="t" r="r" b="b"/>
              <a:pathLst>
                <a:path w="2023"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23" y="706"/>
                  </a:cubicBezTo>
                  <a:lnTo>
                    <a:pt x="2023" y="446"/>
                  </a:lnTo>
                  <a:cubicBezTo>
                    <a:pt x="2023"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6" name="Google Shape;926;p24"/>
            <p:cNvSpPr/>
            <p:nvPr/>
          </p:nvSpPr>
          <p:spPr>
            <a:xfrm>
              <a:off x="5359531"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7" name="Google Shape;927;p24"/>
            <p:cNvSpPr/>
            <p:nvPr/>
          </p:nvSpPr>
          <p:spPr>
            <a:xfrm>
              <a:off x="5356227" y="3596058"/>
              <a:ext cx="119364" cy="44901"/>
            </a:xfrm>
            <a:custGeom>
              <a:avLst/>
              <a:gdLst/>
              <a:ahLst/>
              <a:cxnLst/>
              <a:rect l="l" t="t" r="r" b="b"/>
              <a:pathLst>
                <a:path w="2023"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8" name="Google Shape;928;p24"/>
            <p:cNvSpPr/>
            <p:nvPr/>
          </p:nvSpPr>
          <p:spPr>
            <a:xfrm>
              <a:off x="5499074"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9" name="Google Shape;929;p24"/>
            <p:cNvSpPr/>
            <p:nvPr/>
          </p:nvSpPr>
          <p:spPr>
            <a:xfrm>
              <a:off x="5495828"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0" name="Google Shape;930;p24"/>
            <p:cNvSpPr/>
            <p:nvPr/>
          </p:nvSpPr>
          <p:spPr>
            <a:xfrm>
              <a:off x="5642510"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1" name="Google Shape;931;p24"/>
            <p:cNvSpPr/>
            <p:nvPr/>
          </p:nvSpPr>
          <p:spPr>
            <a:xfrm>
              <a:off x="5639206" y="3596058"/>
              <a:ext cx="119423" cy="44901"/>
            </a:xfrm>
            <a:custGeom>
              <a:avLst/>
              <a:gdLst/>
              <a:ahLst/>
              <a:cxnLst/>
              <a:rect l="l" t="t" r="r" b="b"/>
              <a:pathLst>
                <a:path w="2024"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2" name="Google Shape;932;p24"/>
            <p:cNvSpPr/>
            <p:nvPr/>
          </p:nvSpPr>
          <p:spPr>
            <a:xfrm>
              <a:off x="5782053"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3" name="Google Shape;933;p24"/>
            <p:cNvSpPr/>
            <p:nvPr/>
          </p:nvSpPr>
          <p:spPr>
            <a:xfrm>
              <a:off x="5778808"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23"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4" name="Google Shape;934;p24"/>
            <p:cNvSpPr/>
            <p:nvPr/>
          </p:nvSpPr>
          <p:spPr>
            <a:xfrm>
              <a:off x="5923307" y="3599304"/>
              <a:ext cx="113345" cy="38411"/>
            </a:xfrm>
            <a:custGeom>
              <a:avLst/>
              <a:gdLst/>
              <a:ahLst/>
              <a:cxnLst/>
              <a:rect l="l" t="t" r="r" b="b"/>
              <a:pathLst>
                <a:path w="1921" h="651" extrusionOk="0">
                  <a:moveTo>
                    <a:pt x="390" y="1"/>
                  </a:moveTo>
                  <a:cubicBezTo>
                    <a:pt x="177" y="1"/>
                    <a:pt x="0" y="177"/>
                    <a:pt x="0" y="381"/>
                  </a:cubicBezTo>
                  <a:lnTo>
                    <a:pt x="0" y="650"/>
                  </a:lnTo>
                  <a:lnTo>
                    <a:pt x="1921" y="650"/>
                  </a:lnTo>
                  <a:lnTo>
                    <a:pt x="1921" y="381"/>
                  </a:lnTo>
                  <a:cubicBezTo>
                    <a:pt x="192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5" name="Google Shape;935;p24"/>
            <p:cNvSpPr/>
            <p:nvPr/>
          </p:nvSpPr>
          <p:spPr>
            <a:xfrm>
              <a:off x="5920003" y="3596058"/>
              <a:ext cx="119954" cy="44901"/>
            </a:xfrm>
            <a:custGeom>
              <a:avLst/>
              <a:gdLst/>
              <a:ahLst/>
              <a:cxnLst/>
              <a:rect l="l" t="t" r="r" b="b"/>
              <a:pathLst>
                <a:path w="2033" h="761" extrusionOk="0">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56" y="761"/>
                  </a:cubicBezTo>
                  <a:lnTo>
                    <a:pt x="1977"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6" name="Google Shape;936;p24"/>
            <p:cNvSpPr/>
            <p:nvPr/>
          </p:nvSpPr>
          <p:spPr>
            <a:xfrm>
              <a:off x="6063440"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7" name="Google Shape;937;p24"/>
            <p:cNvSpPr/>
            <p:nvPr/>
          </p:nvSpPr>
          <p:spPr>
            <a:xfrm>
              <a:off x="6060136" y="3596058"/>
              <a:ext cx="119364" cy="44901"/>
            </a:xfrm>
            <a:custGeom>
              <a:avLst/>
              <a:gdLst/>
              <a:ahLst/>
              <a:cxnLst/>
              <a:rect l="l" t="t" r="r" b="b"/>
              <a:pathLst>
                <a:path w="2023"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8" name="Google Shape;938;p24"/>
            <p:cNvSpPr/>
            <p:nvPr/>
          </p:nvSpPr>
          <p:spPr>
            <a:xfrm>
              <a:off x="6206818" y="3599304"/>
              <a:ext cx="112814" cy="38411"/>
            </a:xfrm>
            <a:custGeom>
              <a:avLst/>
              <a:gdLst/>
              <a:ahLst/>
              <a:cxnLst/>
              <a:rect l="l" t="t" r="r" b="b"/>
              <a:pathLst>
                <a:path w="1912" h="651" extrusionOk="0">
                  <a:moveTo>
                    <a:pt x="381" y="1"/>
                  </a:moveTo>
                  <a:cubicBezTo>
                    <a:pt x="168" y="1"/>
                    <a:pt x="1" y="177"/>
                    <a:pt x="1" y="381"/>
                  </a:cubicBezTo>
                  <a:lnTo>
                    <a:pt x="1" y="650"/>
                  </a:lnTo>
                  <a:lnTo>
                    <a:pt x="1912" y="650"/>
                  </a:lnTo>
                  <a:lnTo>
                    <a:pt x="1912" y="381"/>
                  </a:lnTo>
                  <a:cubicBezTo>
                    <a:pt x="1912" y="177"/>
                    <a:pt x="1735" y="1"/>
                    <a:pt x="15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9" name="Google Shape;939;p24"/>
            <p:cNvSpPr/>
            <p:nvPr/>
          </p:nvSpPr>
          <p:spPr>
            <a:xfrm>
              <a:off x="6202982" y="3596058"/>
              <a:ext cx="119954" cy="44901"/>
            </a:xfrm>
            <a:custGeom>
              <a:avLst/>
              <a:gdLst/>
              <a:ahLst/>
              <a:cxnLst/>
              <a:rect l="l" t="t" r="r" b="b"/>
              <a:pathLst>
                <a:path w="2033" h="761" extrusionOk="0">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66" y="761"/>
                  </a:cubicBezTo>
                  <a:lnTo>
                    <a:pt x="1977" y="761"/>
                  </a:lnTo>
                  <a:cubicBezTo>
                    <a:pt x="2004" y="761"/>
                    <a:pt x="2032" y="733"/>
                    <a:pt x="2032" y="705"/>
                  </a:cubicBezTo>
                  <a:lnTo>
                    <a:pt x="2032" y="436"/>
                  </a:lnTo>
                  <a:cubicBezTo>
                    <a:pt x="2032" y="195"/>
                    <a:pt x="1838"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0" name="Google Shape;940;p24"/>
            <p:cNvSpPr/>
            <p:nvPr/>
          </p:nvSpPr>
          <p:spPr>
            <a:xfrm>
              <a:off x="6346419"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1" name="Google Shape;941;p24"/>
            <p:cNvSpPr/>
            <p:nvPr/>
          </p:nvSpPr>
          <p:spPr>
            <a:xfrm>
              <a:off x="6342584" y="3596058"/>
              <a:ext cx="119895" cy="44901"/>
            </a:xfrm>
            <a:custGeom>
              <a:avLst/>
              <a:gdLst/>
              <a:ahLst/>
              <a:cxnLst/>
              <a:rect l="l" t="t" r="r" b="b"/>
              <a:pathLst>
                <a:path w="2032" h="761" extrusionOk="0">
                  <a:moveTo>
                    <a:pt x="1596" y="112"/>
                  </a:moveTo>
                  <a:cubicBezTo>
                    <a:pt x="1772" y="112"/>
                    <a:pt x="1921" y="260"/>
                    <a:pt x="1921" y="436"/>
                  </a:cubicBezTo>
                  <a:lnTo>
                    <a:pt x="1921" y="650"/>
                  </a:lnTo>
                  <a:lnTo>
                    <a:pt x="121" y="650"/>
                  </a:lnTo>
                  <a:lnTo>
                    <a:pt x="121" y="436"/>
                  </a:lnTo>
                  <a:cubicBezTo>
                    <a:pt x="121" y="260"/>
                    <a:pt x="269" y="112"/>
                    <a:pt x="446" y="112"/>
                  </a:cubicBezTo>
                  <a:close/>
                  <a:moveTo>
                    <a:pt x="446" y="0"/>
                  </a:moveTo>
                  <a:cubicBezTo>
                    <a:pt x="204" y="0"/>
                    <a:pt x="0" y="195"/>
                    <a:pt x="0" y="436"/>
                  </a:cubicBezTo>
                  <a:lnTo>
                    <a:pt x="0" y="705"/>
                  </a:lnTo>
                  <a:cubicBezTo>
                    <a:pt x="0" y="733"/>
                    <a:pt x="28" y="761"/>
                    <a:pt x="65" y="761"/>
                  </a:cubicBezTo>
                  <a:lnTo>
                    <a:pt x="1976"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2" name="Google Shape;942;p24"/>
            <p:cNvSpPr/>
            <p:nvPr/>
          </p:nvSpPr>
          <p:spPr>
            <a:xfrm>
              <a:off x="6493101"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3" name="Google Shape;943;p24"/>
            <p:cNvSpPr/>
            <p:nvPr/>
          </p:nvSpPr>
          <p:spPr>
            <a:xfrm>
              <a:off x="6489797" y="3596058"/>
              <a:ext cx="119423" cy="44901"/>
            </a:xfrm>
            <a:custGeom>
              <a:avLst/>
              <a:gdLst/>
              <a:ahLst/>
              <a:cxnLst/>
              <a:rect l="l" t="t" r="r" b="b"/>
              <a:pathLst>
                <a:path w="2024"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4" name="Google Shape;944;p24"/>
            <p:cNvSpPr/>
            <p:nvPr/>
          </p:nvSpPr>
          <p:spPr>
            <a:xfrm>
              <a:off x="6632644"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5" name="Google Shape;945;p24"/>
            <p:cNvSpPr/>
            <p:nvPr/>
          </p:nvSpPr>
          <p:spPr>
            <a:xfrm>
              <a:off x="6629399"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6" name="Google Shape;946;p24"/>
            <p:cNvSpPr/>
            <p:nvPr/>
          </p:nvSpPr>
          <p:spPr>
            <a:xfrm>
              <a:off x="5370447" y="2293916"/>
              <a:ext cx="907057" cy="792060"/>
            </a:xfrm>
            <a:custGeom>
              <a:avLst/>
              <a:gdLst/>
              <a:ahLst/>
              <a:cxnLst/>
              <a:rect l="l" t="t" r="r" b="b"/>
              <a:pathLst>
                <a:path w="15373" h="13424" extrusionOk="0">
                  <a:moveTo>
                    <a:pt x="465" y="0"/>
                  </a:moveTo>
                  <a:cubicBezTo>
                    <a:pt x="214" y="0"/>
                    <a:pt x="1" y="213"/>
                    <a:pt x="1" y="464"/>
                  </a:cubicBezTo>
                  <a:lnTo>
                    <a:pt x="1" y="12960"/>
                  </a:lnTo>
                  <a:cubicBezTo>
                    <a:pt x="1" y="13210"/>
                    <a:pt x="214" y="13423"/>
                    <a:pt x="465" y="13423"/>
                  </a:cubicBezTo>
                  <a:lnTo>
                    <a:pt x="14909" y="13423"/>
                  </a:lnTo>
                  <a:cubicBezTo>
                    <a:pt x="15168" y="13423"/>
                    <a:pt x="15372" y="13210"/>
                    <a:pt x="15372" y="12960"/>
                  </a:cubicBezTo>
                  <a:lnTo>
                    <a:pt x="15372" y="464"/>
                  </a:lnTo>
                  <a:cubicBezTo>
                    <a:pt x="15372" y="204"/>
                    <a:pt x="15168" y="0"/>
                    <a:pt x="149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7" name="Google Shape;947;p24"/>
            <p:cNvSpPr/>
            <p:nvPr/>
          </p:nvSpPr>
          <p:spPr>
            <a:xfrm>
              <a:off x="5367201" y="2290611"/>
              <a:ext cx="913606" cy="798668"/>
            </a:xfrm>
            <a:custGeom>
              <a:avLst/>
              <a:gdLst/>
              <a:ahLst/>
              <a:cxnLst/>
              <a:rect l="l" t="t" r="r" b="b"/>
              <a:pathLst>
                <a:path w="15484" h="13536" extrusionOk="0">
                  <a:moveTo>
                    <a:pt x="14964" y="112"/>
                  </a:moveTo>
                  <a:cubicBezTo>
                    <a:pt x="15186" y="112"/>
                    <a:pt x="15372" y="297"/>
                    <a:pt x="15372" y="520"/>
                  </a:cubicBezTo>
                  <a:lnTo>
                    <a:pt x="15372" y="13016"/>
                  </a:lnTo>
                  <a:cubicBezTo>
                    <a:pt x="15372" y="13238"/>
                    <a:pt x="15186" y="13414"/>
                    <a:pt x="14964" y="13414"/>
                  </a:cubicBezTo>
                  <a:lnTo>
                    <a:pt x="520" y="13414"/>
                  </a:lnTo>
                  <a:cubicBezTo>
                    <a:pt x="297" y="13414"/>
                    <a:pt x="112" y="13238"/>
                    <a:pt x="112" y="13016"/>
                  </a:cubicBezTo>
                  <a:lnTo>
                    <a:pt x="112" y="520"/>
                  </a:lnTo>
                  <a:cubicBezTo>
                    <a:pt x="112" y="297"/>
                    <a:pt x="297" y="112"/>
                    <a:pt x="520" y="112"/>
                  </a:cubicBezTo>
                  <a:close/>
                  <a:moveTo>
                    <a:pt x="520" y="0"/>
                  </a:moveTo>
                  <a:cubicBezTo>
                    <a:pt x="232" y="0"/>
                    <a:pt x="0" y="232"/>
                    <a:pt x="0" y="520"/>
                  </a:cubicBezTo>
                  <a:lnTo>
                    <a:pt x="0" y="13016"/>
                  </a:lnTo>
                  <a:cubicBezTo>
                    <a:pt x="0" y="13303"/>
                    <a:pt x="232" y="13535"/>
                    <a:pt x="520" y="13535"/>
                  </a:cubicBezTo>
                  <a:lnTo>
                    <a:pt x="14964" y="13535"/>
                  </a:lnTo>
                  <a:cubicBezTo>
                    <a:pt x="15251" y="13535"/>
                    <a:pt x="15483" y="13303"/>
                    <a:pt x="15483" y="13016"/>
                  </a:cubicBezTo>
                  <a:lnTo>
                    <a:pt x="15483" y="520"/>
                  </a:lnTo>
                  <a:cubicBezTo>
                    <a:pt x="15483" y="232"/>
                    <a:pt x="15251" y="0"/>
                    <a:pt x="14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8" name="Google Shape;948;p24"/>
            <p:cNvSpPr/>
            <p:nvPr/>
          </p:nvSpPr>
          <p:spPr>
            <a:xfrm>
              <a:off x="5370447" y="2293916"/>
              <a:ext cx="907057" cy="72279"/>
            </a:xfrm>
            <a:custGeom>
              <a:avLst/>
              <a:gdLst/>
              <a:ahLst/>
              <a:cxnLst/>
              <a:rect l="l" t="t" r="r" b="b"/>
              <a:pathLst>
                <a:path w="15373" h="1225" extrusionOk="0">
                  <a:moveTo>
                    <a:pt x="465" y="0"/>
                  </a:moveTo>
                  <a:cubicBezTo>
                    <a:pt x="214" y="0"/>
                    <a:pt x="1" y="204"/>
                    <a:pt x="1" y="464"/>
                  </a:cubicBezTo>
                  <a:lnTo>
                    <a:pt x="1" y="1225"/>
                  </a:lnTo>
                  <a:lnTo>
                    <a:pt x="15372" y="1225"/>
                  </a:lnTo>
                  <a:lnTo>
                    <a:pt x="15372" y="464"/>
                  </a:lnTo>
                  <a:cubicBezTo>
                    <a:pt x="15372" y="204"/>
                    <a:pt x="15168" y="0"/>
                    <a:pt x="14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9" name="Google Shape;949;p24"/>
            <p:cNvSpPr/>
            <p:nvPr/>
          </p:nvSpPr>
          <p:spPr>
            <a:xfrm>
              <a:off x="5367201" y="2290611"/>
              <a:ext cx="913606" cy="78887"/>
            </a:xfrm>
            <a:custGeom>
              <a:avLst/>
              <a:gdLst/>
              <a:ahLst/>
              <a:cxnLst/>
              <a:rect l="l" t="t" r="r" b="b"/>
              <a:pathLst>
                <a:path w="15484" h="1337" extrusionOk="0">
                  <a:moveTo>
                    <a:pt x="14964" y="112"/>
                  </a:moveTo>
                  <a:cubicBezTo>
                    <a:pt x="15186" y="112"/>
                    <a:pt x="15372" y="297"/>
                    <a:pt x="15372" y="520"/>
                  </a:cubicBezTo>
                  <a:lnTo>
                    <a:pt x="15372" y="1225"/>
                  </a:lnTo>
                  <a:lnTo>
                    <a:pt x="112" y="1225"/>
                  </a:lnTo>
                  <a:lnTo>
                    <a:pt x="112" y="520"/>
                  </a:lnTo>
                  <a:cubicBezTo>
                    <a:pt x="112" y="297"/>
                    <a:pt x="297" y="112"/>
                    <a:pt x="520" y="112"/>
                  </a:cubicBezTo>
                  <a:close/>
                  <a:moveTo>
                    <a:pt x="520" y="0"/>
                  </a:moveTo>
                  <a:cubicBezTo>
                    <a:pt x="232" y="0"/>
                    <a:pt x="0" y="232"/>
                    <a:pt x="0" y="520"/>
                  </a:cubicBezTo>
                  <a:lnTo>
                    <a:pt x="0" y="1336"/>
                  </a:lnTo>
                  <a:lnTo>
                    <a:pt x="15483" y="1336"/>
                  </a:lnTo>
                  <a:lnTo>
                    <a:pt x="15483" y="520"/>
                  </a:lnTo>
                  <a:cubicBezTo>
                    <a:pt x="15483" y="232"/>
                    <a:pt x="15251" y="0"/>
                    <a:pt x="14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0" name="Google Shape;950;p24"/>
            <p:cNvSpPr/>
            <p:nvPr/>
          </p:nvSpPr>
          <p:spPr>
            <a:xfrm>
              <a:off x="5462433"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86" y="409"/>
                    <a:pt x="112" y="344"/>
                    <a:pt x="112" y="260"/>
                  </a:cubicBezTo>
                  <a:cubicBezTo>
                    <a:pt x="112" y="177"/>
                    <a:pt x="186" y="112"/>
                    <a:pt x="260" y="112"/>
                  </a:cubicBezTo>
                  <a:close/>
                  <a:moveTo>
                    <a:pt x="260" y="1"/>
                  </a:moveTo>
                  <a:cubicBezTo>
                    <a:pt x="121"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1" name="Google Shape;951;p24"/>
            <p:cNvSpPr/>
            <p:nvPr/>
          </p:nvSpPr>
          <p:spPr>
            <a:xfrm>
              <a:off x="5510048"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12"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2" name="Google Shape;952;p24"/>
            <p:cNvSpPr/>
            <p:nvPr/>
          </p:nvSpPr>
          <p:spPr>
            <a:xfrm>
              <a:off x="5415348"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21" y="1"/>
                    <a:pt x="1" y="112"/>
                    <a:pt x="1" y="260"/>
                  </a:cubicBezTo>
                  <a:cubicBezTo>
                    <a:pt x="1"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3" name="Google Shape;953;p24"/>
            <p:cNvSpPr/>
            <p:nvPr/>
          </p:nvSpPr>
          <p:spPr>
            <a:xfrm>
              <a:off x="5458597" y="2489275"/>
              <a:ext cx="556165" cy="7198"/>
            </a:xfrm>
            <a:custGeom>
              <a:avLst/>
              <a:gdLst/>
              <a:ahLst/>
              <a:cxnLst/>
              <a:rect l="l" t="t" r="r" b="b"/>
              <a:pathLst>
                <a:path w="9426" h="122" extrusionOk="0">
                  <a:moveTo>
                    <a:pt x="65" y="1"/>
                  </a:moveTo>
                  <a:cubicBezTo>
                    <a:pt x="28" y="1"/>
                    <a:pt x="0" y="29"/>
                    <a:pt x="0" y="57"/>
                  </a:cubicBezTo>
                  <a:cubicBezTo>
                    <a:pt x="0" y="94"/>
                    <a:pt x="28" y="121"/>
                    <a:pt x="65" y="121"/>
                  </a:cubicBezTo>
                  <a:lnTo>
                    <a:pt x="9370" y="121"/>
                  </a:lnTo>
                  <a:cubicBezTo>
                    <a:pt x="9398" y="121"/>
                    <a:pt x="9426" y="94"/>
                    <a:pt x="9426" y="57"/>
                  </a:cubicBezTo>
                  <a:cubicBezTo>
                    <a:pt x="9426" y="29"/>
                    <a:pt x="9398" y="1"/>
                    <a:pt x="93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4" name="Google Shape;954;p24"/>
            <p:cNvSpPr/>
            <p:nvPr/>
          </p:nvSpPr>
          <p:spPr>
            <a:xfrm>
              <a:off x="5458597" y="2588932"/>
              <a:ext cx="199844" cy="7139"/>
            </a:xfrm>
            <a:custGeom>
              <a:avLst/>
              <a:gdLst/>
              <a:ahLst/>
              <a:cxnLst/>
              <a:rect l="l" t="t" r="r" b="b"/>
              <a:pathLst>
                <a:path w="3387" h="121" extrusionOk="0">
                  <a:moveTo>
                    <a:pt x="65" y="0"/>
                  </a:moveTo>
                  <a:cubicBezTo>
                    <a:pt x="28" y="0"/>
                    <a:pt x="0" y="28"/>
                    <a:pt x="0" y="65"/>
                  </a:cubicBezTo>
                  <a:cubicBezTo>
                    <a:pt x="0" y="93"/>
                    <a:pt x="28" y="121"/>
                    <a:pt x="65" y="121"/>
                  </a:cubicBezTo>
                  <a:lnTo>
                    <a:pt x="3331" y="121"/>
                  </a:lnTo>
                  <a:cubicBezTo>
                    <a:pt x="3359" y="121"/>
                    <a:pt x="3386" y="93"/>
                    <a:pt x="3386" y="65"/>
                  </a:cubicBezTo>
                  <a:cubicBezTo>
                    <a:pt x="3386" y="28"/>
                    <a:pt x="3359" y="0"/>
                    <a:pt x="3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5" name="Google Shape;955;p24"/>
            <p:cNvSpPr/>
            <p:nvPr/>
          </p:nvSpPr>
          <p:spPr>
            <a:xfrm>
              <a:off x="5731192" y="2588932"/>
              <a:ext cx="240851" cy="7139"/>
            </a:xfrm>
            <a:custGeom>
              <a:avLst/>
              <a:gdLst/>
              <a:ahLst/>
              <a:cxnLst/>
              <a:rect l="l" t="t" r="r" b="b"/>
              <a:pathLst>
                <a:path w="4082" h="121" extrusionOk="0">
                  <a:moveTo>
                    <a:pt x="56" y="0"/>
                  </a:moveTo>
                  <a:cubicBezTo>
                    <a:pt x="19" y="0"/>
                    <a:pt x="0" y="28"/>
                    <a:pt x="0" y="65"/>
                  </a:cubicBezTo>
                  <a:cubicBezTo>
                    <a:pt x="0" y="93"/>
                    <a:pt x="19" y="121"/>
                    <a:pt x="56" y="121"/>
                  </a:cubicBezTo>
                  <a:lnTo>
                    <a:pt x="4026" y="121"/>
                  </a:lnTo>
                  <a:cubicBezTo>
                    <a:pt x="4054" y="121"/>
                    <a:pt x="4082" y="93"/>
                    <a:pt x="4082" y="65"/>
                  </a:cubicBezTo>
                  <a:cubicBezTo>
                    <a:pt x="4082" y="28"/>
                    <a:pt x="4054" y="0"/>
                    <a:pt x="4026"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6" name="Google Shape;956;p24"/>
            <p:cNvSpPr/>
            <p:nvPr/>
          </p:nvSpPr>
          <p:spPr>
            <a:xfrm>
              <a:off x="5458597" y="2892150"/>
              <a:ext cx="359094" cy="6608"/>
            </a:xfrm>
            <a:custGeom>
              <a:avLst/>
              <a:gdLst/>
              <a:ahLst/>
              <a:cxnLst/>
              <a:rect l="l" t="t" r="r" b="b"/>
              <a:pathLst>
                <a:path w="6086" h="112" extrusionOk="0">
                  <a:moveTo>
                    <a:pt x="56" y="0"/>
                  </a:moveTo>
                  <a:cubicBezTo>
                    <a:pt x="28" y="0"/>
                    <a:pt x="0" y="19"/>
                    <a:pt x="0" y="56"/>
                  </a:cubicBezTo>
                  <a:cubicBezTo>
                    <a:pt x="0" y="84"/>
                    <a:pt x="28" y="112"/>
                    <a:pt x="56" y="112"/>
                  </a:cubicBezTo>
                  <a:lnTo>
                    <a:pt x="6021" y="112"/>
                  </a:lnTo>
                  <a:cubicBezTo>
                    <a:pt x="6058" y="112"/>
                    <a:pt x="6086" y="84"/>
                    <a:pt x="6086" y="56"/>
                  </a:cubicBezTo>
                  <a:cubicBezTo>
                    <a:pt x="6086" y="19"/>
                    <a:pt x="6058" y="0"/>
                    <a:pt x="60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7" name="Google Shape;957;p24"/>
            <p:cNvSpPr/>
            <p:nvPr/>
          </p:nvSpPr>
          <p:spPr>
            <a:xfrm>
              <a:off x="5458597" y="2694017"/>
              <a:ext cx="561121" cy="6608"/>
            </a:xfrm>
            <a:custGeom>
              <a:avLst/>
              <a:gdLst/>
              <a:ahLst/>
              <a:cxnLst/>
              <a:rect l="l" t="t" r="r" b="b"/>
              <a:pathLst>
                <a:path w="9510" h="112" extrusionOk="0">
                  <a:moveTo>
                    <a:pt x="65" y="0"/>
                  </a:moveTo>
                  <a:cubicBezTo>
                    <a:pt x="28" y="0"/>
                    <a:pt x="0" y="28"/>
                    <a:pt x="0" y="56"/>
                  </a:cubicBezTo>
                  <a:cubicBezTo>
                    <a:pt x="0" y="93"/>
                    <a:pt x="28" y="112"/>
                    <a:pt x="65" y="112"/>
                  </a:cubicBezTo>
                  <a:lnTo>
                    <a:pt x="9444" y="112"/>
                  </a:lnTo>
                  <a:cubicBezTo>
                    <a:pt x="9481" y="112"/>
                    <a:pt x="9509" y="93"/>
                    <a:pt x="9509" y="56"/>
                  </a:cubicBezTo>
                  <a:cubicBezTo>
                    <a:pt x="9509" y="28"/>
                    <a:pt x="9481" y="0"/>
                    <a:pt x="94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8" name="Google Shape;958;p24"/>
            <p:cNvSpPr/>
            <p:nvPr/>
          </p:nvSpPr>
          <p:spPr>
            <a:xfrm>
              <a:off x="5458597" y="2793614"/>
              <a:ext cx="182320" cy="7198"/>
            </a:xfrm>
            <a:custGeom>
              <a:avLst/>
              <a:gdLst/>
              <a:ahLst/>
              <a:cxnLst/>
              <a:rect l="l" t="t" r="r" b="b"/>
              <a:pathLst>
                <a:path w="3090" h="122" extrusionOk="0">
                  <a:moveTo>
                    <a:pt x="56" y="1"/>
                  </a:moveTo>
                  <a:cubicBezTo>
                    <a:pt x="28" y="1"/>
                    <a:pt x="0" y="29"/>
                    <a:pt x="0" y="66"/>
                  </a:cubicBezTo>
                  <a:cubicBezTo>
                    <a:pt x="0" y="93"/>
                    <a:pt x="28" y="121"/>
                    <a:pt x="56" y="121"/>
                  </a:cubicBezTo>
                  <a:lnTo>
                    <a:pt x="3034" y="121"/>
                  </a:lnTo>
                  <a:cubicBezTo>
                    <a:pt x="3071" y="121"/>
                    <a:pt x="3090" y="93"/>
                    <a:pt x="3090" y="66"/>
                  </a:cubicBezTo>
                  <a:cubicBezTo>
                    <a:pt x="3090" y="29"/>
                    <a:pt x="3071" y="1"/>
                    <a:pt x="30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9" name="Google Shape;959;p24"/>
            <p:cNvSpPr/>
            <p:nvPr/>
          </p:nvSpPr>
          <p:spPr>
            <a:xfrm>
              <a:off x="5688474" y="2793614"/>
              <a:ext cx="326288" cy="7198"/>
            </a:xfrm>
            <a:custGeom>
              <a:avLst/>
              <a:gdLst/>
              <a:ahLst/>
              <a:cxnLst/>
              <a:rect l="l" t="t" r="r" b="b"/>
              <a:pathLst>
                <a:path w="5530" h="122" extrusionOk="0">
                  <a:moveTo>
                    <a:pt x="56" y="1"/>
                  </a:moveTo>
                  <a:cubicBezTo>
                    <a:pt x="19" y="1"/>
                    <a:pt x="1" y="29"/>
                    <a:pt x="1" y="66"/>
                  </a:cubicBezTo>
                  <a:cubicBezTo>
                    <a:pt x="1" y="93"/>
                    <a:pt x="19" y="121"/>
                    <a:pt x="56" y="121"/>
                  </a:cubicBezTo>
                  <a:lnTo>
                    <a:pt x="5474" y="121"/>
                  </a:lnTo>
                  <a:cubicBezTo>
                    <a:pt x="5502" y="121"/>
                    <a:pt x="5530" y="93"/>
                    <a:pt x="5530" y="66"/>
                  </a:cubicBezTo>
                  <a:cubicBezTo>
                    <a:pt x="5530" y="29"/>
                    <a:pt x="5502" y="1"/>
                    <a:pt x="5474" y="1"/>
                  </a:cubicBez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0" name="Google Shape;960;p24"/>
            <p:cNvSpPr/>
            <p:nvPr/>
          </p:nvSpPr>
          <p:spPr>
            <a:xfrm>
              <a:off x="6337628" y="2408264"/>
              <a:ext cx="409483" cy="672224"/>
            </a:xfrm>
            <a:custGeom>
              <a:avLst/>
              <a:gdLst/>
              <a:ahLst/>
              <a:cxnLst/>
              <a:rect l="l" t="t" r="r" b="b"/>
              <a:pathLst>
                <a:path w="6940" h="11393" extrusionOk="0">
                  <a:moveTo>
                    <a:pt x="103" y="1"/>
                  </a:moveTo>
                  <a:cubicBezTo>
                    <a:pt x="47" y="1"/>
                    <a:pt x="1" y="47"/>
                    <a:pt x="1" y="103"/>
                  </a:cubicBezTo>
                  <a:lnTo>
                    <a:pt x="1" y="11291"/>
                  </a:lnTo>
                  <a:cubicBezTo>
                    <a:pt x="1" y="11346"/>
                    <a:pt x="47" y="11393"/>
                    <a:pt x="103" y="11393"/>
                  </a:cubicBezTo>
                  <a:lnTo>
                    <a:pt x="6847" y="11393"/>
                  </a:lnTo>
                  <a:cubicBezTo>
                    <a:pt x="6903" y="11393"/>
                    <a:pt x="6940" y="11346"/>
                    <a:pt x="6940" y="11291"/>
                  </a:cubicBezTo>
                  <a:lnTo>
                    <a:pt x="6940" y="103"/>
                  </a:lnTo>
                  <a:cubicBezTo>
                    <a:pt x="6940" y="47"/>
                    <a:pt x="6903" y="1"/>
                    <a:pt x="68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1" name="Google Shape;961;p24"/>
            <p:cNvSpPr/>
            <p:nvPr/>
          </p:nvSpPr>
          <p:spPr>
            <a:xfrm>
              <a:off x="6334383" y="2405019"/>
              <a:ext cx="416563" cy="678773"/>
            </a:xfrm>
            <a:custGeom>
              <a:avLst/>
              <a:gdLst/>
              <a:ahLst/>
              <a:cxnLst/>
              <a:rect l="l" t="t" r="r" b="b"/>
              <a:pathLst>
                <a:path w="7060" h="11504" extrusionOk="0">
                  <a:moveTo>
                    <a:pt x="6902" y="121"/>
                  </a:moveTo>
                  <a:cubicBezTo>
                    <a:pt x="6921" y="121"/>
                    <a:pt x="6939" y="130"/>
                    <a:pt x="6939" y="158"/>
                  </a:cubicBezTo>
                  <a:lnTo>
                    <a:pt x="6939" y="11346"/>
                  </a:lnTo>
                  <a:cubicBezTo>
                    <a:pt x="6939" y="11373"/>
                    <a:pt x="6921" y="11392"/>
                    <a:pt x="6902" y="11392"/>
                  </a:cubicBezTo>
                  <a:lnTo>
                    <a:pt x="158" y="11392"/>
                  </a:lnTo>
                  <a:cubicBezTo>
                    <a:pt x="139" y="11392"/>
                    <a:pt x="121" y="11373"/>
                    <a:pt x="121" y="11346"/>
                  </a:cubicBezTo>
                  <a:lnTo>
                    <a:pt x="121" y="158"/>
                  </a:lnTo>
                  <a:cubicBezTo>
                    <a:pt x="121" y="130"/>
                    <a:pt x="139" y="121"/>
                    <a:pt x="158" y="121"/>
                  </a:cubicBezTo>
                  <a:close/>
                  <a:moveTo>
                    <a:pt x="158" y="0"/>
                  </a:moveTo>
                  <a:cubicBezTo>
                    <a:pt x="65" y="0"/>
                    <a:pt x="0" y="65"/>
                    <a:pt x="0" y="158"/>
                  </a:cubicBezTo>
                  <a:lnTo>
                    <a:pt x="0" y="11346"/>
                  </a:lnTo>
                  <a:cubicBezTo>
                    <a:pt x="0" y="11438"/>
                    <a:pt x="74" y="11503"/>
                    <a:pt x="158" y="11503"/>
                  </a:cubicBezTo>
                  <a:lnTo>
                    <a:pt x="6902" y="11503"/>
                  </a:lnTo>
                  <a:cubicBezTo>
                    <a:pt x="6985" y="11503"/>
                    <a:pt x="7060" y="11438"/>
                    <a:pt x="7060" y="11346"/>
                  </a:cubicBezTo>
                  <a:lnTo>
                    <a:pt x="7060" y="158"/>
                  </a:lnTo>
                  <a:cubicBezTo>
                    <a:pt x="7060" y="65"/>
                    <a:pt x="6985" y="0"/>
                    <a:pt x="6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2" name="Google Shape;962;p24"/>
            <p:cNvSpPr/>
            <p:nvPr/>
          </p:nvSpPr>
          <p:spPr>
            <a:xfrm>
              <a:off x="6397280" y="2535829"/>
              <a:ext cx="135825" cy="7139"/>
            </a:xfrm>
            <a:custGeom>
              <a:avLst/>
              <a:gdLst/>
              <a:ahLst/>
              <a:cxnLst/>
              <a:rect l="l" t="t" r="r" b="b"/>
              <a:pathLst>
                <a:path w="2302" h="121" extrusionOk="0">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3" name="Google Shape;963;p24"/>
            <p:cNvSpPr/>
            <p:nvPr/>
          </p:nvSpPr>
          <p:spPr>
            <a:xfrm>
              <a:off x="6558772" y="2535829"/>
              <a:ext cx="53162" cy="7139"/>
            </a:xfrm>
            <a:custGeom>
              <a:avLst/>
              <a:gdLst/>
              <a:ahLst/>
              <a:cxnLst/>
              <a:rect l="l" t="t" r="r" b="b"/>
              <a:pathLst>
                <a:path w="901" h="121" extrusionOk="0">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4" name="Google Shape;964;p24"/>
            <p:cNvSpPr/>
            <p:nvPr/>
          </p:nvSpPr>
          <p:spPr>
            <a:xfrm>
              <a:off x="6641967" y="2535829"/>
              <a:ext cx="48796" cy="7139"/>
            </a:xfrm>
            <a:custGeom>
              <a:avLst/>
              <a:gdLst/>
              <a:ahLst/>
              <a:cxnLst/>
              <a:rect l="l" t="t" r="r" b="b"/>
              <a:pathLst>
                <a:path w="827" h="121" extrusionOk="0">
                  <a:moveTo>
                    <a:pt x="56" y="0"/>
                  </a:moveTo>
                  <a:cubicBezTo>
                    <a:pt x="19" y="0"/>
                    <a:pt x="1" y="28"/>
                    <a:pt x="1" y="65"/>
                  </a:cubicBezTo>
                  <a:cubicBezTo>
                    <a:pt x="1" y="93"/>
                    <a:pt x="19" y="121"/>
                    <a:pt x="56" y="121"/>
                  </a:cubicBezTo>
                  <a:lnTo>
                    <a:pt x="771" y="121"/>
                  </a:lnTo>
                  <a:cubicBezTo>
                    <a:pt x="798" y="121"/>
                    <a:pt x="826" y="93"/>
                    <a:pt x="826" y="65"/>
                  </a:cubicBezTo>
                  <a:cubicBezTo>
                    <a:pt x="826"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5" name="Google Shape;965;p24"/>
            <p:cNvSpPr/>
            <p:nvPr/>
          </p:nvSpPr>
          <p:spPr>
            <a:xfrm>
              <a:off x="6554937" y="2625042"/>
              <a:ext cx="135825" cy="6608"/>
            </a:xfrm>
            <a:custGeom>
              <a:avLst/>
              <a:gdLst/>
              <a:ahLst/>
              <a:cxnLst/>
              <a:rect l="l" t="t" r="r" b="b"/>
              <a:pathLst>
                <a:path w="2302" h="112" extrusionOk="0">
                  <a:moveTo>
                    <a:pt x="56" y="0"/>
                  </a:moveTo>
                  <a:cubicBezTo>
                    <a:pt x="19" y="0"/>
                    <a:pt x="1" y="28"/>
                    <a:pt x="1" y="56"/>
                  </a:cubicBezTo>
                  <a:cubicBezTo>
                    <a:pt x="1" y="93"/>
                    <a:pt x="19" y="112"/>
                    <a:pt x="56" y="112"/>
                  </a:cubicBezTo>
                  <a:lnTo>
                    <a:pt x="2246" y="112"/>
                  </a:lnTo>
                  <a:cubicBezTo>
                    <a:pt x="2273" y="112"/>
                    <a:pt x="2301" y="93"/>
                    <a:pt x="2301" y="56"/>
                  </a:cubicBezTo>
                  <a:cubicBezTo>
                    <a:pt x="2301" y="28"/>
                    <a:pt x="2283"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6" name="Google Shape;966;p24"/>
            <p:cNvSpPr/>
            <p:nvPr/>
          </p:nvSpPr>
          <p:spPr>
            <a:xfrm>
              <a:off x="6476108" y="2625042"/>
              <a:ext cx="53162" cy="6608"/>
            </a:xfrm>
            <a:custGeom>
              <a:avLst/>
              <a:gdLst/>
              <a:ahLst/>
              <a:cxnLst/>
              <a:rect l="l" t="t" r="r" b="b"/>
              <a:pathLst>
                <a:path w="901" h="112" extrusionOk="0">
                  <a:moveTo>
                    <a:pt x="56" y="0"/>
                  </a:moveTo>
                  <a:cubicBezTo>
                    <a:pt x="29" y="0"/>
                    <a:pt x="1" y="28"/>
                    <a:pt x="1" y="56"/>
                  </a:cubicBezTo>
                  <a:cubicBezTo>
                    <a:pt x="1" y="93"/>
                    <a:pt x="29" y="112"/>
                    <a:pt x="56" y="112"/>
                  </a:cubicBezTo>
                  <a:lnTo>
                    <a:pt x="845" y="112"/>
                  </a:lnTo>
                  <a:cubicBezTo>
                    <a:pt x="873" y="112"/>
                    <a:pt x="901" y="93"/>
                    <a:pt x="901" y="56"/>
                  </a:cubicBezTo>
                  <a:cubicBezTo>
                    <a:pt x="901" y="28"/>
                    <a:pt x="873" y="0"/>
                    <a:pt x="8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7" name="Google Shape;967;p24"/>
            <p:cNvSpPr/>
            <p:nvPr/>
          </p:nvSpPr>
          <p:spPr>
            <a:xfrm>
              <a:off x="6397280" y="2625042"/>
              <a:ext cx="48796" cy="6608"/>
            </a:xfrm>
            <a:custGeom>
              <a:avLst/>
              <a:gdLst/>
              <a:ahLst/>
              <a:cxnLst/>
              <a:rect l="l" t="t" r="r" b="b"/>
              <a:pathLst>
                <a:path w="827" h="112" extrusionOk="0">
                  <a:moveTo>
                    <a:pt x="57" y="0"/>
                  </a:moveTo>
                  <a:cubicBezTo>
                    <a:pt x="20" y="0"/>
                    <a:pt x="1" y="28"/>
                    <a:pt x="1" y="56"/>
                  </a:cubicBezTo>
                  <a:cubicBezTo>
                    <a:pt x="1" y="93"/>
                    <a:pt x="20" y="112"/>
                    <a:pt x="57" y="112"/>
                  </a:cubicBezTo>
                  <a:lnTo>
                    <a:pt x="771" y="112"/>
                  </a:lnTo>
                  <a:cubicBezTo>
                    <a:pt x="808" y="112"/>
                    <a:pt x="827" y="93"/>
                    <a:pt x="827" y="56"/>
                  </a:cubicBezTo>
                  <a:cubicBezTo>
                    <a:pt x="827"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8" name="Google Shape;968;p24"/>
            <p:cNvSpPr/>
            <p:nvPr/>
          </p:nvSpPr>
          <p:spPr>
            <a:xfrm>
              <a:off x="6397280" y="2580140"/>
              <a:ext cx="73459" cy="6667"/>
            </a:xfrm>
            <a:custGeom>
              <a:avLst/>
              <a:gdLst/>
              <a:ahLst/>
              <a:cxnLst/>
              <a:rect l="l" t="t" r="r" b="b"/>
              <a:pathLst>
                <a:path w="1245" h="113" extrusionOk="0">
                  <a:moveTo>
                    <a:pt x="57" y="1"/>
                  </a:moveTo>
                  <a:cubicBezTo>
                    <a:pt x="20" y="1"/>
                    <a:pt x="1" y="29"/>
                    <a:pt x="1" y="56"/>
                  </a:cubicBezTo>
                  <a:cubicBezTo>
                    <a:pt x="1" y="94"/>
                    <a:pt x="20" y="112"/>
                    <a:pt x="57" y="112"/>
                  </a:cubicBezTo>
                  <a:lnTo>
                    <a:pt x="1179" y="112"/>
                  </a:lnTo>
                  <a:cubicBezTo>
                    <a:pt x="1216" y="112"/>
                    <a:pt x="1244" y="94"/>
                    <a:pt x="1244" y="56"/>
                  </a:cubicBezTo>
                  <a:cubicBezTo>
                    <a:pt x="1244" y="29"/>
                    <a:pt x="1216" y="1"/>
                    <a:pt x="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9" name="Google Shape;969;p24"/>
            <p:cNvSpPr/>
            <p:nvPr/>
          </p:nvSpPr>
          <p:spPr>
            <a:xfrm>
              <a:off x="6491980" y="2580140"/>
              <a:ext cx="119954" cy="6667"/>
            </a:xfrm>
            <a:custGeom>
              <a:avLst/>
              <a:gdLst/>
              <a:ahLst/>
              <a:cxnLst/>
              <a:rect l="l" t="t" r="r" b="b"/>
              <a:pathLst>
                <a:path w="2033" h="113" extrusionOk="0">
                  <a:moveTo>
                    <a:pt x="56" y="1"/>
                  </a:moveTo>
                  <a:cubicBezTo>
                    <a:pt x="29" y="1"/>
                    <a:pt x="1" y="29"/>
                    <a:pt x="1" y="56"/>
                  </a:cubicBezTo>
                  <a:cubicBezTo>
                    <a:pt x="1" y="94"/>
                    <a:pt x="29" y="112"/>
                    <a:pt x="56" y="112"/>
                  </a:cubicBezTo>
                  <a:lnTo>
                    <a:pt x="1967" y="112"/>
                  </a:lnTo>
                  <a:cubicBezTo>
                    <a:pt x="2005" y="112"/>
                    <a:pt x="2032" y="94"/>
                    <a:pt x="2032" y="56"/>
                  </a:cubicBezTo>
                  <a:cubicBezTo>
                    <a:pt x="2032" y="29"/>
                    <a:pt x="200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0" name="Google Shape;970;p24"/>
            <p:cNvSpPr/>
            <p:nvPr/>
          </p:nvSpPr>
          <p:spPr>
            <a:xfrm>
              <a:off x="6641967" y="2580140"/>
              <a:ext cx="48796" cy="6667"/>
            </a:xfrm>
            <a:custGeom>
              <a:avLst/>
              <a:gdLst/>
              <a:ahLst/>
              <a:cxnLst/>
              <a:rect l="l" t="t" r="r" b="b"/>
              <a:pathLst>
                <a:path w="827" h="113" extrusionOk="0">
                  <a:moveTo>
                    <a:pt x="56" y="1"/>
                  </a:moveTo>
                  <a:cubicBezTo>
                    <a:pt x="19" y="1"/>
                    <a:pt x="1" y="29"/>
                    <a:pt x="1" y="56"/>
                  </a:cubicBezTo>
                  <a:cubicBezTo>
                    <a:pt x="1" y="94"/>
                    <a:pt x="19" y="112"/>
                    <a:pt x="56" y="112"/>
                  </a:cubicBezTo>
                  <a:lnTo>
                    <a:pt x="771" y="112"/>
                  </a:lnTo>
                  <a:cubicBezTo>
                    <a:pt x="798" y="112"/>
                    <a:pt x="826" y="94"/>
                    <a:pt x="826" y="56"/>
                  </a:cubicBezTo>
                  <a:cubicBezTo>
                    <a:pt x="826" y="29"/>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1" name="Google Shape;971;p24"/>
            <p:cNvSpPr/>
            <p:nvPr/>
          </p:nvSpPr>
          <p:spPr>
            <a:xfrm>
              <a:off x="6397280" y="2664456"/>
              <a:ext cx="135825" cy="7198"/>
            </a:xfrm>
            <a:custGeom>
              <a:avLst/>
              <a:gdLst/>
              <a:ahLst/>
              <a:cxnLst/>
              <a:rect l="l" t="t" r="r" b="b"/>
              <a:pathLst>
                <a:path w="2302" h="122" extrusionOk="0">
                  <a:moveTo>
                    <a:pt x="57" y="0"/>
                  </a:moveTo>
                  <a:cubicBezTo>
                    <a:pt x="20" y="0"/>
                    <a:pt x="1" y="28"/>
                    <a:pt x="1" y="56"/>
                  </a:cubicBezTo>
                  <a:cubicBezTo>
                    <a:pt x="1" y="93"/>
                    <a:pt x="20" y="121"/>
                    <a:pt x="57" y="121"/>
                  </a:cubicBezTo>
                  <a:lnTo>
                    <a:pt x="2246" y="121"/>
                  </a:lnTo>
                  <a:cubicBezTo>
                    <a:pt x="2274" y="121"/>
                    <a:pt x="2302" y="93"/>
                    <a:pt x="2302" y="56"/>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2" name="Google Shape;972;p24"/>
            <p:cNvSpPr/>
            <p:nvPr/>
          </p:nvSpPr>
          <p:spPr>
            <a:xfrm>
              <a:off x="6558772" y="2664456"/>
              <a:ext cx="53162" cy="7198"/>
            </a:xfrm>
            <a:custGeom>
              <a:avLst/>
              <a:gdLst/>
              <a:ahLst/>
              <a:cxnLst/>
              <a:rect l="l" t="t" r="r" b="b"/>
              <a:pathLst>
                <a:path w="901" h="122" extrusionOk="0">
                  <a:moveTo>
                    <a:pt x="56" y="0"/>
                  </a:moveTo>
                  <a:cubicBezTo>
                    <a:pt x="19" y="0"/>
                    <a:pt x="1" y="28"/>
                    <a:pt x="1" y="56"/>
                  </a:cubicBezTo>
                  <a:cubicBezTo>
                    <a:pt x="1" y="93"/>
                    <a:pt x="19" y="121"/>
                    <a:pt x="56" y="121"/>
                  </a:cubicBezTo>
                  <a:lnTo>
                    <a:pt x="835" y="121"/>
                  </a:lnTo>
                  <a:cubicBezTo>
                    <a:pt x="873" y="121"/>
                    <a:pt x="900" y="93"/>
                    <a:pt x="900" y="56"/>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3" name="Google Shape;973;p24"/>
            <p:cNvSpPr/>
            <p:nvPr/>
          </p:nvSpPr>
          <p:spPr>
            <a:xfrm>
              <a:off x="6397280" y="2806772"/>
              <a:ext cx="135825" cy="7139"/>
            </a:xfrm>
            <a:custGeom>
              <a:avLst/>
              <a:gdLst/>
              <a:ahLst/>
              <a:cxnLst/>
              <a:rect l="l" t="t" r="r" b="b"/>
              <a:pathLst>
                <a:path w="2302" h="121" extrusionOk="0">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4" name="Google Shape;974;p24"/>
            <p:cNvSpPr/>
            <p:nvPr/>
          </p:nvSpPr>
          <p:spPr>
            <a:xfrm>
              <a:off x="6558772" y="2806772"/>
              <a:ext cx="53162" cy="7139"/>
            </a:xfrm>
            <a:custGeom>
              <a:avLst/>
              <a:gdLst/>
              <a:ahLst/>
              <a:cxnLst/>
              <a:rect l="l" t="t" r="r" b="b"/>
              <a:pathLst>
                <a:path w="901" h="121" extrusionOk="0">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5" name="Google Shape;975;p24"/>
            <p:cNvSpPr/>
            <p:nvPr/>
          </p:nvSpPr>
          <p:spPr>
            <a:xfrm>
              <a:off x="6641967" y="2664456"/>
              <a:ext cx="48796" cy="7198"/>
            </a:xfrm>
            <a:custGeom>
              <a:avLst/>
              <a:gdLst/>
              <a:ahLst/>
              <a:cxnLst/>
              <a:rect l="l" t="t" r="r" b="b"/>
              <a:pathLst>
                <a:path w="827" h="122" extrusionOk="0">
                  <a:moveTo>
                    <a:pt x="56" y="0"/>
                  </a:moveTo>
                  <a:cubicBezTo>
                    <a:pt x="19" y="0"/>
                    <a:pt x="1" y="28"/>
                    <a:pt x="1" y="56"/>
                  </a:cubicBezTo>
                  <a:cubicBezTo>
                    <a:pt x="1" y="93"/>
                    <a:pt x="19" y="121"/>
                    <a:pt x="56" y="121"/>
                  </a:cubicBezTo>
                  <a:lnTo>
                    <a:pt x="771" y="121"/>
                  </a:lnTo>
                  <a:cubicBezTo>
                    <a:pt x="798" y="121"/>
                    <a:pt x="826" y="93"/>
                    <a:pt x="826" y="56"/>
                  </a:cubicBezTo>
                  <a:cubicBezTo>
                    <a:pt x="826"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6" name="Google Shape;976;p24"/>
            <p:cNvSpPr/>
            <p:nvPr/>
          </p:nvSpPr>
          <p:spPr>
            <a:xfrm>
              <a:off x="6554937" y="2753669"/>
              <a:ext cx="135825" cy="6608"/>
            </a:xfrm>
            <a:custGeom>
              <a:avLst/>
              <a:gdLst/>
              <a:ahLst/>
              <a:cxnLst/>
              <a:rect l="l" t="t" r="r" b="b"/>
              <a:pathLst>
                <a:path w="2302" h="112" extrusionOk="0">
                  <a:moveTo>
                    <a:pt x="56" y="1"/>
                  </a:moveTo>
                  <a:cubicBezTo>
                    <a:pt x="19" y="1"/>
                    <a:pt x="1" y="19"/>
                    <a:pt x="1" y="56"/>
                  </a:cubicBezTo>
                  <a:cubicBezTo>
                    <a:pt x="1" y="84"/>
                    <a:pt x="19" y="112"/>
                    <a:pt x="56" y="112"/>
                  </a:cubicBezTo>
                  <a:lnTo>
                    <a:pt x="2246" y="112"/>
                  </a:lnTo>
                  <a:cubicBezTo>
                    <a:pt x="2273" y="112"/>
                    <a:pt x="2301" y="84"/>
                    <a:pt x="2301" y="56"/>
                  </a:cubicBezTo>
                  <a:cubicBezTo>
                    <a:pt x="2301" y="19"/>
                    <a:pt x="2283" y="1"/>
                    <a:pt x="2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7" name="Google Shape;977;p24"/>
            <p:cNvSpPr/>
            <p:nvPr/>
          </p:nvSpPr>
          <p:spPr>
            <a:xfrm>
              <a:off x="6476108" y="2753669"/>
              <a:ext cx="53162" cy="6608"/>
            </a:xfrm>
            <a:custGeom>
              <a:avLst/>
              <a:gdLst/>
              <a:ahLst/>
              <a:cxnLst/>
              <a:rect l="l" t="t" r="r" b="b"/>
              <a:pathLst>
                <a:path w="901" h="112" extrusionOk="0">
                  <a:moveTo>
                    <a:pt x="56" y="1"/>
                  </a:moveTo>
                  <a:cubicBezTo>
                    <a:pt x="29" y="1"/>
                    <a:pt x="1" y="19"/>
                    <a:pt x="1" y="56"/>
                  </a:cubicBezTo>
                  <a:cubicBezTo>
                    <a:pt x="1" y="84"/>
                    <a:pt x="29" y="112"/>
                    <a:pt x="56" y="112"/>
                  </a:cubicBezTo>
                  <a:lnTo>
                    <a:pt x="845" y="112"/>
                  </a:lnTo>
                  <a:cubicBezTo>
                    <a:pt x="873" y="112"/>
                    <a:pt x="901" y="84"/>
                    <a:pt x="901" y="56"/>
                  </a:cubicBezTo>
                  <a:cubicBezTo>
                    <a:pt x="901" y="19"/>
                    <a:pt x="873" y="1"/>
                    <a:pt x="8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8" name="Google Shape;978;p24"/>
            <p:cNvSpPr/>
            <p:nvPr/>
          </p:nvSpPr>
          <p:spPr>
            <a:xfrm>
              <a:off x="6397280" y="2753669"/>
              <a:ext cx="48796" cy="6608"/>
            </a:xfrm>
            <a:custGeom>
              <a:avLst/>
              <a:gdLst/>
              <a:ahLst/>
              <a:cxnLst/>
              <a:rect l="l" t="t" r="r" b="b"/>
              <a:pathLst>
                <a:path w="827" h="112" extrusionOk="0">
                  <a:moveTo>
                    <a:pt x="57" y="1"/>
                  </a:moveTo>
                  <a:cubicBezTo>
                    <a:pt x="20" y="1"/>
                    <a:pt x="1" y="19"/>
                    <a:pt x="1" y="56"/>
                  </a:cubicBezTo>
                  <a:cubicBezTo>
                    <a:pt x="1" y="84"/>
                    <a:pt x="20" y="112"/>
                    <a:pt x="57" y="112"/>
                  </a:cubicBezTo>
                  <a:lnTo>
                    <a:pt x="771" y="112"/>
                  </a:lnTo>
                  <a:cubicBezTo>
                    <a:pt x="808" y="112"/>
                    <a:pt x="827" y="84"/>
                    <a:pt x="827" y="56"/>
                  </a:cubicBezTo>
                  <a:cubicBezTo>
                    <a:pt x="827" y="19"/>
                    <a:pt x="808" y="1"/>
                    <a:pt x="7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9" name="Google Shape;979;p24"/>
            <p:cNvSpPr/>
            <p:nvPr/>
          </p:nvSpPr>
          <p:spPr>
            <a:xfrm>
              <a:off x="6476108" y="2854919"/>
              <a:ext cx="53162" cy="7198"/>
            </a:xfrm>
            <a:custGeom>
              <a:avLst/>
              <a:gdLst/>
              <a:ahLst/>
              <a:cxnLst/>
              <a:rect l="l" t="t" r="r" b="b"/>
              <a:pathLst>
                <a:path w="901" h="122" extrusionOk="0">
                  <a:moveTo>
                    <a:pt x="56" y="1"/>
                  </a:moveTo>
                  <a:cubicBezTo>
                    <a:pt x="29" y="1"/>
                    <a:pt x="1" y="29"/>
                    <a:pt x="1" y="66"/>
                  </a:cubicBezTo>
                  <a:cubicBezTo>
                    <a:pt x="1" y="93"/>
                    <a:pt x="29" y="121"/>
                    <a:pt x="56" y="121"/>
                  </a:cubicBezTo>
                  <a:lnTo>
                    <a:pt x="845" y="121"/>
                  </a:lnTo>
                  <a:cubicBezTo>
                    <a:pt x="873" y="121"/>
                    <a:pt x="901" y="93"/>
                    <a:pt x="901" y="66"/>
                  </a:cubicBezTo>
                  <a:cubicBezTo>
                    <a:pt x="901" y="29"/>
                    <a:pt x="873" y="1"/>
                    <a:pt x="8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0" name="Google Shape;980;p24"/>
            <p:cNvSpPr/>
            <p:nvPr/>
          </p:nvSpPr>
          <p:spPr>
            <a:xfrm>
              <a:off x="6397280" y="2854919"/>
              <a:ext cx="48796" cy="7198"/>
            </a:xfrm>
            <a:custGeom>
              <a:avLst/>
              <a:gdLst/>
              <a:ahLst/>
              <a:cxnLst/>
              <a:rect l="l" t="t" r="r" b="b"/>
              <a:pathLst>
                <a:path w="827" h="122" extrusionOk="0">
                  <a:moveTo>
                    <a:pt x="57" y="1"/>
                  </a:moveTo>
                  <a:cubicBezTo>
                    <a:pt x="20" y="1"/>
                    <a:pt x="1" y="29"/>
                    <a:pt x="1" y="66"/>
                  </a:cubicBezTo>
                  <a:cubicBezTo>
                    <a:pt x="1" y="93"/>
                    <a:pt x="20" y="121"/>
                    <a:pt x="57" y="121"/>
                  </a:cubicBezTo>
                  <a:lnTo>
                    <a:pt x="771" y="121"/>
                  </a:lnTo>
                  <a:cubicBezTo>
                    <a:pt x="808" y="121"/>
                    <a:pt x="827" y="93"/>
                    <a:pt x="827" y="66"/>
                  </a:cubicBezTo>
                  <a:cubicBezTo>
                    <a:pt x="827" y="29"/>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1" name="Google Shape;981;p24"/>
            <p:cNvSpPr/>
            <p:nvPr/>
          </p:nvSpPr>
          <p:spPr>
            <a:xfrm>
              <a:off x="6397280" y="2708236"/>
              <a:ext cx="73459" cy="7198"/>
            </a:xfrm>
            <a:custGeom>
              <a:avLst/>
              <a:gdLst/>
              <a:ahLst/>
              <a:cxnLst/>
              <a:rect l="l" t="t" r="r" b="b"/>
              <a:pathLst>
                <a:path w="1245" h="122" extrusionOk="0">
                  <a:moveTo>
                    <a:pt x="57" y="1"/>
                  </a:moveTo>
                  <a:cubicBezTo>
                    <a:pt x="20" y="1"/>
                    <a:pt x="1" y="28"/>
                    <a:pt x="1" y="65"/>
                  </a:cubicBezTo>
                  <a:cubicBezTo>
                    <a:pt x="1" y="93"/>
                    <a:pt x="20" y="121"/>
                    <a:pt x="57" y="121"/>
                  </a:cubicBezTo>
                  <a:lnTo>
                    <a:pt x="1179" y="121"/>
                  </a:lnTo>
                  <a:cubicBezTo>
                    <a:pt x="1216" y="121"/>
                    <a:pt x="1244" y="93"/>
                    <a:pt x="1244" y="65"/>
                  </a:cubicBezTo>
                  <a:cubicBezTo>
                    <a:pt x="1244" y="28"/>
                    <a:pt x="1216" y="1"/>
                    <a:pt x="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2" name="Google Shape;982;p24"/>
            <p:cNvSpPr/>
            <p:nvPr/>
          </p:nvSpPr>
          <p:spPr>
            <a:xfrm>
              <a:off x="6491980" y="2708236"/>
              <a:ext cx="119954" cy="7198"/>
            </a:xfrm>
            <a:custGeom>
              <a:avLst/>
              <a:gdLst/>
              <a:ahLst/>
              <a:cxnLst/>
              <a:rect l="l" t="t" r="r" b="b"/>
              <a:pathLst>
                <a:path w="2033" h="122" extrusionOk="0">
                  <a:moveTo>
                    <a:pt x="56" y="1"/>
                  </a:moveTo>
                  <a:cubicBezTo>
                    <a:pt x="29" y="1"/>
                    <a:pt x="1" y="28"/>
                    <a:pt x="1" y="65"/>
                  </a:cubicBezTo>
                  <a:cubicBezTo>
                    <a:pt x="1" y="93"/>
                    <a:pt x="29" y="121"/>
                    <a:pt x="56" y="121"/>
                  </a:cubicBezTo>
                  <a:lnTo>
                    <a:pt x="1967" y="121"/>
                  </a:lnTo>
                  <a:cubicBezTo>
                    <a:pt x="2005" y="121"/>
                    <a:pt x="2032" y="93"/>
                    <a:pt x="2032" y="65"/>
                  </a:cubicBezTo>
                  <a:cubicBezTo>
                    <a:pt x="2032" y="28"/>
                    <a:pt x="200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3" name="Google Shape;983;p24"/>
            <p:cNvSpPr/>
            <p:nvPr/>
          </p:nvSpPr>
          <p:spPr>
            <a:xfrm>
              <a:off x="6641967" y="2708236"/>
              <a:ext cx="48796" cy="7198"/>
            </a:xfrm>
            <a:custGeom>
              <a:avLst/>
              <a:gdLst/>
              <a:ahLst/>
              <a:cxnLst/>
              <a:rect l="l" t="t" r="r" b="b"/>
              <a:pathLst>
                <a:path w="827" h="122" extrusionOk="0">
                  <a:moveTo>
                    <a:pt x="56" y="1"/>
                  </a:moveTo>
                  <a:cubicBezTo>
                    <a:pt x="19" y="1"/>
                    <a:pt x="1" y="28"/>
                    <a:pt x="1" y="65"/>
                  </a:cubicBezTo>
                  <a:cubicBezTo>
                    <a:pt x="1" y="93"/>
                    <a:pt x="19" y="121"/>
                    <a:pt x="56" y="121"/>
                  </a:cubicBezTo>
                  <a:lnTo>
                    <a:pt x="771" y="121"/>
                  </a:lnTo>
                  <a:cubicBezTo>
                    <a:pt x="798" y="121"/>
                    <a:pt x="826" y="93"/>
                    <a:pt x="826" y="65"/>
                  </a:cubicBezTo>
                  <a:cubicBezTo>
                    <a:pt x="826" y="28"/>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4" name="Google Shape;984;p24"/>
            <p:cNvSpPr/>
            <p:nvPr/>
          </p:nvSpPr>
          <p:spPr>
            <a:xfrm>
              <a:off x="6396218" y="2902534"/>
              <a:ext cx="119895" cy="6667"/>
            </a:xfrm>
            <a:custGeom>
              <a:avLst/>
              <a:gdLst/>
              <a:ahLst/>
              <a:cxnLst/>
              <a:rect l="l" t="t" r="r" b="b"/>
              <a:pathLst>
                <a:path w="2032" h="113" extrusionOk="0">
                  <a:moveTo>
                    <a:pt x="56" y="1"/>
                  </a:moveTo>
                  <a:cubicBezTo>
                    <a:pt x="28" y="1"/>
                    <a:pt x="0" y="29"/>
                    <a:pt x="0" y="56"/>
                  </a:cubicBezTo>
                  <a:cubicBezTo>
                    <a:pt x="0" y="94"/>
                    <a:pt x="28" y="112"/>
                    <a:pt x="56" y="112"/>
                  </a:cubicBezTo>
                  <a:lnTo>
                    <a:pt x="1967" y="112"/>
                  </a:lnTo>
                  <a:cubicBezTo>
                    <a:pt x="2004" y="112"/>
                    <a:pt x="2032" y="94"/>
                    <a:pt x="2032" y="56"/>
                  </a:cubicBezTo>
                  <a:cubicBezTo>
                    <a:pt x="2032" y="29"/>
                    <a:pt x="2004"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5" name="Google Shape;985;p24"/>
            <p:cNvSpPr/>
            <p:nvPr/>
          </p:nvSpPr>
          <p:spPr>
            <a:xfrm>
              <a:off x="6396218" y="2946905"/>
              <a:ext cx="49327" cy="6608"/>
            </a:xfrm>
            <a:custGeom>
              <a:avLst/>
              <a:gdLst/>
              <a:ahLst/>
              <a:cxnLst/>
              <a:rect l="l" t="t" r="r" b="b"/>
              <a:pathLst>
                <a:path w="836" h="112" extrusionOk="0">
                  <a:moveTo>
                    <a:pt x="65" y="0"/>
                  </a:moveTo>
                  <a:cubicBezTo>
                    <a:pt x="28" y="0"/>
                    <a:pt x="0" y="19"/>
                    <a:pt x="0" y="56"/>
                  </a:cubicBezTo>
                  <a:cubicBezTo>
                    <a:pt x="0" y="84"/>
                    <a:pt x="28" y="111"/>
                    <a:pt x="65" y="111"/>
                  </a:cubicBezTo>
                  <a:lnTo>
                    <a:pt x="780" y="111"/>
                  </a:lnTo>
                  <a:cubicBezTo>
                    <a:pt x="807" y="111"/>
                    <a:pt x="835" y="84"/>
                    <a:pt x="835" y="56"/>
                  </a:cubicBezTo>
                  <a:cubicBezTo>
                    <a:pt x="835" y="19"/>
                    <a:pt x="807" y="0"/>
                    <a:pt x="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6" name="Google Shape;986;p24"/>
            <p:cNvSpPr/>
            <p:nvPr/>
          </p:nvSpPr>
          <p:spPr>
            <a:xfrm>
              <a:off x="5656730" y="2411037"/>
              <a:ext cx="707803" cy="605963"/>
            </a:xfrm>
            <a:custGeom>
              <a:avLst/>
              <a:gdLst/>
              <a:ahLst/>
              <a:cxnLst/>
              <a:rect l="l" t="t" r="r" b="b"/>
              <a:pathLst>
                <a:path w="11996" h="10270" extrusionOk="0">
                  <a:moveTo>
                    <a:pt x="566" y="0"/>
                  </a:moveTo>
                  <a:cubicBezTo>
                    <a:pt x="251" y="0"/>
                    <a:pt x="1" y="260"/>
                    <a:pt x="1" y="566"/>
                  </a:cubicBezTo>
                  <a:lnTo>
                    <a:pt x="1" y="9704"/>
                  </a:lnTo>
                  <a:cubicBezTo>
                    <a:pt x="1" y="10010"/>
                    <a:pt x="251" y="10270"/>
                    <a:pt x="566" y="10270"/>
                  </a:cubicBezTo>
                  <a:lnTo>
                    <a:pt x="11429" y="10270"/>
                  </a:lnTo>
                  <a:cubicBezTo>
                    <a:pt x="11745" y="10270"/>
                    <a:pt x="11995" y="10019"/>
                    <a:pt x="11995" y="9704"/>
                  </a:cubicBezTo>
                  <a:lnTo>
                    <a:pt x="11995" y="566"/>
                  </a:lnTo>
                  <a:cubicBezTo>
                    <a:pt x="11995" y="260"/>
                    <a:pt x="11745" y="0"/>
                    <a:pt x="1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7" name="Google Shape;987;p24"/>
            <p:cNvSpPr/>
            <p:nvPr/>
          </p:nvSpPr>
          <p:spPr>
            <a:xfrm>
              <a:off x="5695023" y="2385312"/>
              <a:ext cx="707272" cy="605432"/>
            </a:xfrm>
            <a:custGeom>
              <a:avLst/>
              <a:gdLst/>
              <a:ahLst/>
              <a:cxnLst/>
              <a:rect l="l" t="t" r="r" b="b"/>
              <a:pathLst>
                <a:path w="11987" h="10261" extrusionOk="0">
                  <a:moveTo>
                    <a:pt x="567" y="0"/>
                  </a:moveTo>
                  <a:cubicBezTo>
                    <a:pt x="251" y="0"/>
                    <a:pt x="1" y="251"/>
                    <a:pt x="1" y="566"/>
                  </a:cubicBezTo>
                  <a:lnTo>
                    <a:pt x="1" y="9694"/>
                  </a:lnTo>
                  <a:cubicBezTo>
                    <a:pt x="1" y="10010"/>
                    <a:pt x="251" y="10260"/>
                    <a:pt x="567" y="10260"/>
                  </a:cubicBezTo>
                  <a:lnTo>
                    <a:pt x="11430" y="10260"/>
                  </a:lnTo>
                  <a:cubicBezTo>
                    <a:pt x="11736" y="10260"/>
                    <a:pt x="11986" y="10010"/>
                    <a:pt x="11986" y="9694"/>
                  </a:cubicBezTo>
                  <a:lnTo>
                    <a:pt x="11986" y="566"/>
                  </a:lnTo>
                  <a:cubicBezTo>
                    <a:pt x="11986" y="251"/>
                    <a:pt x="11736" y="0"/>
                    <a:pt x="114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8" name="Google Shape;988;p24"/>
            <p:cNvSpPr/>
            <p:nvPr/>
          </p:nvSpPr>
          <p:spPr>
            <a:xfrm>
              <a:off x="5691778" y="2382007"/>
              <a:ext cx="714352" cy="611982"/>
            </a:xfrm>
            <a:custGeom>
              <a:avLst/>
              <a:gdLst/>
              <a:ahLst/>
              <a:cxnLst/>
              <a:rect l="l" t="t" r="r" b="b"/>
              <a:pathLst>
                <a:path w="12107" h="10372" extrusionOk="0">
                  <a:moveTo>
                    <a:pt x="11485" y="112"/>
                  </a:moveTo>
                  <a:cubicBezTo>
                    <a:pt x="11763" y="112"/>
                    <a:pt x="11986" y="344"/>
                    <a:pt x="11986" y="622"/>
                  </a:cubicBezTo>
                  <a:lnTo>
                    <a:pt x="11986" y="9750"/>
                  </a:lnTo>
                  <a:cubicBezTo>
                    <a:pt x="11986" y="10029"/>
                    <a:pt x="11763" y="10261"/>
                    <a:pt x="11485" y="10261"/>
                  </a:cubicBezTo>
                  <a:lnTo>
                    <a:pt x="622" y="10261"/>
                  </a:lnTo>
                  <a:cubicBezTo>
                    <a:pt x="344" y="10261"/>
                    <a:pt x="112" y="10029"/>
                    <a:pt x="112" y="9750"/>
                  </a:cubicBezTo>
                  <a:lnTo>
                    <a:pt x="112" y="622"/>
                  </a:lnTo>
                  <a:cubicBezTo>
                    <a:pt x="112" y="344"/>
                    <a:pt x="344" y="112"/>
                    <a:pt x="622" y="112"/>
                  </a:cubicBezTo>
                  <a:close/>
                  <a:moveTo>
                    <a:pt x="622" y="1"/>
                  </a:moveTo>
                  <a:cubicBezTo>
                    <a:pt x="279" y="1"/>
                    <a:pt x="0" y="279"/>
                    <a:pt x="0" y="622"/>
                  </a:cubicBezTo>
                  <a:lnTo>
                    <a:pt x="0" y="9750"/>
                  </a:lnTo>
                  <a:cubicBezTo>
                    <a:pt x="0" y="10094"/>
                    <a:pt x="279" y="10372"/>
                    <a:pt x="622" y="10372"/>
                  </a:cubicBezTo>
                  <a:lnTo>
                    <a:pt x="11485" y="10372"/>
                  </a:lnTo>
                  <a:cubicBezTo>
                    <a:pt x="11828" y="10372"/>
                    <a:pt x="12106" y="10094"/>
                    <a:pt x="12106" y="9750"/>
                  </a:cubicBezTo>
                  <a:lnTo>
                    <a:pt x="12106" y="622"/>
                  </a:lnTo>
                  <a:cubicBezTo>
                    <a:pt x="12106" y="279"/>
                    <a:pt x="11828" y="1"/>
                    <a:pt x="1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9" name="Google Shape;989;p24"/>
            <p:cNvSpPr/>
            <p:nvPr/>
          </p:nvSpPr>
          <p:spPr>
            <a:xfrm>
              <a:off x="5647408" y="1634318"/>
              <a:ext cx="784979" cy="105144"/>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0" name="Google Shape;990;p24"/>
            <p:cNvSpPr/>
            <p:nvPr/>
          </p:nvSpPr>
          <p:spPr>
            <a:xfrm>
              <a:off x="5644163" y="1630483"/>
              <a:ext cx="791529" cy="112283"/>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1" name="Google Shape;991;p24"/>
            <p:cNvSpPr/>
            <p:nvPr/>
          </p:nvSpPr>
          <p:spPr>
            <a:xfrm>
              <a:off x="5783174" y="1797993"/>
              <a:ext cx="513505"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2" name="Google Shape;992;p24"/>
            <p:cNvSpPr/>
            <p:nvPr/>
          </p:nvSpPr>
          <p:spPr>
            <a:xfrm>
              <a:off x="5779870" y="1794689"/>
              <a:ext cx="520055" cy="67972"/>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3" name="Google Shape;993;p24"/>
            <p:cNvSpPr/>
            <p:nvPr/>
          </p:nvSpPr>
          <p:spPr>
            <a:xfrm>
              <a:off x="5918351" y="1908565"/>
              <a:ext cx="243093" cy="75052"/>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4" name="Google Shape;994;p24"/>
            <p:cNvSpPr/>
            <p:nvPr/>
          </p:nvSpPr>
          <p:spPr>
            <a:xfrm>
              <a:off x="5915106" y="1904730"/>
              <a:ext cx="249643" cy="82133"/>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5" name="Google Shape;995;p24"/>
            <p:cNvSpPr/>
            <p:nvPr/>
          </p:nvSpPr>
          <p:spPr>
            <a:xfrm>
              <a:off x="5656199" y="1614611"/>
              <a:ext cx="784979" cy="105144"/>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6" name="Google Shape;996;p24"/>
            <p:cNvSpPr/>
            <p:nvPr/>
          </p:nvSpPr>
          <p:spPr>
            <a:xfrm>
              <a:off x="5652895" y="1611366"/>
              <a:ext cx="792119" cy="112224"/>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7" name="Google Shape;997;p24"/>
            <p:cNvSpPr/>
            <p:nvPr/>
          </p:nvSpPr>
          <p:spPr>
            <a:xfrm>
              <a:off x="5742698" y="1644172"/>
              <a:ext cx="607615"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8" name="Google Shape;998;p24"/>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9" name="Google Shape;999;p24"/>
            <p:cNvSpPr/>
            <p:nvPr/>
          </p:nvSpPr>
          <p:spPr>
            <a:xfrm>
              <a:off x="5788662" y="1775572"/>
              <a:ext cx="520055" cy="67913"/>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0" name="Google Shape;1000;p24"/>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1" name="Google Shape;1001;p24"/>
            <p:cNvSpPr/>
            <p:nvPr/>
          </p:nvSpPr>
          <p:spPr>
            <a:xfrm>
              <a:off x="5953399" y="1795810"/>
              <a:ext cx="27437" cy="27437"/>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2" name="Google Shape;1002;p24"/>
            <p:cNvSpPr/>
            <p:nvPr/>
          </p:nvSpPr>
          <p:spPr>
            <a:xfrm>
              <a:off x="6006502" y="1795810"/>
              <a:ext cx="27437" cy="27437"/>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3" name="Google Shape;1003;p24"/>
            <p:cNvSpPr/>
            <p:nvPr/>
          </p:nvSpPr>
          <p:spPr>
            <a:xfrm>
              <a:off x="6063440" y="1795810"/>
              <a:ext cx="27378" cy="27437"/>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4" name="Google Shape;1004;p24"/>
            <p:cNvSpPr/>
            <p:nvPr/>
          </p:nvSpPr>
          <p:spPr>
            <a:xfrm>
              <a:off x="6118136" y="1795810"/>
              <a:ext cx="27437" cy="27437"/>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5" name="Google Shape;1005;p24"/>
            <p:cNvSpPr/>
            <p:nvPr/>
          </p:nvSpPr>
          <p:spPr>
            <a:xfrm>
              <a:off x="6175074" y="1795810"/>
              <a:ext cx="27437" cy="27437"/>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6" name="Google Shape;1006;p24"/>
            <p:cNvSpPr/>
            <p:nvPr/>
          </p:nvSpPr>
          <p:spPr>
            <a:xfrm>
              <a:off x="5860882" y="1237521"/>
              <a:ext cx="328471" cy="329002"/>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7" name="Google Shape;1007;p24"/>
            <p:cNvSpPr/>
            <p:nvPr/>
          </p:nvSpPr>
          <p:spPr>
            <a:xfrm>
              <a:off x="5857046" y="1234217"/>
              <a:ext cx="335610" cy="335610"/>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8" name="Google Shape;1008;p24"/>
            <p:cNvSpPr/>
            <p:nvPr/>
          </p:nvSpPr>
          <p:spPr>
            <a:xfrm>
              <a:off x="5884424" y="1216693"/>
              <a:ext cx="329002" cy="329002"/>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9" name="Google Shape;1009;p24"/>
            <p:cNvSpPr/>
            <p:nvPr/>
          </p:nvSpPr>
          <p:spPr>
            <a:xfrm>
              <a:off x="5881179" y="1213448"/>
              <a:ext cx="335551" cy="335551"/>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0" name="Google Shape;1010;p24"/>
            <p:cNvSpPr/>
            <p:nvPr/>
          </p:nvSpPr>
          <p:spPr>
            <a:xfrm>
              <a:off x="5975820" y="1391284"/>
              <a:ext cx="146210" cy="73105"/>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1" name="Google Shape;1011;p24"/>
            <p:cNvSpPr/>
            <p:nvPr/>
          </p:nvSpPr>
          <p:spPr>
            <a:xfrm>
              <a:off x="5972575" y="1387508"/>
              <a:ext cx="152759" cy="80480"/>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2" name="Google Shape;1012;p24"/>
            <p:cNvSpPr/>
            <p:nvPr/>
          </p:nvSpPr>
          <p:spPr>
            <a:xfrm>
              <a:off x="6007564" y="1298236"/>
              <a:ext cx="83254" cy="82723"/>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3" name="Google Shape;1013;p24"/>
            <p:cNvSpPr/>
            <p:nvPr/>
          </p:nvSpPr>
          <p:spPr>
            <a:xfrm>
              <a:off x="6004318" y="1294401"/>
              <a:ext cx="89803" cy="89862"/>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4" name="Google Shape;1014;p24"/>
            <p:cNvSpPr/>
            <p:nvPr/>
          </p:nvSpPr>
          <p:spPr>
            <a:xfrm>
              <a:off x="5927673" y="1888858"/>
              <a:ext cx="242562" cy="75583"/>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5" name="Google Shape;1015;p24"/>
            <p:cNvSpPr/>
            <p:nvPr/>
          </p:nvSpPr>
          <p:spPr>
            <a:xfrm>
              <a:off x="5924369" y="1885554"/>
              <a:ext cx="249112" cy="82192"/>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6" name="Google Shape;1016;p24"/>
            <p:cNvSpPr/>
            <p:nvPr/>
          </p:nvSpPr>
          <p:spPr>
            <a:xfrm>
              <a:off x="5808369" y="2463550"/>
              <a:ext cx="490494" cy="488842"/>
            </a:xfrm>
            <a:custGeom>
              <a:avLst/>
              <a:gdLst/>
              <a:ahLst/>
              <a:cxnLst/>
              <a:rect l="l" t="t" r="r" b="b"/>
              <a:pathLst>
                <a:path w="8313" h="8285" extrusionOk="0">
                  <a:moveTo>
                    <a:pt x="4147" y="1"/>
                  </a:moveTo>
                  <a:cubicBezTo>
                    <a:pt x="4026" y="251"/>
                    <a:pt x="3191" y="1791"/>
                    <a:pt x="557" y="1893"/>
                  </a:cubicBezTo>
                  <a:cubicBezTo>
                    <a:pt x="557" y="1893"/>
                    <a:pt x="0" y="7311"/>
                    <a:pt x="4073" y="8285"/>
                  </a:cubicBezTo>
                  <a:lnTo>
                    <a:pt x="4240" y="8285"/>
                  </a:lnTo>
                  <a:cubicBezTo>
                    <a:pt x="8312" y="7311"/>
                    <a:pt x="7756" y="1893"/>
                    <a:pt x="7756" y="1893"/>
                  </a:cubicBezTo>
                  <a:cubicBezTo>
                    <a:pt x="5121" y="1791"/>
                    <a:pt x="4286" y="251"/>
                    <a:pt x="4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7" name="Google Shape;1017;p24"/>
            <p:cNvSpPr/>
            <p:nvPr/>
          </p:nvSpPr>
          <p:spPr>
            <a:xfrm>
              <a:off x="5807248" y="2460305"/>
              <a:ext cx="492677" cy="495922"/>
            </a:xfrm>
            <a:custGeom>
              <a:avLst/>
              <a:gdLst/>
              <a:ahLst/>
              <a:cxnLst/>
              <a:rect l="l" t="t" r="r" b="b"/>
              <a:pathLst>
                <a:path w="8350" h="8405" extrusionOk="0">
                  <a:moveTo>
                    <a:pt x="4175" y="167"/>
                  </a:moveTo>
                  <a:cubicBezTo>
                    <a:pt x="4407" y="594"/>
                    <a:pt x="5316" y="1893"/>
                    <a:pt x="7719" y="2004"/>
                  </a:cubicBezTo>
                  <a:cubicBezTo>
                    <a:pt x="7765" y="2551"/>
                    <a:pt x="8016" y="7384"/>
                    <a:pt x="4249" y="8284"/>
                  </a:cubicBezTo>
                  <a:lnTo>
                    <a:pt x="4101" y="8284"/>
                  </a:lnTo>
                  <a:cubicBezTo>
                    <a:pt x="335" y="7384"/>
                    <a:pt x="594" y="2551"/>
                    <a:pt x="631" y="2004"/>
                  </a:cubicBezTo>
                  <a:cubicBezTo>
                    <a:pt x="3043" y="1893"/>
                    <a:pt x="3943" y="594"/>
                    <a:pt x="4175" y="167"/>
                  </a:cubicBezTo>
                  <a:close/>
                  <a:moveTo>
                    <a:pt x="4166" y="0"/>
                  </a:moveTo>
                  <a:cubicBezTo>
                    <a:pt x="4147" y="0"/>
                    <a:pt x="4120" y="10"/>
                    <a:pt x="4120" y="28"/>
                  </a:cubicBezTo>
                  <a:cubicBezTo>
                    <a:pt x="3971" y="325"/>
                    <a:pt x="3155" y="1791"/>
                    <a:pt x="576" y="1893"/>
                  </a:cubicBezTo>
                  <a:cubicBezTo>
                    <a:pt x="548" y="1893"/>
                    <a:pt x="520" y="1911"/>
                    <a:pt x="520" y="1939"/>
                  </a:cubicBezTo>
                  <a:cubicBezTo>
                    <a:pt x="520" y="1995"/>
                    <a:pt x="1" y="7431"/>
                    <a:pt x="4082" y="8405"/>
                  </a:cubicBezTo>
                  <a:lnTo>
                    <a:pt x="4268" y="8405"/>
                  </a:lnTo>
                  <a:cubicBezTo>
                    <a:pt x="8350" y="7422"/>
                    <a:pt x="7839" y="1995"/>
                    <a:pt x="7830" y="1939"/>
                  </a:cubicBezTo>
                  <a:cubicBezTo>
                    <a:pt x="7830" y="1911"/>
                    <a:pt x="7802" y="1893"/>
                    <a:pt x="7775" y="1893"/>
                  </a:cubicBezTo>
                  <a:cubicBezTo>
                    <a:pt x="5196" y="1791"/>
                    <a:pt x="4379" y="325"/>
                    <a:pt x="4240" y="28"/>
                  </a:cubicBezTo>
                  <a:cubicBezTo>
                    <a:pt x="4231" y="10"/>
                    <a:pt x="4203" y="0"/>
                    <a:pt x="4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8" name="Google Shape;1018;p24"/>
            <p:cNvSpPr/>
            <p:nvPr/>
          </p:nvSpPr>
          <p:spPr>
            <a:xfrm>
              <a:off x="5808369" y="2421422"/>
              <a:ext cx="490494" cy="489373"/>
            </a:xfrm>
            <a:custGeom>
              <a:avLst/>
              <a:gdLst/>
              <a:ahLst/>
              <a:cxnLst/>
              <a:rect l="l" t="t" r="r" b="b"/>
              <a:pathLst>
                <a:path w="8313" h="8294" extrusionOk="0">
                  <a:moveTo>
                    <a:pt x="4147" y="1"/>
                  </a:moveTo>
                  <a:cubicBezTo>
                    <a:pt x="4026" y="251"/>
                    <a:pt x="3191" y="1800"/>
                    <a:pt x="557" y="1893"/>
                  </a:cubicBezTo>
                  <a:cubicBezTo>
                    <a:pt x="557" y="1893"/>
                    <a:pt x="0" y="7320"/>
                    <a:pt x="4073" y="8294"/>
                  </a:cubicBezTo>
                  <a:lnTo>
                    <a:pt x="4240" y="8294"/>
                  </a:lnTo>
                  <a:cubicBezTo>
                    <a:pt x="8312" y="7320"/>
                    <a:pt x="7756" y="1893"/>
                    <a:pt x="7756" y="1893"/>
                  </a:cubicBezTo>
                  <a:cubicBezTo>
                    <a:pt x="5121" y="1800"/>
                    <a:pt x="4286" y="251"/>
                    <a:pt x="41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9" name="Google Shape;1019;p24"/>
            <p:cNvSpPr/>
            <p:nvPr/>
          </p:nvSpPr>
          <p:spPr>
            <a:xfrm>
              <a:off x="5807248" y="2418117"/>
              <a:ext cx="492677" cy="495981"/>
            </a:xfrm>
            <a:custGeom>
              <a:avLst/>
              <a:gdLst/>
              <a:ahLst/>
              <a:cxnLst/>
              <a:rect l="l" t="t" r="r" b="b"/>
              <a:pathLst>
                <a:path w="8350" h="8406" extrusionOk="0">
                  <a:moveTo>
                    <a:pt x="4175" y="168"/>
                  </a:moveTo>
                  <a:cubicBezTo>
                    <a:pt x="4407" y="604"/>
                    <a:pt x="5316" y="1893"/>
                    <a:pt x="7719" y="2005"/>
                  </a:cubicBezTo>
                  <a:cubicBezTo>
                    <a:pt x="7765" y="2552"/>
                    <a:pt x="8016" y="7385"/>
                    <a:pt x="4249" y="8294"/>
                  </a:cubicBezTo>
                  <a:lnTo>
                    <a:pt x="4101" y="8294"/>
                  </a:lnTo>
                  <a:cubicBezTo>
                    <a:pt x="335" y="7385"/>
                    <a:pt x="594" y="2552"/>
                    <a:pt x="631" y="2005"/>
                  </a:cubicBezTo>
                  <a:cubicBezTo>
                    <a:pt x="3043" y="1893"/>
                    <a:pt x="3943" y="604"/>
                    <a:pt x="4175" y="168"/>
                  </a:cubicBezTo>
                  <a:close/>
                  <a:moveTo>
                    <a:pt x="4166" y="1"/>
                  </a:moveTo>
                  <a:cubicBezTo>
                    <a:pt x="4147" y="1"/>
                    <a:pt x="4120" y="19"/>
                    <a:pt x="4120" y="38"/>
                  </a:cubicBezTo>
                  <a:cubicBezTo>
                    <a:pt x="3971" y="326"/>
                    <a:pt x="3155" y="1801"/>
                    <a:pt x="576" y="1893"/>
                  </a:cubicBezTo>
                  <a:cubicBezTo>
                    <a:pt x="548" y="1893"/>
                    <a:pt x="520" y="1921"/>
                    <a:pt x="520" y="1949"/>
                  </a:cubicBezTo>
                  <a:cubicBezTo>
                    <a:pt x="520" y="2005"/>
                    <a:pt x="1" y="7432"/>
                    <a:pt x="4082" y="8406"/>
                  </a:cubicBezTo>
                  <a:lnTo>
                    <a:pt x="4268" y="8406"/>
                  </a:lnTo>
                  <a:cubicBezTo>
                    <a:pt x="8350" y="7432"/>
                    <a:pt x="7839" y="2005"/>
                    <a:pt x="7830" y="1949"/>
                  </a:cubicBezTo>
                  <a:cubicBezTo>
                    <a:pt x="7830" y="1921"/>
                    <a:pt x="7802" y="1893"/>
                    <a:pt x="7775" y="1893"/>
                  </a:cubicBezTo>
                  <a:cubicBezTo>
                    <a:pt x="5196" y="1801"/>
                    <a:pt x="4379" y="326"/>
                    <a:pt x="4240" y="38"/>
                  </a:cubicBezTo>
                  <a:cubicBezTo>
                    <a:pt x="4231" y="19"/>
                    <a:pt x="4203" y="1"/>
                    <a:pt x="4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020" name="Google Shape;1020;p24"/>
            <p:cNvGrpSpPr/>
            <p:nvPr/>
          </p:nvGrpSpPr>
          <p:grpSpPr>
            <a:xfrm>
              <a:off x="5968208" y="2549518"/>
              <a:ext cx="174119" cy="231588"/>
              <a:chOff x="4803668" y="3224977"/>
              <a:chExt cx="98578" cy="131115"/>
            </a:xfrm>
          </p:grpSpPr>
          <p:sp>
            <p:nvSpPr>
              <p:cNvPr id="1021" name="Google Shape;1021;p24"/>
              <p:cNvSpPr/>
              <p:nvPr/>
            </p:nvSpPr>
            <p:spPr>
              <a:xfrm>
                <a:off x="4821006" y="3226815"/>
                <a:ext cx="63870" cy="47769"/>
              </a:xfrm>
              <a:custGeom>
                <a:avLst/>
                <a:gdLst/>
                <a:ahLst/>
                <a:cxnLst/>
                <a:rect l="l" t="t" r="r" b="b"/>
                <a:pathLst>
                  <a:path w="1912" h="1430" extrusionOk="0">
                    <a:moveTo>
                      <a:pt x="956" y="1"/>
                    </a:moveTo>
                    <a:cubicBezTo>
                      <a:pt x="427" y="1"/>
                      <a:pt x="1" y="437"/>
                      <a:pt x="1" y="956"/>
                    </a:cubicBezTo>
                    <a:lnTo>
                      <a:pt x="1" y="1430"/>
                    </a:lnTo>
                    <a:lnTo>
                      <a:pt x="344" y="1430"/>
                    </a:lnTo>
                    <a:lnTo>
                      <a:pt x="344" y="956"/>
                    </a:lnTo>
                    <a:cubicBezTo>
                      <a:pt x="344" y="623"/>
                      <a:pt x="613" y="353"/>
                      <a:pt x="956" y="353"/>
                    </a:cubicBezTo>
                    <a:cubicBezTo>
                      <a:pt x="1290" y="353"/>
                      <a:pt x="1568" y="623"/>
                      <a:pt x="1568" y="956"/>
                    </a:cubicBezTo>
                    <a:lnTo>
                      <a:pt x="1568" y="1430"/>
                    </a:lnTo>
                    <a:lnTo>
                      <a:pt x="1912" y="1430"/>
                    </a:lnTo>
                    <a:lnTo>
                      <a:pt x="1912" y="956"/>
                    </a:lnTo>
                    <a:cubicBezTo>
                      <a:pt x="1912" y="437"/>
                      <a:pt x="1485" y="1"/>
                      <a:pt x="9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2" name="Google Shape;1022;p24"/>
              <p:cNvSpPr/>
              <p:nvPr/>
            </p:nvSpPr>
            <p:spPr>
              <a:xfrm>
                <a:off x="4818834" y="3224977"/>
                <a:ext cx="67912" cy="51477"/>
              </a:xfrm>
              <a:custGeom>
                <a:avLst/>
                <a:gdLst/>
                <a:ahLst/>
                <a:cxnLst/>
                <a:rect l="l" t="t" r="r" b="b"/>
                <a:pathLst>
                  <a:path w="2033" h="1541" extrusionOk="0">
                    <a:moveTo>
                      <a:pt x="1021" y="121"/>
                    </a:moveTo>
                    <a:cubicBezTo>
                      <a:pt x="1513" y="121"/>
                      <a:pt x="1921" y="520"/>
                      <a:pt x="1921" y="1011"/>
                    </a:cubicBezTo>
                    <a:lnTo>
                      <a:pt x="1921" y="1429"/>
                    </a:lnTo>
                    <a:lnTo>
                      <a:pt x="1689" y="1429"/>
                    </a:lnTo>
                    <a:lnTo>
                      <a:pt x="1689" y="1011"/>
                    </a:lnTo>
                    <a:cubicBezTo>
                      <a:pt x="1689" y="650"/>
                      <a:pt x="1392" y="344"/>
                      <a:pt x="1021" y="344"/>
                    </a:cubicBezTo>
                    <a:cubicBezTo>
                      <a:pt x="650" y="344"/>
                      <a:pt x="353" y="650"/>
                      <a:pt x="353" y="1011"/>
                    </a:cubicBezTo>
                    <a:lnTo>
                      <a:pt x="353" y="1429"/>
                    </a:lnTo>
                    <a:lnTo>
                      <a:pt x="121" y="1429"/>
                    </a:lnTo>
                    <a:lnTo>
                      <a:pt x="121" y="1011"/>
                    </a:lnTo>
                    <a:cubicBezTo>
                      <a:pt x="121" y="520"/>
                      <a:pt x="520" y="121"/>
                      <a:pt x="1021" y="121"/>
                    </a:cubicBezTo>
                    <a:close/>
                    <a:moveTo>
                      <a:pt x="1021" y="0"/>
                    </a:moveTo>
                    <a:cubicBezTo>
                      <a:pt x="455" y="0"/>
                      <a:pt x="1" y="455"/>
                      <a:pt x="1" y="1011"/>
                    </a:cubicBezTo>
                    <a:lnTo>
                      <a:pt x="1" y="1485"/>
                    </a:lnTo>
                    <a:cubicBezTo>
                      <a:pt x="1" y="1522"/>
                      <a:pt x="28" y="1540"/>
                      <a:pt x="66" y="1540"/>
                    </a:cubicBezTo>
                    <a:lnTo>
                      <a:pt x="409" y="1540"/>
                    </a:lnTo>
                    <a:cubicBezTo>
                      <a:pt x="437" y="1540"/>
                      <a:pt x="464" y="1522"/>
                      <a:pt x="464" y="1485"/>
                    </a:cubicBezTo>
                    <a:lnTo>
                      <a:pt x="464" y="1011"/>
                    </a:lnTo>
                    <a:cubicBezTo>
                      <a:pt x="464" y="715"/>
                      <a:pt x="715" y="464"/>
                      <a:pt x="1021" y="464"/>
                    </a:cubicBezTo>
                    <a:cubicBezTo>
                      <a:pt x="1327" y="464"/>
                      <a:pt x="1568" y="715"/>
                      <a:pt x="1568" y="1011"/>
                    </a:cubicBezTo>
                    <a:lnTo>
                      <a:pt x="1568" y="1485"/>
                    </a:lnTo>
                    <a:cubicBezTo>
                      <a:pt x="1568" y="1522"/>
                      <a:pt x="1596" y="1540"/>
                      <a:pt x="1633" y="1540"/>
                    </a:cubicBezTo>
                    <a:lnTo>
                      <a:pt x="1977" y="1540"/>
                    </a:lnTo>
                    <a:cubicBezTo>
                      <a:pt x="2004" y="1540"/>
                      <a:pt x="2032" y="1522"/>
                      <a:pt x="2032" y="1485"/>
                    </a:cubicBezTo>
                    <a:lnTo>
                      <a:pt x="2032" y="1011"/>
                    </a:lnTo>
                    <a:cubicBezTo>
                      <a:pt x="2032" y="455"/>
                      <a:pt x="1578"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3" name="Google Shape;1023;p24"/>
              <p:cNvSpPr/>
              <p:nvPr/>
            </p:nvSpPr>
            <p:spPr>
              <a:xfrm>
                <a:off x="4805506" y="3274550"/>
                <a:ext cx="94870" cy="79671"/>
              </a:xfrm>
              <a:custGeom>
                <a:avLst/>
                <a:gdLst/>
                <a:ahLst/>
                <a:cxnLst/>
                <a:rect l="l" t="t" r="r" b="b"/>
                <a:pathLst>
                  <a:path w="2840" h="2385" extrusionOk="0">
                    <a:moveTo>
                      <a:pt x="75" y="1"/>
                    </a:moveTo>
                    <a:cubicBezTo>
                      <a:pt x="38" y="1"/>
                      <a:pt x="1" y="38"/>
                      <a:pt x="1" y="84"/>
                    </a:cubicBezTo>
                    <a:lnTo>
                      <a:pt x="1" y="2301"/>
                    </a:lnTo>
                    <a:cubicBezTo>
                      <a:pt x="1" y="2348"/>
                      <a:pt x="29" y="2385"/>
                      <a:pt x="75" y="2385"/>
                    </a:cubicBezTo>
                    <a:lnTo>
                      <a:pt x="2765" y="2385"/>
                    </a:lnTo>
                    <a:cubicBezTo>
                      <a:pt x="2802" y="2385"/>
                      <a:pt x="2839" y="2348"/>
                      <a:pt x="2839" y="2301"/>
                    </a:cubicBezTo>
                    <a:lnTo>
                      <a:pt x="2839" y="84"/>
                    </a:lnTo>
                    <a:cubicBezTo>
                      <a:pt x="2839" y="38"/>
                      <a:pt x="2802" y="1"/>
                      <a:pt x="2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4" name="Google Shape;1024;p24"/>
              <p:cNvSpPr/>
              <p:nvPr/>
            </p:nvSpPr>
            <p:spPr>
              <a:xfrm>
                <a:off x="4803668" y="3272680"/>
                <a:ext cx="98578" cy="83412"/>
              </a:xfrm>
              <a:custGeom>
                <a:avLst/>
                <a:gdLst/>
                <a:ahLst/>
                <a:cxnLst/>
                <a:rect l="l" t="t" r="r" b="b"/>
                <a:pathLst>
                  <a:path w="2951" h="2497" extrusionOk="0">
                    <a:moveTo>
                      <a:pt x="2820" y="122"/>
                    </a:moveTo>
                    <a:cubicBezTo>
                      <a:pt x="2829" y="122"/>
                      <a:pt x="2839" y="131"/>
                      <a:pt x="2839" y="140"/>
                    </a:cubicBezTo>
                    <a:lnTo>
                      <a:pt x="2839" y="2357"/>
                    </a:lnTo>
                    <a:cubicBezTo>
                      <a:pt x="2839" y="2376"/>
                      <a:pt x="2829" y="2385"/>
                      <a:pt x="2820" y="2385"/>
                    </a:cubicBezTo>
                    <a:lnTo>
                      <a:pt x="130" y="2385"/>
                    </a:lnTo>
                    <a:cubicBezTo>
                      <a:pt x="121" y="2385"/>
                      <a:pt x="111" y="2376"/>
                      <a:pt x="111" y="2357"/>
                    </a:cubicBezTo>
                    <a:lnTo>
                      <a:pt x="111" y="140"/>
                    </a:lnTo>
                    <a:cubicBezTo>
                      <a:pt x="111" y="131"/>
                      <a:pt x="121" y="122"/>
                      <a:pt x="130" y="122"/>
                    </a:cubicBezTo>
                    <a:close/>
                    <a:moveTo>
                      <a:pt x="130" y="1"/>
                    </a:moveTo>
                    <a:cubicBezTo>
                      <a:pt x="56" y="1"/>
                      <a:pt x="0" y="66"/>
                      <a:pt x="0" y="140"/>
                    </a:cubicBezTo>
                    <a:lnTo>
                      <a:pt x="0" y="2357"/>
                    </a:lnTo>
                    <a:cubicBezTo>
                      <a:pt x="0" y="2431"/>
                      <a:pt x="56" y="2496"/>
                      <a:pt x="130" y="2496"/>
                    </a:cubicBezTo>
                    <a:lnTo>
                      <a:pt x="2820" y="2496"/>
                    </a:lnTo>
                    <a:cubicBezTo>
                      <a:pt x="2894" y="2496"/>
                      <a:pt x="2950" y="2441"/>
                      <a:pt x="2950" y="2357"/>
                    </a:cubicBezTo>
                    <a:lnTo>
                      <a:pt x="2950" y="140"/>
                    </a:lnTo>
                    <a:cubicBezTo>
                      <a:pt x="2950" y="66"/>
                      <a:pt x="2894" y="1"/>
                      <a:pt x="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5" name="Google Shape;1025;p24"/>
              <p:cNvSpPr/>
              <p:nvPr/>
            </p:nvSpPr>
            <p:spPr>
              <a:xfrm>
                <a:off x="4842084" y="3295930"/>
                <a:ext cx="21413" cy="36913"/>
              </a:xfrm>
              <a:custGeom>
                <a:avLst/>
                <a:gdLst/>
                <a:ahLst/>
                <a:cxnLst/>
                <a:rect l="l" t="t" r="r" b="b"/>
                <a:pathLst>
                  <a:path w="641" h="1105" extrusionOk="0">
                    <a:moveTo>
                      <a:pt x="325" y="121"/>
                    </a:moveTo>
                    <a:cubicBezTo>
                      <a:pt x="436" y="121"/>
                      <a:pt x="529" y="214"/>
                      <a:pt x="529" y="325"/>
                    </a:cubicBezTo>
                    <a:cubicBezTo>
                      <a:pt x="529" y="400"/>
                      <a:pt x="483" y="465"/>
                      <a:pt x="418" y="502"/>
                    </a:cubicBezTo>
                    <a:cubicBezTo>
                      <a:pt x="399" y="511"/>
                      <a:pt x="390" y="539"/>
                      <a:pt x="390" y="567"/>
                    </a:cubicBezTo>
                    <a:lnTo>
                      <a:pt x="501" y="965"/>
                    </a:lnTo>
                    <a:cubicBezTo>
                      <a:pt x="511" y="975"/>
                      <a:pt x="501" y="975"/>
                      <a:pt x="501" y="984"/>
                    </a:cubicBezTo>
                    <a:lnTo>
                      <a:pt x="158" y="984"/>
                    </a:lnTo>
                    <a:cubicBezTo>
                      <a:pt x="158" y="975"/>
                      <a:pt x="149" y="965"/>
                      <a:pt x="158" y="965"/>
                    </a:cubicBezTo>
                    <a:lnTo>
                      <a:pt x="269" y="567"/>
                    </a:lnTo>
                    <a:cubicBezTo>
                      <a:pt x="269" y="548"/>
                      <a:pt x="260" y="520"/>
                      <a:pt x="232" y="502"/>
                    </a:cubicBezTo>
                    <a:cubicBezTo>
                      <a:pt x="167" y="474"/>
                      <a:pt x="121" y="400"/>
                      <a:pt x="121" y="325"/>
                    </a:cubicBezTo>
                    <a:cubicBezTo>
                      <a:pt x="121" y="214"/>
                      <a:pt x="214" y="121"/>
                      <a:pt x="325" y="121"/>
                    </a:cubicBezTo>
                    <a:close/>
                    <a:moveTo>
                      <a:pt x="325" y="1"/>
                    </a:moveTo>
                    <a:cubicBezTo>
                      <a:pt x="149" y="1"/>
                      <a:pt x="0" y="140"/>
                      <a:pt x="0" y="316"/>
                    </a:cubicBezTo>
                    <a:cubicBezTo>
                      <a:pt x="0" y="427"/>
                      <a:pt x="56" y="520"/>
                      <a:pt x="139" y="585"/>
                    </a:cubicBezTo>
                    <a:lnTo>
                      <a:pt x="47" y="928"/>
                    </a:lnTo>
                    <a:cubicBezTo>
                      <a:pt x="37" y="965"/>
                      <a:pt x="37" y="1012"/>
                      <a:pt x="65" y="1049"/>
                    </a:cubicBezTo>
                    <a:cubicBezTo>
                      <a:pt x="93" y="1086"/>
                      <a:pt x="130" y="1105"/>
                      <a:pt x="177" y="1105"/>
                    </a:cubicBezTo>
                    <a:lnTo>
                      <a:pt x="483" y="1105"/>
                    </a:lnTo>
                    <a:cubicBezTo>
                      <a:pt x="529" y="1105"/>
                      <a:pt x="566" y="1086"/>
                      <a:pt x="594" y="1049"/>
                    </a:cubicBezTo>
                    <a:cubicBezTo>
                      <a:pt x="613" y="1012"/>
                      <a:pt x="622" y="965"/>
                      <a:pt x="613" y="928"/>
                    </a:cubicBezTo>
                    <a:lnTo>
                      <a:pt x="511" y="576"/>
                    </a:lnTo>
                    <a:cubicBezTo>
                      <a:pt x="594" y="511"/>
                      <a:pt x="640" y="418"/>
                      <a:pt x="640" y="316"/>
                    </a:cubicBezTo>
                    <a:cubicBezTo>
                      <a:pt x="64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2" name="Subtitle 1"/>
          <p:cNvSpPr/>
          <p:nvPr>
            <p:ph type="subTitle" idx="1"/>
          </p:nvPr>
        </p:nvSpPr>
        <p:spPr>
          <a:xfrm>
            <a:off x="596265" y="4082415"/>
            <a:ext cx="4123690" cy="657225"/>
          </a:xfrm>
        </p:spPr>
        <p:txBody>
          <a:bodyPr/>
          <a:p>
            <a:r>
              <a:rPr lang="en-US" sz="1200" b="1"/>
              <a:t>Présenté par : </a:t>
            </a:r>
            <a:r>
              <a:rPr lang="en-US" sz="1000">
                <a:sym typeface="+mn-ea"/>
              </a:rPr>
              <a:t>- SELOUGHA Mohamed Achraf</a:t>
            </a:r>
            <a:endParaRPr lang="en-US" sz="1200"/>
          </a:p>
          <a:p>
            <a:r>
              <a:rPr lang="en-US" sz="1000"/>
              <a:t>		        - RAMOUL Chouaib Taki Eddine</a:t>
            </a:r>
            <a:endParaRPr lang="en-US" sz="1000"/>
          </a:p>
          <a:p>
            <a:r>
              <a:rPr lang="en-US" sz="1000"/>
              <a:t>                           - BENAMRANE Mohamed Achraf</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070" name="Shape 1070"/>
        <p:cNvGrpSpPr/>
        <p:nvPr/>
      </p:nvGrpSpPr>
      <p:grpSpPr>
        <a:xfrm>
          <a:off x="0" y="0"/>
          <a:ext cx="0" cy="0"/>
          <a:chOff x="0" y="0"/>
          <a:chExt cx="0" cy="0"/>
        </a:xfrm>
      </p:grpSpPr>
      <p:sp>
        <p:nvSpPr>
          <p:cNvPr id="1071" name="Google Shape;1071;p26"/>
          <p:cNvSpPr txBox="1"/>
          <p:nvPr>
            <p:ph type="title" idx="15"/>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L</a:t>
            </a:r>
            <a:r>
              <a:rPr lang="en-GB"/>
              <a:t>e schéma de la trame</a:t>
            </a:r>
            <a:endParaRPr lang="en-US" altLang="en-GB"/>
          </a:p>
        </p:txBody>
      </p:sp>
      <p:pic>
        <p:nvPicPr>
          <p:cNvPr id="15" name="Picture 14" descr="schema"/>
          <p:cNvPicPr>
            <a:picLocks noChangeAspect="1"/>
          </p:cNvPicPr>
          <p:nvPr/>
        </p:nvPicPr>
        <p:blipFill>
          <a:blip r:embed="rId1"/>
          <a:stretch>
            <a:fillRect/>
          </a:stretch>
        </p:blipFill>
        <p:spPr>
          <a:xfrm>
            <a:off x="616585" y="1335405"/>
            <a:ext cx="7872730" cy="25120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498" name="Shape 1498"/>
        <p:cNvGrpSpPr/>
        <p:nvPr/>
      </p:nvGrpSpPr>
      <p:grpSpPr>
        <a:xfrm>
          <a:off x="0" y="0"/>
          <a:ext cx="0" cy="0"/>
          <a:chOff x="0" y="0"/>
          <a:chExt cx="0" cy="0"/>
        </a:xfrm>
      </p:grpSpPr>
      <p:sp>
        <p:nvSpPr>
          <p:cNvPr id="1499" name="Google Shape;1499;p29"/>
          <p:cNvSpPr txBox="1"/>
          <p:nvPr>
            <p:ph type="subTitle" idx="4"/>
          </p:nvPr>
        </p:nvSpPr>
        <p:spPr>
          <a:xfrm>
            <a:off x="735330" y="2976245"/>
            <a:ext cx="2787650" cy="36639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ltLang="en-GB" sz="1400"/>
              <a:t>Type</a:t>
            </a:r>
            <a:endParaRPr lang="en-US" altLang="en-GB" sz="1400"/>
          </a:p>
        </p:txBody>
      </p:sp>
      <p:sp>
        <p:nvSpPr>
          <p:cNvPr id="1500" name="Google Shape;1500;p29"/>
          <p:cNvSpPr txBox="1"/>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Expliqu</a:t>
            </a:r>
            <a:r>
              <a:rPr lang="en-US" altLang="en-GB"/>
              <a:t>ation </a:t>
            </a:r>
            <a:r>
              <a:rPr lang="en-GB"/>
              <a:t>de chaque champ</a:t>
            </a:r>
            <a:endParaRPr lang="en-GB"/>
          </a:p>
        </p:txBody>
      </p:sp>
      <p:sp>
        <p:nvSpPr>
          <p:cNvPr id="1501" name="Google Shape;1501;p29"/>
          <p:cNvSpPr txBox="1"/>
          <p:nvPr>
            <p:ph type="subTitle" idx="1"/>
          </p:nvPr>
        </p:nvSpPr>
        <p:spPr>
          <a:xfrm>
            <a:off x="737870" y="3213735"/>
            <a:ext cx="2787650" cy="166497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ce champ</a:t>
            </a:r>
            <a:r>
              <a:rPr lang="en-US" altLang="en-GB"/>
              <a:t> </a:t>
            </a:r>
            <a:r>
              <a:rPr lang="en-GB"/>
              <a:t>de 2 bits, définisse le type de trame. </a:t>
            </a:r>
            <a:r>
              <a:rPr lang="en-US" altLang="en-GB"/>
              <a:t>Il existe 3 types (gestion, </a:t>
            </a:r>
            <a:r>
              <a:rPr lang="en-GB">
                <a:sym typeface="+mn-ea"/>
              </a:rPr>
              <a:t>contrôle</a:t>
            </a:r>
            <a:r>
              <a:rPr lang="en-US" altLang="en-GB">
                <a:sym typeface="+mn-ea"/>
              </a:rPr>
              <a:t> et </a:t>
            </a:r>
            <a:r>
              <a:rPr lang="en-GB">
                <a:sym typeface="+mn-ea"/>
              </a:rPr>
              <a:t> données</a:t>
            </a:r>
            <a:r>
              <a:rPr lang="en-US" altLang="en-GB"/>
              <a:t>). </a:t>
            </a:r>
            <a:endParaRPr lang="en-US" altLang="en-GB"/>
          </a:p>
          <a:p>
            <a:pPr marL="0" lvl="0" indent="0" algn="l" rtl="0">
              <a:spcBef>
                <a:spcPts val="0"/>
              </a:spcBef>
              <a:spcAft>
                <a:spcPts val="0"/>
              </a:spcAft>
              <a:buNone/>
            </a:pPr>
            <a:r>
              <a:rPr lang="en-GB"/>
              <a:t>L</a:t>
            </a:r>
            <a:r>
              <a:rPr lang="en-US" altLang="en-GB"/>
              <a:t>a trame cf-end + cf-ack est de type </a:t>
            </a:r>
            <a:r>
              <a:rPr lang="en-GB"/>
              <a:t>contrôle</a:t>
            </a:r>
            <a:r>
              <a:rPr lang="en-US" altLang="en-GB"/>
              <a:t> 01.</a:t>
            </a:r>
            <a:endParaRPr lang="en-US" altLang="en-GB"/>
          </a:p>
        </p:txBody>
      </p:sp>
      <p:sp>
        <p:nvSpPr>
          <p:cNvPr id="1502" name="Google Shape;1502;p29"/>
          <p:cNvSpPr txBox="1"/>
          <p:nvPr>
            <p:ph type="subTitle" idx="2"/>
          </p:nvPr>
        </p:nvSpPr>
        <p:spPr>
          <a:xfrm>
            <a:off x="726440" y="1748790"/>
            <a:ext cx="2741930" cy="10109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ce champ de 2 bits</a:t>
            </a:r>
            <a:r>
              <a:rPr lang="en-US" altLang="en-GB"/>
              <a:t>,</a:t>
            </a:r>
            <a:r>
              <a:rPr lang="en-GB"/>
              <a:t> permettra de prendre en compte les évolutions de version du standard 802.11. La valeur est égale à zéro </a:t>
            </a:r>
            <a:r>
              <a:rPr lang="en-US" altLang="en-GB"/>
              <a:t>(00) </a:t>
            </a:r>
            <a:r>
              <a:rPr lang="en-GB"/>
              <a:t>pour la première version</a:t>
            </a:r>
            <a:r>
              <a:rPr lang="en-US" altLang="en-GB"/>
              <a:t>.</a:t>
            </a:r>
            <a:endParaRPr lang="en-US" altLang="en-GB"/>
          </a:p>
        </p:txBody>
      </p:sp>
      <p:sp>
        <p:nvSpPr>
          <p:cNvPr id="1503" name="Google Shape;1503;p29"/>
          <p:cNvSpPr txBox="1"/>
          <p:nvPr>
            <p:ph type="subTitle" idx="3"/>
          </p:nvPr>
        </p:nvSpPr>
        <p:spPr>
          <a:xfrm>
            <a:off x="726350" y="1383735"/>
            <a:ext cx="2742000" cy="55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1400"/>
              <a:t>Version de protocole</a:t>
            </a:r>
            <a:endParaRPr lang="en-GB" sz="1400"/>
          </a:p>
        </p:txBody>
      </p:sp>
      <p:grpSp>
        <p:nvGrpSpPr>
          <p:cNvPr id="1504" name="Google Shape;1504;p29"/>
          <p:cNvGrpSpPr/>
          <p:nvPr/>
        </p:nvGrpSpPr>
        <p:grpSpPr>
          <a:xfrm>
            <a:off x="7471448" y="3582212"/>
            <a:ext cx="1155488" cy="930983"/>
            <a:chOff x="7225068" y="3582212"/>
            <a:chExt cx="1155488" cy="930983"/>
          </a:xfrm>
        </p:grpSpPr>
        <p:grpSp>
          <p:nvGrpSpPr>
            <p:cNvPr id="1505" name="Google Shape;1505;p29"/>
            <p:cNvGrpSpPr/>
            <p:nvPr/>
          </p:nvGrpSpPr>
          <p:grpSpPr>
            <a:xfrm>
              <a:off x="8190795" y="3582212"/>
              <a:ext cx="189761" cy="189761"/>
              <a:chOff x="5448853" y="3419595"/>
              <a:chExt cx="78736" cy="78736"/>
            </a:xfrm>
          </p:grpSpPr>
          <p:sp>
            <p:nvSpPr>
              <p:cNvPr id="1506" name="Google Shape;1506;p29"/>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7" name="Google Shape;1507;p29"/>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8" name="Google Shape;1508;p29"/>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9" name="Google Shape;1509;p29"/>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0" name="Google Shape;1510;p29"/>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1" name="Google Shape;1511;p29"/>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2" name="Google Shape;1512;p29"/>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3" name="Google Shape;1513;p29"/>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14" name="Google Shape;1514;p29"/>
            <p:cNvSpPr/>
            <p:nvPr/>
          </p:nvSpPr>
          <p:spPr>
            <a:xfrm>
              <a:off x="7225068" y="3624794"/>
              <a:ext cx="890332" cy="888400"/>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15" name="Google Shape;1515;p29"/>
          <p:cNvGrpSpPr/>
          <p:nvPr/>
        </p:nvGrpSpPr>
        <p:grpSpPr>
          <a:xfrm>
            <a:off x="7206313" y="2357479"/>
            <a:ext cx="1298848" cy="1015848"/>
            <a:chOff x="781983" y="2939892"/>
            <a:chExt cx="1298848" cy="1015848"/>
          </a:xfrm>
        </p:grpSpPr>
        <p:sp>
          <p:nvSpPr>
            <p:cNvPr id="1516" name="Google Shape;1516;p29"/>
            <p:cNvSpPr/>
            <p:nvPr/>
          </p:nvSpPr>
          <p:spPr>
            <a:xfrm>
              <a:off x="786411" y="3238660"/>
              <a:ext cx="998615" cy="71184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7" name="Google Shape;1517;p29"/>
            <p:cNvSpPr/>
            <p:nvPr/>
          </p:nvSpPr>
          <p:spPr>
            <a:xfrm>
              <a:off x="781983" y="3234151"/>
              <a:ext cx="1008276" cy="721589"/>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8" name="Google Shape;1518;p29"/>
            <p:cNvSpPr/>
            <p:nvPr/>
          </p:nvSpPr>
          <p:spPr>
            <a:xfrm>
              <a:off x="842445" y="3184880"/>
              <a:ext cx="998615" cy="120359"/>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9" name="Google Shape;1519;p29"/>
            <p:cNvSpPr/>
            <p:nvPr/>
          </p:nvSpPr>
          <p:spPr>
            <a:xfrm>
              <a:off x="837937" y="3180371"/>
              <a:ext cx="1007632" cy="129295"/>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0" name="Google Shape;1520;p29"/>
            <p:cNvSpPr/>
            <p:nvPr/>
          </p:nvSpPr>
          <p:spPr>
            <a:xfrm>
              <a:off x="950731" y="3219982"/>
              <a:ext cx="45648" cy="46372"/>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1" name="Google Shape;1521;p29"/>
            <p:cNvSpPr/>
            <p:nvPr/>
          </p:nvSpPr>
          <p:spPr>
            <a:xfrm>
              <a:off x="1022465" y="3219982"/>
              <a:ext cx="46372" cy="46372"/>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2" name="Google Shape;1522;p29"/>
            <p:cNvSpPr/>
            <p:nvPr/>
          </p:nvSpPr>
          <p:spPr>
            <a:xfrm>
              <a:off x="879077" y="3219982"/>
              <a:ext cx="46372" cy="46372"/>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3" name="Google Shape;1523;p29"/>
            <p:cNvSpPr/>
            <p:nvPr/>
          </p:nvSpPr>
          <p:spPr>
            <a:xfrm>
              <a:off x="841721" y="3305160"/>
              <a:ext cx="999340" cy="587061"/>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4" name="Google Shape;1524;p29"/>
            <p:cNvSpPr/>
            <p:nvPr/>
          </p:nvSpPr>
          <p:spPr>
            <a:xfrm>
              <a:off x="837212" y="3299927"/>
              <a:ext cx="1008356" cy="596802"/>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5" name="Google Shape;1525;p29"/>
            <p:cNvSpPr/>
            <p:nvPr/>
          </p:nvSpPr>
          <p:spPr>
            <a:xfrm>
              <a:off x="1256989" y="3442589"/>
              <a:ext cx="458571" cy="9017"/>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6" name="Google Shape;1526;p29"/>
            <p:cNvSpPr/>
            <p:nvPr/>
          </p:nvSpPr>
          <p:spPr>
            <a:xfrm>
              <a:off x="1256989" y="3510538"/>
              <a:ext cx="167375" cy="9741"/>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7" name="Google Shape;1527;p29"/>
            <p:cNvSpPr/>
            <p:nvPr/>
          </p:nvSpPr>
          <p:spPr>
            <a:xfrm>
              <a:off x="1479518" y="3510538"/>
              <a:ext cx="200947" cy="9741"/>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8" name="Google Shape;1528;p29"/>
            <p:cNvSpPr/>
            <p:nvPr/>
          </p:nvSpPr>
          <p:spPr>
            <a:xfrm>
              <a:off x="1256989" y="3717365"/>
              <a:ext cx="297314" cy="909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9" name="Google Shape;1529;p29"/>
            <p:cNvSpPr/>
            <p:nvPr/>
          </p:nvSpPr>
          <p:spPr>
            <a:xfrm>
              <a:off x="1256989" y="3582191"/>
              <a:ext cx="462355" cy="9822"/>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0" name="Google Shape;1530;p29"/>
            <p:cNvSpPr/>
            <p:nvPr/>
          </p:nvSpPr>
          <p:spPr>
            <a:xfrm>
              <a:off x="1256989" y="3650140"/>
              <a:ext cx="153125" cy="9822"/>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1" name="Google Shape;1531;p29"/>
            <p:cNvSpPr/>
            <p:nvPr/>
          </p:nvSpPr>
          <p:spPr>
            <a:xfrm>
              <a:off x="1444416" y="3650140"/>
              <a:ext cx="271149" cy="9822"/>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2" name="Google Shape;1532;p29"/>
            <p:cNvSpPr/>
            <p:nvPr/>
          </p:nvSpPr>
          <p:spPr>
            <a:xfrm>
              <a:off x="912650" y="3420127"/>
              <a:ext cx="298844" cy="298844"/>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3" name="Google Shape;1533;p29"/>
            <p:cNvSpPr/>
            <p:nvPr/>
          </p:nvSpPr>
          <p:spPr>
            <a:xfrm>
              <a:off x="908141" y="3415699"/>
              <a:ext cx="307780" cy="307780"/>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4" name="Google Shape;1534;p29"/>
            <p:cNvSpPr/>
            <p:nvPr/>
          </p:nvSpPr>
          <p:spPr>
            <a:xfrm>
              <a:off x="899929" y="3422381"/>
              <a:ext cx="298119" cy="298039"/>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5" name="Google Shape;1535;p29"/>
            <p:cNvSpPr/>
            <p:nvPr/>
          </p:nvSpPr>
          <p:spPr>
            <a:xfrm>
              <a:off x="895501" y="3417148"/>
              <a:ext cx="307780" cy="307780"/>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29"/>
            <p:cNvSpPr/>
            <p:nvPr/>
          </p:nvSpPr>
          <p:spPr>
            <a:xfrm>
              <a:off x="1098627" y="3444038"/>
              <a:ext cx="74791" cy="74791"/>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7" name="Google Shape;1537;p29"/>
            <p:cNvSpPr/>
            <p:nvPr/>
          </p:nvSpPr>
          <p:spPr>
            <a:xfrm>
              <a:off x="1094118" y="3438805"/>
              <a:ext cx="83728" cy="84452"/>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8" name="Google Shape;1538;p29"/>
            <p:cNvSpPr/>
            <p:nvPr/>
          </p:nvSpPr>
          <p:spPr>
            <a:xfrm>
              <a:off x="1539981" y="2967184"/>
              <a:ext cx="514684" cy="462677"/>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9" name="Google Shape;1539;p29"/>
            <p:cNvSpPr/>
            <p:nvPr/>
          </p:nvSpPr>
          <p:spPr>
            <a:xfrm>
              <a:off x="1560913" y="2962354"/>
              <a:ext cx="472096" cy="472096"/>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0" name="Google Shape;1540;p29"/>
            <p:cNvSpPr/>
            <p:nvPr/>
          </p:nvSpPr>
          <p:spPr>
            <a:xfrm>
              <a:off x="1555680" y="2944642"/>
              <a:ext cx="525150" cy="463079"/>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1" name="Google Shape;1541;p29"/>
            <p:cNvSpPr/>
            <p:nvPr/>
          </p:nvSpPr>
          <p:spPr>
            <a:xfrm>
              <a:off x="1581846" y="2939892"/>
              <a:ext cx="472096" cy="472096"/>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2" name="Google Shape;1542;p29"/>
            <p:cNvSpPr/>
            <p:nvPr/>
          </p:nvSpPr>
          <p:spPr>
            <a:xfrm>
              <a:off x="1655753" y="3061621"/>
              <a:ext cx="306331" cy="193540"/>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3" name="Google Shape;1543;p29"/>
            <p:cNvSpPr/>
            <p:nvPr/>
          </p:nvSpPr>
          <p:spPr>
            <a:xfrm>
              <a:off x="1650520" y="3057193"/>
              <a:ext cx="315992" cy="202476"/>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44" name="Google Shape;1544;p29"/>
          <p:cNvGrpSpPr/>
          <p:nvPr/>
        </p:nvGrpSpPr>
        <p:grpSpPr>
          <a:xfrm>
            <a:off x="6660677" y="1204526"/>
            <a:ext cx="1469314" cy="944106"/>
            <a:chOff x="5423018" y="1213448"/>
            <a:chExt cx="1203665" cy="773414"/>
          </a:xfrm>
        </p:grpSpPr>
        <p:sp>
          <p:nvSpPr>
            <p:cNvPr id="1545" name="Google Shape;1545;p29"/>
            <p:cNvSpPr/>
            <p:nvPr/>
          </p:nvSpPr>
          <p:spPr>
            <a:xfrm>
              <a:off x="6505138" y="1371577"/>
              <a:ext cx="121545" cy="121073"/>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6" name="Google Shape;1546;p29"/>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7" name="Google Shape;1547;p29"/>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8" name="Google Shape;1548;p29"/>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9" name="Google Shape;1549;p29"/>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0" name="Google Shape;1550;p29"/>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1" name="Google Shape;1551;p29"/>
            <p:cNvSpPr/>
            <p:nvPr/>
          </p:nvSpPr>
          <p:spPr>
            <a:xfrm>
              <a:off x="5442194" y="1567291"/>
              <a:ext cx="33985" cy="33159"/>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2" name="Google Shape;1552;p29"/>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3" name="Google Shape;1553;p29"/>
            <p:cNvSpPr/>
            <p:nvPr/>
          </p:nvSpPr>
          <p:spPr>
            <a:xfrm>
              <a:off x="5509517" y="1499968"/>
              <a:ext cx="33985" cy="33159"/>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4" name="Google Shape;1554;p29"/>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5" name="Google Shape;1555;p29"/>
            <p:cNvSpPr/>
            <p:nvPr/>
          </p:nvSpPr>
          <p:spPr>
            <a:xfrm>
              <a:off x="5442194" y="1499968"/>
              <a:ext cx="33985" cy="33159"/>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6" name="Google Shape;1556;p29"/>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7" name="Google Shape;1557;p29"/>
            <p:cNvSpPr/>
            <p:nvPr/>
          </p:nvSpPr>
          <p:spPr>
            <a:xfrm>
              <a:off x="5509517" y="1567291"/>
              <a:ext cx="33985" cy="33159"/>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8" name="Google Shape;1558;p29"/>
            <p:cNvSpPr/>
            <p:nvPr/>
          </p:nvSpPr>
          <p:spPr>
            <a:xfrm>
              <a:off x="6401705" y="1879536"/>
              <a:ext cx="52571" cy="52040"/>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9" name="Google Shape;1559;p29"/>
            <p:cNvSpPr/>
            <p:nvPr/>
          </p:nvSpPr>
          <p:spPr>
            <a:xfrm>
              <a:off x="5649591" y="1243540"/>
              <a:ext cx="33454" cy="32864"/>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0" name="Google Shape;1560;p29"/>
            <p:cNvSpPr/>
            <p:nvPr/>
          </p:nvSpPr>
          <p:spPr>
            <a:xfrm>
              <a:off x="5647408" y="1634318"/>
              <a:ext cx="784969" cy="105142"/>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1" name="Google Shape;1561;p29"/>
            <p:cNvSpPr/>
            <p:nvPr/>
          </p:nvSpPr>
          <p:spPr>
            <a:xfrm>
              <a:off x="5644163" y="1630483"/>
              <a:ext cx="791519" cy="112282"/>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2" name="Google Shape;1562;p29"/>
            <p:cNvSpPr/>
            <p:nvPr/>
          </p:nvSpPr>
          <p:spPr>
            <a:xfrm>
              <a:off x="5783174" y="1797993"/>
              <a:ext cx="513499"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3" name="Google Shape;1563;p29"/>
            <p:cNvSpPr/>
            <p:nvPr/>
          </p:nvSpPr>
          <p:spPr>
            <a:xfrm>
              <a:off x="5779870" y="1794689"/>
              <a:ext cx="520048" cy="67971"/>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4" name="Google Shape;1564;p29"/>
            <p:cNvSpPr/>
            <p:nvPr/>
          </p:nvSpPr>
          <p:spPr>
            <a:xfrm>
              <a:off x="5918351" y="1908565"/>
              <a:ext cx="243090" cy="75051"/>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5" name="Google Shape;1565;p29"/>
            <p:cNvSpPr/>
            <p:nvPr/>
          </p:nvSpPr>
          <p:spPr>
            <a:xfrm>
              <a:off x="5915106" y="1904730"/>
              <a:ext cx="249640" cy="82131"/>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6" name="Google Shape;1566;p29"/>
            <p:cNvSpPr/>
            <p:nvPr/>
          </p:nvSpPr>
          <p:spPr>
            <a:xfrm>
              <a:off x="5656199" y="1614611"/>
              <a:ext cx="784969" cy="105142"/>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7" name="Google Shape;1567;p29"/>
            <p:cNvSpPr/>
            <p:nvPr/>
          </p:nvSpPr>
          <p:spPr>
            <a:xfrm>
              <a:off x="5652895" y="1611366"/>
              <a:ext cx="792109" cy="112223"/>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8" name="Google Shape;1568;p29"/>
            <p:cNvSpPr/>
            <p:nvPr/>
          </p:nvSpPr>
          <p:spPr>
            <a:xfrm>
              <a:off x="5742698" y="1644172"/>
              <a:ext cx="607608"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9" name="Google Shape;1569;p29"/>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0" name="Google Shape;1570;p29"/>
            <p:cNvSpPr/>
            <p:nvPr/>
          </p:nvSpPr>
          <p:spPr>
            <a:xfrm>
              <a:off x="5788662" y="1775572"/>
              <a:ext cx="520048" cy="67912"/>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1" name="Google Shape;1571;p29"/>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2" name="Google Shape;1572;p29"/>
            <p:cNvSpPr/>
            <p:nvPr/>
          </p:nvSpPr>
          <p:spPr>
            <a:xfrm>
              <a:off x="5953399" y="1795810"/>
              <a:ext cx="27436" cy="27436"/>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3" name="Google Shape;1573;p29"/>
            <p:cNvSpPr/>
            <p:nvPr/>
          </p:nvSpPr>
          <p:spPr>
            <a:xfrm>
              <a:off x="6006502" y="1795810"/>
              <a:ext cx="27436" cy="27436"/>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4" name="Google Shape;1574;p29"/>
            <p:cNvSpPr/>
            <p:nvPr/>
          </p:nvSpPr>
          <p:spPr>
            <a:xfrm>
              <a:off x="6063440" y="1795810"/>
              <a:ext cx="27377" cy="27436"/>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5" name="Google Shape;1575;p29"/>
            <p:cNvSpPr/>
            <p:nvPr/>
          </p:nvSpPr>
          <p:spPr>
            <a:xfrm>
              <a:off x="6118136"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6" name="Google Shape;1576;p29"/>
            <p:cNvSpPr/>
            <p:nvPr/>
          </p:nvSpPr>
          <p:spPr>
            <a:xfrm>
              <a:off x="6175074" y="1795810"/>
              <a:ext cx="27436" cy="27436"/>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7" name="Google Shape;1577;p29"/>
            <p:cNvSpPr/>
            <p:nvPr/>
          </p:nvSpPr>
          <p:spPr>
            <a:xfrm>
              <a:off x="5860882" y="1237521"/>
              <a:ext cx="328467" cy="328998"/>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8" name="Google Shape;1578;p29"/>
            <p:cNvSpPr/>
            <p:nvPr/>
          </p:nvSpPr>
          <p:spPr>
            <a:xfrm>
              <a:off x="5857046" y="1234217"/>
              <a:ext cx="335606" cy="335606"/>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9" name="Google Shape;1579;p29"/>
            <p:cNvSpPr/>
            <p:nvPr/>
          </p:nvSpPr>
          <p:spPr>
            <a:xfrm>
              <a:off x="5884424" y="1216693"/>
              <a:ext cx="328998" cy="328998"/>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0" name="Google Shape;1580;p29"/>
            <p:cNvSpPr/>
            <p:nvPr/>
          </p:nvSpPr>
          <p:spPr>
            <a:xfrm>
              <a:off x="5881179" y="1213448"/>
              <a:ext cx="335547" cy="335547"/>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1" name="Google Shape;1581;p29"/>
            <p:cNvSpPr/>
            <p:nvPr/>
          </p:nvSpPr>
          <p:spPr>
            <a:xfrm>
              <a:off x="5975820" y="1391284"/>
              <a:ext cx="146208" cy="73104"/>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2" name="Google Shape;1582;p29"/>
            <p:cNvSpPr/>
            <p:nvPr/>
          </p:nvSpPr>
          <p:spPr>
            <a:xfrm>
              <a:off x="5972575" y="1387508"/>
              <a:ext cx="152757" cy="80479"/>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3" name="Google Shape;1583;p29"/>
            <p:cNvSpPr/>
            <p:nvPr/>
          </p:nvSpPr>
          <p:spPr>
            <a:xfrm>
              <a:off x="6007564" y="1298236"/>
              <a:ext cx="83253" cy="82722"/>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4" name="Google Shape;1584;p29"/>
            <p:cNvSpPr/>
            <p:nvPr/>
          </p:nvSpPr>
          <p:spPr>
            <a:xfrm>
              <a:off x="6004318" y="1294401"/>
              <a:ext cx="89802" cy="89861"/>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5" name="Google Shape;1585;p29"/>
            <p:cNvSpPr/>
            <p:nvPr/>
          </p:nvSpPr>
          <p:spPr>
            <a:xfrm>
              <a:off x="5927673" y="1888858"/>
              <a:ext cx="242559" cy="75582"/>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6" name="Google Shape;1586;p29"/>
            <p:cNvSpPr/>
            <p:nvPr/>
          </p:nvSpPr>
          <p:spPr>
            <a:xfrm>
              <a:off x="5924369" y="1885554"/>
              <a:ext cx="249109" cy="82190"/>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929" name="Google Shape;1929;p37"/>
          <p:cNvCxnSpPr/>
          <p:nvPr/>
        </p:nvCxnSpPr>
        <p:spPr>
          <a:xfrm>
            <a:off x="3650615" y="1541145"/>
            <a:ext cx="13335" cy="3098165"/>
          </a:xfrm>
          <a:prstGeom prst="straightConnector1">
            <a:avLst/>
          </a:prstGeom>
          <a:noFill/>
          <a:ln w="9525" cap="flat" cmpd="sng">
            <a:solidFill>
              <a:schemeClr val="dk1"/>
            </a:solidFill>
            <a:prstDash val="solid"/>
            <a:round/>
            <a:headEnd type="none" w="med" len="med"/>
            <a:tailEnd type="none" w="med" len="med"/>
          </a:ln>
        </p:spPr>
      </p:cxnSp>
      <p:cxnSp>
        <p:nvCxnSpPr>
          <p:cNvPr id="5" name="Google Shape;1929;p37"/>
          <p:cNvCxnSpPr/>
          <p:nvPr/>
        </p:nvCxnSpPr>
        <p:spPr>
          <a:xfrm>
            <a:off x="1235720" y="2876110"/>
            <a:ext cx="1787400" cy="0"/>
          </a:xfrm>
          <a:prstGeom prst="straightConnector1">
            <a:avLst/>
          </a:prstGeom>
          <a:noFill/>
          <a:ln w="9525" cap="flat" cmpd="sng">
            <a:solidFill>
              <a:schemeClr val="dk1"/>
            </a:solidFill>
            <a:prstDash val="solid"/>
            <a:round/>
            <a:headEnd type="none" w="med" len="med"/>
            <a:tailEnd type="none" w="med" len="med"/>
          </a:ln>
        </p:spPr>
      </p:cxnSp>
      <p:cxnSp>
        <p:nvCxnSpPr>
          <p:cNvPr id="6" name="Google Shape;1929;p37"/>
          <p:cNvCxnSpPr/>
          <p:nvPr/>
        </p:nvCxnSpPr>
        <p:spPr>
          <a:xfrm>
            <a:off x="4382145" y="2714820"/>
            <a:ext cx="1787400" cy="0"/>
          </a:xfrm>
          <a:prstGeom prst="straightConnector1">
            <a:avLst/>
          </a:prstGeom>
          <a:noFill/>
          <a:ln w="9525" cap="flat" cmpd="sng">
            <a:solidFill>
              <a:schemeClr val="dk1"/>
            </a:solidFill>
            <a:prstDash val="solid"/>
            <a:round/>
            <a:headEnd type="none" w="med" len="med"/>
            <a:tailEnd type="none" w="med" len="med"/>
          </a:ln>
        </p:spPr>
      </p:cxnSp>
      <p:sp>
        <p:nvSpPr>
          <p:cNvPr id="10" name="Google Shape;1501;p29"/>
          <p:cNvSpPr txBox="1"/>
          <p:nvPr/>
        </p:nvSpPr>
        <p:spPr>
          <a:xfrm>
            <a:off x="3905250" y="3084195"/>
            <a:ext cx="2741930" cy="166497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9pPr>
          </a:lstStyle>
          <a:p>
            <a:pPr marL="0" lvl="0" indent="0" algn="l" rtl="0">
              <a:spcBef>
                <a:spcPts val="0"/>
              </a:spcBef>
              <a:spcAft>
                <a:spcPts val="0"/>
              </a:spcAft>
              <a:buNone/>
            </a:pPr>
            <a:r>
              <a:t>ce débit est mis à 1 lorsque la trame est adressée au Point d'Accès pour qu'il la fasse suivre au DS (Distribution System). Le bit est à </a:t>
            </a:r>
            <a:r>
              <a:rPr lang="en-US"/>
              <a:t>0</a:t>
            </a:r>
            <a:r>
              <a:t> dans toutes autres trames</a:t>
            </a:r>
            <a:r>
              <a:rPr lang="en-US"/>
              <a:t>.</a:t>
            </a:r>
            <a:endParaRPr lang="en-US"/>
          </a:p>
        </p:txBody>
      </p:sp>
      <p:sp>
        <p:nvSpPr>
          <p:cNvPr id="13" name="Google Shape;1503;p29"/>
          <p:cNvSpPr txBox="1"/>
          <p:nvPr/>
        </p:nvSpPr>
        <p:spPr>
          <a:xfrm>
            <a:off x="3919130" y="1391990"/>
            <a:ext cx="2742000" cy="558900"/>
          </a:xfrm>
          <a:prstGeom prst="rect">
            <a:avLst/>
          </a:prstGeom>
          <a:noFill/>
          <a:ln>
            <a:noFill/>
          </a:ln>
        </p:spPr>
        <p:txBody>
          <a:bodyPr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lvl="0" indent="0" algn="l" rtl="0">
              <a:spcBef>
                <a:spcPts val="0"/>
              </a:spcBef>
              <a:spcAft>
                <a:spcPts val="0"/>
              </a:spcAft>
              <a:buNone/>
            </a:pPr>
            <a:r>
              <a:rPr lang="en-GB" sz="1400"/>
              <a:t>Sous-type</a:t>
            </a:r>
            <a:endParaRPr lang="en-GB" sz="1400"/>
          </a:p>
        </p:txBody>
      </p:sp>
      <p:sp>
        <p:nvSpPr>
          <p:cNvPr id="15" name="Google Shape;1499;p29"/>
          <p:cNvSpPr txBox="1"/>
          <p:nvPr/>
        </p:nvSpPr>
        <p:spPr>
          <a:xfrm>
            <a:off x="3905250" y="2867660"/>
            <a:ext cx="2741930" cy="365125"/>
          </a:xfrm>
          <a:prstGeom prst="rect">
            <a:avLst/>
          </a:prstGeom>
          <a:noFill/>
          <a:ln>
            <a:noFill/>
          </a:ln>
        </p:spPr>
        <p:txBody>
          <a:bodyPr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lvl="0" indent="0" algn="l" rtl="0">
              <a:spcBef>
                <a:spcPts val="0"/>
              </a:spcBef>
              <a:spcAft>
                <a:spcPts val="0"/>
              </a:spcAft>
              <a:buNone/>
            </a:pPr>
            <a:r>
              <a:rPr lang="en-US" altLang="en-GB" sz="1400"/>
              <a:t>ToDS</a:t>
            </a:r>
            <a:endParaRPr lang="en-US" altLang="en-GB" sz="1400"/>
          </a:p>
        </p:txBody>
      </p:sp>
      <p:sp>
        <p:nvSpPr>
          <p:cNvPr id="17" name="Text Box 16"/>
          <p:cNvSpPr txBox="1"/>
          <p:nvPr/>
        </p:nvSpPr>
        <p:spPr>
          <a:xfrm>
            <a:off x="408305" y="1125220"/>
            <a:ext cx="6341745" cy="337185"/>
          </a:xfrm>
          <a:prstGeom prst="rect">
            <a:avLst/>
          </a:prstGeom>
          <a:noFill/>
        </p:spPr>
        <p:txBody>
          <a:bodyPr wrap="none" rtlCol="0">
            <a:spAutoFit/>
          </a:bodyPr>
          <a:p>
            <a:pPr algn="l"/>
            <a:r>
              <a:rPr lang="en-US" sz="1600" b="1"/>
              <a:t>1- Contrôle de trame: </a:t>
            </a:r>
            <a:r>
              <a:rPr lang="en-US" sz="1200">
                <a:latin typeface="Open Sans" charset="0"/>
                <a:cs typeface="Open Sans" charset="0"/>
              </a:rPr>
              <a:t> ce champ de 2 bytes, contient les informations suivantes :</a:t>
            </a:r>
            <a:r>
              <a:rPr lang="en-US" sz="1200" b="1">
                <a:latin typeface="Open Sans" charset="0"/>
                <a:cs typeface="Open Sans" charset="0"/>
              </a:rPr>
              <a:t> </a:t>
            </a:r>
            <a:endParaRPr lang="en-US" sz="1200" b="1">
              <a:latin typeface="Open Sans" charset="0"/>
              <a:cs typeface="Open Sans" charset="0"/>
            </a:endParaRPr>
          </a:p>
        </p:txBody>
      </p:sp>
      <p:sp>
        <p:nvSpPr>
          <p:cNvPr id="18" name="Google Shape;1502;p29"/>
          <p:cNvSpPr txBox="1"/>
          <p:nvPr/>
        </p:nvSpPr>
        <p:spPr>
          <a:xfrm>
            <a:off x="3918585" y="1737360"/>
            <a:ext cx="2742565" cy="82550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9pPr>
          </a:lstStyle>
          <a:p>
            <a:pPr marL="0" lvl="0" indent="0" algn="l" rtl="0">
              <a:spcBef>
                <a:spcPts val="0"/>
              </a:spcBef>
              <a:spcAft>
                <a:spcPts val="0"/>
              </a:spcAft>
              <a:buNone/>
            </a:pPr>
            <a:r>
              <a:rPr lang="en-GB"/>
              <a:t>ce champ</a:t>
            </a:r>
            <a:r>
              <a:rPr lang="en-US" altLang="en-GB"/>
              <a:t> </a:t>
            </a:r>
            <a:r>
              <a:rPr lang="en-GB"/>
              <a:t>de</a:t>
            </a:r>
            <a:r>
              <a:rPr lang="en-US" altLang="en-GB"/>
              <a:t> </a:t>
            </a:r>
            <a:r>
              <a:rPr lang="en-GB"/>
              <a:t>4 bits, définisse</a:t>
            </a:r>
            <a:r>
              <a:rPr lang="en-US" altLang="en-GB"/>
              <a:t> </a:t>
            </a:r>
            <a:r>
              <a:rPr lang="en-GB"/>
              <a:t>le sous-type de trame</a:t>
            </a:r>
            <a:r>
              <a:rPr lang="en-US" altLang="en-GB"/>
              <a:t>. Dans notre </a:t>
            </a:r>
            <a:r>
              <a:rPr lang="en-GB">
                <a:sym typeface="+mn-ea"/>
              </a:rPr>
              <a:t>schéma </a:t>
            </a:r>
            <a:r>
              <a:rPr lang="en-US" altLang="en-GB">
                <a:sym typeface="+mn-ea"/>
              </a:rPr>
              <a:t>la valeur </a:t>
            </a:r>
            <a:r>
              <a:rPr lang="fr-FR" dirty="0">
                <a:sym typeface="+mn-ea"/>
              </a:rPr>
              <a:t>1111 </a:t>
            </a:r>
            <a:r>
              <a:rPr lang="en-US" altLang="fr-FR" dirty="0">
                <a:sym typeface="+mn-ea"/>
              </a:rPr>
              <a:t>est </a:t>
            </a:r>
            <a:r>
              <a:rPr lang="fr-FR" dirty="0">
                <a:sym typeface="+mn-ea"/>
              </a:rPr>
              <a:t>pour </a:t>
            </a:r>
            <a:r>
              <a:rPr lang="en-US" altLang="fr-FR" dirty="0">
                <a:sym typeface="+mn-ea"/>
              </a:rPr>
              <a:t>le sous-type </a:t>
            </a:r>
            <a:r>
              <a:rPr lang="en-US" altLang="en-GB">
                <a:sym typeface="+mn-ea"/>
              </a:rPr>
              <a:t>cf-end + cf-ack.</a:t>
            </a:r>
            <a:endParaRPr lang="en-US" altLang="en-GB">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498" name="Shape 1498"/>
        <p:cNvGrpSpPr/>
        <p:nvPr/>
      </p:nvGrpSpPr>
      <p:grpSpPr>
        <a:xfrm>
          <a:off x="0" y="0"/>
          <a:ext cx="0" cy="0"/>
          <a:chOff x="0" y="0"/>
          <a:chExt cx="0" cy="0"/>
        </a:xfrm>
      </p:grpSpPr>
      <p:sp>
        <p:nvSpPr>
          <p:cNvPr id="1499" name="Google Shape;1499;p29"/>
          <p:cNvSpPr txBox="1"/>
          <p:nvPr>
            <p:ph type="subTitle" idx="4"/>
          </p:nvPr>
        </p:nvSpPr>
        <p:spPr>
          <a:xfrm>
            <a:off x="735330" y="2334895"/>
            <a:ext cx="2787650" cy="36639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ltLang="en-GB" sz="1400"/>
              <a:t>More Fragments </a:t>
            </a:r>
            <a:endParaRPr lang="en-US" altLang="en-GB" sz="1400"/>
          </a:p>
        </p:txBody>
      </p:sp>
      <p:sp>
        <p:nvSpPr>
          <p:cNvPr id="1501" name="Google Shape;1501;p29"/>
          <p:cNvSpPr txBox="1"/>
          <p:nvPr>
            <p:ph type="subTitle" idx="1"/>
          </p:nvPr>
        </p:nvSpPr>
        <p:spPr>
          <a:xfrm>
            <a:off x="737870" y="2515235"/>
            <a:ext cx="2787650" cy="68707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ce bit est mis à 1 quand il y a d'autres fragments qui suivent le fragment en cours</a:t>
            </a:r>
            <a:r>
              <a:rPr lang="en-US"/>
              <a:t>.</a:t>
            </a:r>
            <a:endParaRPr lang="en-US"/>
          </a:p>
        </p:txBody>
      </p:sp>
      <p:sp>
        <p:nvSpPr>
          <p:cNvPr id="1502" name="Google Shape;1502;p29"/>
          <p:cNvSpPr txBox="1"/>
          <p:nvPr>
            <p:ph type="subTitle" idx="2"/>
          </p:nvPr>
        </p:nvSpPr>
        <p:spPr>
          <a:xfrm>
            <a:off x="726440" y="745490"/>
            <a:ext cx="2741930" cy="13989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ce bit vaut 1 lorsque la trame provient du système de distribution (DS), il vaut zéro dans les autres cas. Ainsi, lorsque les deux champs To et From sont positionnés à zéro il s'agit d'une communication directe entre deux stations (mode ad hoc)</a:t>
            </a:r>
            <a:r>
              <a:rPr lang="en-US"/>
              <a:t>.</a:t>
            </a:r>
            <a:endParaRPr lang="en-US"/>
          </a:p>
        </p:txBody>
      </p:sp>
      <p:sp>
        <p:nvSpPr>
          <p:cNvPr id="1503" name="Google Shape;1503;p29"/>
          <p:cNvSpPr txBox="1"/>
          <p:nvPr>
            <p:ph type="subTitle" idx="3"/>
          </p:nvPr>
        </p:nvSpPr>
        <p:spPr>
          <a:xfrm>
            <a:off x="726350" y="297250"/>
            <a:ext cx="2742000" cy="55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1400"/>
              <a:t>FromDS</a:t>
            </a:r>
            <a:endParaRPr lang="en-GB" sz="1400"/>
          </a:p>
        </p:txBody>
      </p:sp>
      <p:grpSp>
        <p:nvGrpSpPr>
          <p:cNvPr id="1504" name="Google Shape;1504;p29"/>
          <p:cNvGrpSpPr/>
          <p:nvPr/>
        </p:nvGrpSpPr>
        <p:grpSpPr>
          <a:xfrm>
            <a:off x="7471448" y="3582212"/>
            <a:ext cx="1155488" cy="930983"/>
            <a:chOff x="7225068" y="3582212"/>
            <a:chExt cx="1155488" cy="930983"/>
          </a:xfrm>
        </p:grpSpPr>
        <p:grpSp>
          <p:nvGrpSpPr>
            <p:cNvPr id="1505" name="Google Shape;1505;p29"/>
            <p:cNvGrpSpPr/>
            <p:nvPr/>
          </p:nvGrpSpPr>
          <p:grpSpPr>
            <a:xfrm>
              <a:off x="8190795" y="3582212"/>
              <a:ext cx="189761" cy="189761"/>
              <a:chOff x="5448853" y="3419595"/>
              <a:chExt cx="78736" cy="78736"/>
            </a:xfrm>
          </p:grpSpPr>
          <p:sp>
            <p:nvSpPr>
              <p:cNvPr id="1506" name="Google Shape;1506;p29"/>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7" name="Google Shape;1507;p29"/>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8" name="Google Shape;1508;p29"/>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9" name="Google Shape;1509;p29"/>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0" name="Google Shape;1510;p29"/>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1" name="Google Shape;1511;p29"/>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2" name="Google Shape;1512;p29"/>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3" name="Google Shape;1513;p29"/>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14" name="Google Shape;1514;p29"/>
            <p:cNvSpPr/>
            <p:nvPr/>
          </p:nvSpPr>
          <p:spPr>
            <a:xfrm>
              <a:off x="7225068" y="3624794"/>
              <a:ext cx="890332" cy="888400"/>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15" name="Google Shape;1515;p29"/>
          <p:cNvGrpSpPr/>
          <p:nvPr/>
        </p:nvGrpSpPr>
        <p:grpSpPr>
          <a:xfrm>
            <a:off x="7206313" y="2357479"/>
            <a:ext cx="1298848" cy="1015848"/>
            <a:chOff x="781983" y="2939892"/>
            <a:chExt cx="1298848" cy="1015848"/>
          </a:xfrm>
        </p:grpSpPr>
        <p:sp>
          <p:nvSpPr>
            <p:cNvPr id="1516" name="Google Shape;1516;p29"/>
            <p:cNvSpPr/>
            <p:nvPr/>
          </p:nvSpPr>
          <p:spPr>
            <a:xfrm>
              <a:off x="786411" y="3238660"/>
              <a:ext cx="998615" cy="71184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7" name="Google Shape;1517;p29"/>
            <p:cNvSpPr/>
            <p:nvPr/>
          </p:nvSpPr>
          <p:spPr>
            <a:xfrm>
              <a:off x="781983" y="3234151"/>
              <a:ext cx="1008276" cy="721589"/>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8" name="Google Shape;1518;p29"/>
            <p:cNvSpPr/>
            <p:nvPr/>
          </p:nvSpPr>
          <p:spPr>
            <a:xfrm>
              <a:off x="842445" y="3184880"/>
              <a:ext cx="998615" cy="120359"/>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9" name="Google Shape;1519;p29"/>
            <p:cNvSpPr/>
            <p:nvPr/>
          </p:nvSpPr>
          <p:spPr>
            <a:xfrm>
              <a:off x="837937" y="3180371"/>
              <a:ext cx="1007632" cy="129295"/>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0" name="Google Shape;1520;p29"/>
            <p:cNvSpPr/>
            <p:nvPr/>
          </p:nvSpPr>
          <p:spPr>
            <a:xfrm>
              <a:off x="950731" y="3219982"/>
              <a:ext cx="45648" cy="46372"/>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1" name="Google Shape;1521;p29"/>
            <p:cNvSpPr/>
            <p:nvPr/>
          </p:nvSpPr>
          <p:spPr>
            <a:xfrm>
              <a:off x="1022465" y="3219982"/>
              <a:ext cx="46372" cy="46372"/>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2" name="Google Shape;1522;p29"/>
            <p:cNvSpPr/>
            <p:nvPr/>
          </p:nvSpPr>
          <p:spPr>
            <a:xfrm>
              <a:off x="879077" y="3219982"/>
              <a:ext cx="46372" cy="46372"/>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3" name="Google Shape;1523;p29"/>
            <p:cNvSpPr/>
            <p:nvPr/>
          </p:nvSpPr>
          <p:spPr>
            <a:xfrm>
              <a:off x="841721" y="3305160"/>
              <a:ext cx="999340" cy="587061"/>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4" name="Google Shape;1524;p29"/>
            <p:cNvSpPr/>
            <p:nvPr/>
          </p:nvSpPr>
          <p:spPr>
            <a:xfrm>
              <a:off x="837212" y="3299927"/>
              <a:ext cx="1008356" cy="596802"/>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5" name="Google Shape;1525;p29"/>
            <p:cNvSpPr/>
            <p:nvPr/>
          </p:nvSpPr>
          <p:spPr>
            <a:xfrm>
              <a:off x="1256989" y="3442589"/>
              <a:ext cx="458571" cy="9017"/>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6" name="Google Shape;1526;p29"/>
            <p:cNvSpPr/>
            <p:nvPr/>
          </p:nvSpPr>
          <p:spPr>
            <a:xfrm>
              <a:off x="1256989" y="3510538"/>
              <a:ext cx="167375" cy="9741"/>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7" name="Google Shape;1527;p29"/>
            <p:cNvSpPr/>
            <p:nvPr/>
          </p:nvSpPr>
          <p:spPr>
            <a:xfrm>
              <a:off x="1479518" y="3510538"/>
              <a:ext cx="200947" cy="9741"/>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8" name="Google Shape;1528;p29"/>
            <p:cNvSpPr/>
            <p:nvPr/>
          </p:nvSpPr>
          <p:spPr>
            <a:xfrm>
              <a:off x="1256989" y="3717365"/>
              <a:ext cx="297314" cy="909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9" name="Google Shape;1529;p29"/>
            <p:cNvSpPr/>
            <p:nvPr/>
          </p:nvSpPr>
          <p:spPr>
            <a:xfrm>
              <a:off x="1256989" y="3582191"/>
              <a:ext cx="462355" cy="9822"/>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0" name="Google Shape;1530;p29"/>
            <p:cNvSpPr/>
            <p:nvPr/>
          </p:nvSpPr>
          <p:spPr>
            <a:xfrm>
              <a:off x="1256989" y="3650140"/>
              <a:ext cx="153125" cy="9822"/>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1" name="Google Shape;1531;p29"/>
            <p:cNvSpPr/>
            <p:nvPr/>
          </p:nvSpPr>
          <p:spPr>
            <a:xfrm>
              <a:off x="1444416" y="3650140"/>
              <a:ext cx="271149" cy="9822"/>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2" name="Google Shape;1532;p29"/>
            <p:cNvSpPr/>
            <p:nvPr/>
          </p:nvSpPr>
          <p:spPr>
            <a:xfrm>
              <a:off x="912650" y="3420127"/>
              <a:ext cx="298844" cy="298844"/>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3" name="Google Shape;1533;p29"/>
            <p:cNvSpPr/>
            <p:nvPr/>
          </p:nvSpPr>
          <p:spPr>
            <a:xfrm>
              <a:off x="908141" y="3415699"/>
              <a:ext cx="307780" cy="307780"/>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4" name="Google Shape;1534;p29"/>
            <p:cNvSpPr/>
            <p:nvPr/>
          </p:nvSpPr>
          <p:spPr>
            <a:xfrm>
              <a:off x="899929" y="3422381"/>
              <a:ext cx="298119" cy="298039"/>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5" name="Google Shape;1535;p29"/>
            <p:cNvSpPr/>
            <p:nvPr/>
          </p:nvSpPr>
          <p:spPr>
            <a:xfrm>
              <a:off x="895501" y="3417148"/>
              <a:ext cx="307780" cy="307780"/>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29"/>
            <p:cNvSpPr/>
            <p:nvPr/>
          </p:nvSpPr>
          <p:spPr>
            <a:xfrm>
              <a:off x="1098627" y="3444038"/>
              <a:ext cx="74791" cy="74791"/>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7" name="Google Shape;1537;p29"/>
            <p:cNvSpPr/>
            <p:nvPr/>
          </p:nvSpPr>
          <p:spPr>
            <a:xfrm>
              <a:off x="1094118" y="3438805"/>
              <a:ext cx="83728" cy="84452"/>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8" name="Google Shape;1538;p29"/>
            <p:cNvSpPr/>
            <p:nvPr/>
          </p:nvSpPr>
          <p:spPr>
            <a:xfrm>
              <a:off x="1539981" y="2967184"/>
              <a:ext cx="514684" cy="462677"/>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9" name="Google Shape;1539;p29"/>
            <p:cNvSpPr/>
            <p:nvPr/>
          </p:nvSpPr>
          <p:spPr>
            <a:xfrm>
              <a:off x="1560913" y="2962354"/>
              <a:ext cx="472096" cy="472096"/>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0" name="Google Shape;1540;p29"/>
            <p:cNvSpPr/>
            <p:nvPr/>
          </p:nvSpPr>
          <p:spPr>
            <a:xfrm>
              <a:off x="1555680" y="2944642"/>
              <a:ext cx="525150" cy="463079"/>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1" name="Google Shape;1541;p29"/>
            <p:cNvSpPr/>
            <p:nvPr/>
          </p:nvSpPr>
          <p:spPr>
            <a:xfrm>
              <a:off x="1581846" y="2939892"/>
              <a:ext cx="472096" cy="472096"/>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2" name="Google Shape;1542;p29"/>
            <p:cNvSpPr/>
            <p:nvPr/>
          </p:nvSpPr>
          <p:spPr>
            <a:xfrm>
              <a:off x="1655753" y="3061621"/>
              <a:ext cx="306331" cy="193540"/>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3" name="Google Shape;1543;p29"/>
            <p:cNvSpPr/>
            <p:nvPr/>
          </p:nvSpPr>
          <p:spPr>
            <a:xfrm>
              <a:off x="1650520" y="3057193"/>
              <a:ext cx="315992" cy="202476"/>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44" name="Google Shape;1544;p29"/>
          <p:cNvGrpSpPr/>
          <p:nvPr/>
        </p:nvGrpSpPr>
        <p:grpSpPr>
          <a:xfrm>
            <a:off x="6660677" y="1204526"/>
            <a:ext cx="1469314" cy="944106"/>
            <a:chOff x="5423018" y="1213448"/>
            <a:chExt cx="1203665" cy="773414"/>
          </a:xfrm>
        </p:grpSpPr>
        <p:sp>
          <p:nvSpPr>
            <p:cNvPr id="1545" name="Google Shape;1545;p29"/>
            <p:cNvSpPr/>
            <p:nvPr/>
          </p:nvSpPr>
          <p:spPr>
            <a:xfrm>
              <a:off x="6505138" y="1371577"/>
              <a:ext cx="121545" cy="121073"/>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6" name="Google Shape;1546;p29"/>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7" name="Google Shape;1547;p29"/>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8" name="Google Shape;1548;p29"/>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9" name="Google Shape;1549;p29"/>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0" name="Google Shape;1550;p29"/>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1" name="Google Shape;1551;p29"/>
            <p:cNvSpPr/>
            <p:nvPr/>
          </p:nvSpPr>
          <p:spPr>
            <a:xfrm>
              <a:off x="5442194" y="1567291"/>
              <a:ext cx="33985" cy="33159"/>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2" name="Google Shape;1552;p29"/>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3" name="Google Shape;1553;p29"/>
            <p:cNvSpPr/>
            <p:nvPr/>
          </p:nvSpPr>
          <p:spPr>
            <a:xfrm>
              <a:off x="5509517" y="1499968"/>
              <a:ext cx="33985" cy="33159"/>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4" name="Google Shape;1554;p29"/>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5" name="Google Shape;1555;p29"/>
            <p:cNvSpPr/>
            <p:nvPr/>
          </p:nvSpPr>
          <p:spPr>
            <a:xfrm>
              <a:off x="5442194" y="1499968"/>
              <a:ext cx="33985" cy="33159"/>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6" name="Google Shape;1556;p29"/>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7" name="Google Shape;1557;p29"/>
            <p:cNvSpPr/>
            <p:nvPr/>
          </p:nvSpPr>
          <p:spPr>
            <a:xfrm>
              <a:off x="5509517" y="1567291"/>
              <a:ext cx="33985" cy="33159"/>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8" name="Google Shape;1558;p29"/>
            <p:cNvSpPr/>
            <p:nvPr/>
          </p:nvSpPr>
          <p:spPr>
            <a:xfrm>
              <a:off x="6401705" y="1879536"/>
              <a:ext cx="52571" cy="52040"/>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9" name="Google Shape;1559;p29"/>
            <p:cNvSpPr/>
            <p:nvPr/>
          </p:nvSpPr>
          <p:spPr>
            <a:xfrm>
              <a:off x="5649591" y="1243540"/>
              <a:ext cx="33454" cy="32864"/>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0" name="Google Shape;1560;p29"/>
            <p:cNvSpPr/>
            <p:nvPr/>
          </p:nvSpPr>
          <p:spPr>
            <a:xfrm>
              <a:off x="5647408" y="1634318"/>
              <a:ext cx="784969" cy="105142"/>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1" name="Google Shape;1561;p29"/>
            <p:cNvSpPr/>
            <p:nvPr/>
          </p:nvSpPr>
          <p:spPr>
            <a:xfrm>
              <a:off x="5644163" y="1630483"/>
              <a:ext cx="791519" cy="112282"/>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2" name="Google Shape;1562;p29"/>
            <p:cNvSpPr/>
            <p:nvPr/>
          </p:nvSpPr>
          <p:spPr>
            <a:xfrm>
              <a:off x="5783174" y="1797993"/>
              <a:ext cx="513499"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3" name="Google Shape;1563;p29"/>
            <p:cNvSpPr/>
            <p:nvPr/>
          </p:nvSpPr>
          <p:spPr>
            <a:xfrm>
              <a:off x="5779870" y="1794689"/>
              <a:ext cx="520048" cy="67971"/>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4" name="Google Shape;1564;p29"/>
            <p:cNvSpPr/>
            <p:nvPr/>
          </p:nvSpPr>
          <p:spPr>
            <a:xfrm>
              <a:off x="5918351" y="1908565"/>
              <a:ext cx="243090" cy="75051"/>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5" name="Google Shape;1565;p29"/>
            <p:cNvSpPr/>
            <p:nvPr/>
          </p:nvSpPr>
          <p:spPr>
            <a:xfrm>
              <a:off x="5915106" y="1904730"/>
              <a:ext cx="249640" cy="82131"/>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6" name="Google Shape;1566;p29"/>
            <p:cNvSpPr/>
            <p:nvPr/>
          </p:nvSpPr>
          <p:spPr>
            <a:xfrm>
              <a:off x="5656199" y="1614611"/>
              <a:ext cx="784969" cy="105142"/>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7" name="Google Shape;1567;p29"/>
            <p:cNvSpPr/>
            <p:nvPr/>
          </p:nvSpPr>
          <p:spPr>
            <a:xfrm>
              <a:off x="5652895" y="1611366"/>
              <a:ext cx="792109" cy="112223"/>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8" name="Google Shape;1568;p29"/>
            <p:cNvSpPr/>
            <p:nvPr/>
          </p:nvSpPr>
          <p:spPr>
            <a:xfrm>
              <a:off x="5742698" y="1644172"/>
              <a:ext cx="607608"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9" name="Google Shape;1569;p29"/>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0" name="Google Shape;1570;p29"/>
            <p:cNvSpPr/>
            <p:nvPr/>
          </p:nvSpPr>
          <p:spPr>
            <a:xfrm>
              <a:off x="5788662" y="1775572"/>
              <a:ext cx="520048" cy="67912"/>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1" name="Google Shape;1571;p29"/>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2" name="Google Shape;1572;p29"/>
            <p:cNvSpPr/>
            <p:nvPr/>
          </p:nvSpPr>
          <p:spPr>
            <a:xfrm>
              <a:off x="5953399" y="1795810"/>
              <a:ext cx="27436" cy="27436"/>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3" name="Google Shape;1573;p29"/>
            <p:cNvSpPr/>
            <p:nvPr/>
          </p:nvSpPr>
          <p:spPr>
            <a:xfrm>
              <a:off x="6006502" y="1795810"/>
              <a:ext cx="27436" cy="27436"/>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4" name="Google Shape;1574;p29"/>
            <p:cNvSpPr/>
            <p:nvPr/>
          </p:nvSpPr>
          <p:spPr>
            <a:xfrm>
              <a:off x="6063440" y="1795810"/>
              <a:ext cx="27377" cy="27436"/>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5" name="Google Shape;1575;p29"/>
            <p:cNvSpPr/>
            <p:nvPr/>
          </p:nvSpPr>
          <p:spPr>
            <a:xfrm>
              <a:off x="6118136"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6" name="Google Shape;1576;p29"/>
            <p:cNvSpPr/>
            <p:nvPr/>
          </p:nvSpPr>
          <p:spPr>
            <a:xfrm>
              <a:off x="6175074" y="1795810"/>
              <a:ext cx="27436" cy="27436"/>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7" name="Google Shape;1577;p29"/>
            <p:cNvSpPr/>
            <p:nvPr/>
          </p:nvSpPr>
          <p:spPr>
            <a:xfrm>
              <a:off x="5860882" y="1237521"/>
              <a:ext cx="328467" cy="328998"/>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8" name="Google Shape;1578;p29"/>
            <p:cNvSpPr/>
            <p:nvPr/>
          </p:nvSpPr>
          <p:spPr>
            <a:xfrm>
              <a:off x="5857046" y="1234217"/>
              <a:ext cx="335606" cy="335606"/>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9" name="Google Shape;1579;p29"/>
            <p:cNvSpPr/>
            <p:nvPr/>
          </p:nvSpPr>
          <p:spPr>
            <a:xfrm>
              <a:off x="5884424" y="1216693"/>
              <a:ext cx="328998" cy="328998"/>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0" name="Google Shape;1580;p29"/>
            <p:cNvSpPr/>
            <p:nvPr/>
          </p:nvSpPr>
          <p:spPr>
            <a:xfrm>
              <a:off x="5881179" y="1213448"/>
              <a:ext cx="335547" cy="335547"/>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1" name="Google Shape;1581;p29"/>
            <p:cNvSpPr/>
            <p:nvPr/>
          </p:nvSpPr>
          <p:spPr>
            <a:xfrm>
              <a:off x="5975820" y="1391284"/>
              <a:ext cx="146208" cy="73104"/>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2" name="Google Shape;1582;p29"/>
            <p:cNvSpPr/>
            <p:nvPr/>
          </p:nvSpPr>
          <p:spPr>
            <a:xfrm>
              <a:off x="5972575" y="1387508"/>
              <a:ext cx="152757" cy="80479"/>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3" name="Google Shape;1583;p29"/>
            <p:cNvSpPr/>
            <p:nvPr/>
          </p:nvSpPr>
          <p:spPr>
            <a:xfrm>
              <a:off x="6007564" y="1298236"/>
              <a:ext cx="83253" cy="82722"/>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4" name="Google Shape;1584;p29"/>
            <p:cNvSpPr/>
            <p:nvPr/>
          </p:nvSpPr>
          <p:spPr>
            <a:xfrm>
              <a:off x="6004318" y="1294401"/>
              <a:ext cx="89802" cy="89861"/>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5" name="Google Shape;1585;p29"/>
            <p:cNvSpPr/>
            <p:nvPr/>
          </p:nvSpPr>
          <p:spPr>
            <a:xfrm>
              <a:off x="5927673" y="1888858"/>
              <a:ext cx="242559" cy="75582"/>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6" name="Google Shape;1586;p29"/>
            <p:cNvSpPr/>
            <p:nvPr/>
          </p:nvSpPr>
          <p:spPr>
            <a:xfrm>
              <a:off x="5924369" y="1885554"/>
              <a:ext cx="249109" cy="82190"/>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929" name="Google Shape;1929;p37"/>
          <p:cNvCxnSpPr/>
          <p:nvPr/>
        </p:nvCxnSpPr>
        <p:spPr>
          <a:xfrm>
            <a:off x="3648710" y="510540"/>
            <a:ext cx="17145" cy="4133850"/>
          </a:xfrm>
          <a:prstGeom prst="straightConnector1">
            <a:avLst/>
          </a:prstGeom>
          <a:noFill/>
          <a:ln w="9525" cap="flat" cmpd="sng">
            <a:solidFill>
              <a:schemeClr val="dk1"/>
            </a:solidFill>
            <a:prstDash val="solid"/>
            <a:round/>
            <a:headEnd type="none" w="med" len="med"/>
            <a:tailEnd type="none" w="med" len="med"/>
          </a:ln>
        </p:spPr>
      </p:cxnSp>
      <p:cxnSp>
        <p:nvCxnSpPr>
          <p:cNvPr id="5" name="Google Shape;1929;p37"/>
          <p:cNvCxnSpPr/>
          <p:nvPr/>
        </p:nvCxnSpPr>
        <p:spPr>
          <a:xfrm>
            <a:off x="1235720" y="2206185"/>
            <a:ext cx="1787400" cy="0"/>
          </a:xfrm>
          <a:prstGeom prst="straightConnector1">
            <a:avLst/>
          </a:prstGeom>
          <a:noFill/>
          <a:ln w="9525" cap="flat" cmpd="sng">
            <a:solidFill>
              <a:schemeClr val="dk1"/>
            </a:solidFill>
            <a:prstDash val="solid"/>
            <a:round/>
            <a:headEnd type="none" w="med" len="med"/>
            <a:tailEnd type="none" w="med" len="med"/>
          </a:ln>
        </p:spPr>
      </p:cxnSp>
      <p:cxnSp>
        <p:nvCxnSpPr>
          <p:cNvPr id="6" name="Google Shape;1929;p37"/>
          <p:cNvCxnSpPr/>
          <p:nvPr/>
        </p:nvCxnSpPr>
        <p:spPr>
          <a:xfrm>
            <a:off x="4382145" y="2228410"/>
            <a:ext cx="1787400" cy="0"/>
          </a:xfrm>
          <a:prstGeom prst="straightConnector1">
            <a:avLst/>
          </a:prstGeom>
          <a:noFill/>
          <a:ln w="9525" cap="flat" cmpd="sng">
            <a:solidFill>
              <a:schemeClr val="dk1"/>
            </a:solidFill>
            <a:prstDash val="solid"/>
            <a:round/>
            <a:headEnd type="none" w="med" len="med"/>
            <a:tailEnd type="none" w="med" len="med"/>
          </a:ln>
        </p:spPr>
      </p:cxnSp>
      <p:sp>
        <p:nvSpPr>
          <p:cNvPr id="10" name="Google Shape;1501;p29"/>
          <p:cNvSpPr txBox="1"/>
          <p:nvPr/>
        </p:nvSpPr>
        <p:spPr>
          <a:xfrm>
            <a:off x="3905250" y="776605"/>
            <a:ext cx="2741930" cy="166497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9pPr>
          </a:lstStyle>
          <a:p>
            <a:pPr marL="0" lvl="0" indent="0" algn="l" rtl="0">
              <a:spcBef>
                <a:spcPts val="0"/>
              </a:spcBef>
              <a:spcAft>
                <a:spcPts val="0"/>
              </a:spcAft>
              <a:buNone/>
            </a:pPr>
            <a:r>
              <a:t>ce bit indique que la station sera en mode de gestion d'énergie après la transmission de cette trame. Ceci est utilisé par les stations changeant d'état, passant du mode d'économie d'énergie au mode active ou le contraire</a:t>
            </a:r>
            <a:r>
              <a:rPr lang="en-US"/>
              <a:t>.</a:t>
            </a:r>
            <a:endParaRPr lang="en-US"/>
          </a:p>
        </p:txBody>
      </p:sp>
      <p:sp>
        <p:nvSpPr>
          <p:cNvPr id="15" name="Google Shape;1499;p29"/>
          <p:cNvSpPr txBox="1"/>
          <p:nvPr/>
        </p:nvSpPr>
        <p:spPr>
          <a:xfrm>
            <a:off x="3905250" y="585470"/>
            <a:ext cx="2741930" cy="365125"/>
          </a:xfrm>
          <a:prstGeom prst="rect">
            <a:avLst/>
          </a:prstGeom>
          <a:noFill/>
          <a:ln>
            <a:noFill/>
          </a:ln>
        </p:spPr>
        <p:txBody>
          <a:bodyPr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lvl="0" indent="0" algn="l" rtl="0">
              <a:spcBef>
                <a:spcPts val="0"/>
              </a:spcBef>
              <a:spcAft>
                <a:spcPts val="0"/>
              </a:spcAft>
              <a:buNone/>
            </a:pPr>
            <a:r>
              <a:rPr lang="en-US" altLang="en-GB" sz="1400"/>
              <a:t>Power Management</a:t>
            </a:r>
            <a:endParaRPr lang="en-US" altLang="en-GB" sz="1400"/>
          </a:p>
        </p:txBody>
      </p:sp>
      <p:cxnSp>
        <p:nvCxnSpPr>
          <p:cNvPr id="3" name="Google Shape;1929;p37"/>
          <p:cNvCxnSpPr/>
          <p:nvPr/>
        </p:nvCxnSpPr>
        <p:spPr>
          <a:xfrm>
            <a:off x="1236355" y="3242505"/>
            <a:ext cx="1787400" cy="0"/>
          </a:xfrm>
          <a:prstGeom prst="straightConnector1">
            <a:avLst/>
          </a:prstGeom>
          <a:noFill/>
          <a:ln w="9525" cap="flat" cmpd="sng">
            <a:solidFill>
              <a:schemeClr val="dk1"/>
            </a:solidFill>
            <a:prstDash val="solid"/>
            <a:round/>
            <a:headEnd type="none" w="med" len="med"/>
            <a:tailEnd type="none" w="med" len="med"/>
          </a:ln>
        </p:spPr>
      </p:cxnSp>
      <p:sp>
        <p:nvSpPr>
          <p:cNvPr id="4" name="Google Shape;1502;p29"/>
          <p:cNvSpPr txBox="1"/>
          <p:nvPr/>
        </p:nvSpPr>
        <p:spPr>
          <a:xfrm>
            <a:off x="718185" y="3552190"/>
            <a:ext cx="2742565" cy="82550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9pPr>
          </a:lstStyle>
          <a:p>
            <a:pPr marL="0" lvl="0" indent="0" algn="l" rtl="0">
              <a:spcBef>
                <a:spcPts val="0"/>
              </a:spcBef>
              <a:spcAft>
                <a:spcPts val="0"/>
              </a:spcAft>
              <a:buNone/>
            </a:pPr>
            <a:r>
              <a:t>ce bit spécifie que le fragment en cours est une retransmission d'un fragment précédemment envoyé (et sûrement perdu)</a:t>
            </a:r>
            <a:r>
              <a:rPr lang="en-US"/>
              <a:t>.</a:t>
            </a:r>
            <a:endParaRPr lang="en-US"/>
          </a:p>
        </p:txBody>
      </p:sp>
      <p:sp>
        <p:nvSpPr>
          <p:cNvPr id="7" name="Google Shape;1503;p29"/>
          <p:cNvSpPr txBox="1"/>
          <p:nvPr/>
        </p:nvSpPr>
        <p:spPr>
          <a:xfrm>
            <a:off x="718730" y="3105220"/>
            <a:ext cx="2742000" cy="558900"/>
          </a:xfrm>
          <a:prstGeom prst="rect">
            <a:avLst/>
          </a:prstGeom>
          <a:noFill/>
          <a:ln>
            <a:noFill/>
          </a:ln>
        </p:spPr>
        <p:txBody>
          <a:bodyPr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lvl="0" indent="0" algn="l" rtl="0">
              <a:spcBef>
                <a:spcPts val="0"/>
              </a:spcBef>
              <a:spcAft>
                <a:spcPts val="0"/>
              </a:spcAft>
              <a:buNone/>
            </a:pPr>
            <a:r>
              <a:rPr lang="en-GB" sz="1400"/>
              <a:t>Retry</a:t>
            </a:r>
            <a:endParaRPr lang="en-GB" sz="1400"/>
          </a:p>
        </p:txBody>
      </p:sp>
      <p:sp>
        <p:nvSpPr>
          <p:cNvPr id="11" name="Google Shape;1502;p29"/>
          <p:cNvSpPr txBox="1"/>
          <p:nvPr/>
        </p:nvSpPr>
        <p:spPr>
          <a:xfrm>
            <a:off x="3900170" y="2573655"/>
            <a:ext cx="2741930" cy="101092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9pPr>
          </a:lstStyle>
          <a:p>
            <a:pPr marL="0" lvl="0" indent="0" algn="l" rtl="0">
              <a:spcBef>
                <a:spcPts val="0"/>
              </a:spcBef>
              <a:spcAft>
                <a:spcPts val="0"/>
              </a:spcAft>
              <a:buNone/>
            </a:pPr>
            <a:r>
              <a:t>ce bit, utilisé pour le mode de gestion d'énergie, est utilisé par le point d'accès pour spécifier à une station que des trames supplémentaires sont stockées en attente</a:t>
            </a:r>
            <a:r>
              <a:rPr lang="en-US"/>
              <a:t>.</a:t>
            </a:r>
            <a:endParaRPr lang="en-US"/>
          </a:p>
        </p:txBody>
      </p:sp>
      <p:sp>
        <p:nvSpPr>
          <p:cNvPr id="14" name="Google Shape;1503;p29"/>
          <p:cNvSpPr txBox="1"/>
          <p:nvPr/>
        </p:nvSpPr>
        <p:spPr>
          <a:xfrm>
            <a:off x="3900080" y="2170500"/>
            <a:ext cx="2742000" cy="558900"/>
          </a:xfrm>
          <a:prstGeom prst="rect">
            <a:avLst/>
          </a:prstGeom>
          <a:noFill/>
          <a:ln>
            <a:noFill/>
          </a:ln>
        </p:spPr>
        <p:txBody>
          <a:bodyPr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lvl="0" indent="0" algn="l" rtl="0">
              <a:spcBef>
                <a:spcPts val="0"/>
              </a:spcBef>
              <a:spcAft>
                <a:spcPts val="0"/>
              </a:spcAft>
              <a:buNone/>
            </a:pPr>
            <a:r>
              <a:rPr lang="en-GB" sz="1600"/>
              <a:t>More Data</a:t>
            </a:r>
            <a:endParaRPr lang="en-GB" sz="1600"/>
          </a:p>
        </p:txBody>
      </p:sp>
      <p:sp>
        <p:nvSpPr>
          <p:cNvPr id="16" name="Google Shape;1499;p29"/>
          <p:cNvSpPr txBox="1"/>
          <p:nvPr/>
        </p:nvSpPr>
        <p:spPr>
          <a:xfrm>
            <a:off x="3896360" y="3773805"/>
            <a:ext cx="2787650" cy="366395"/>
          </a:xfrm>
          <a:prstGeom prst="rect">
            <a:avLst/>
          </a:prstGeom>
          <a:noFill/>
          <a:ln>
            <a:noFill/>
          </a:ln>
        </p:spPr>
        <p:txBody>
          <a:bodyPr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lvl="0" indent="0" algn="l" rtl="0">
              <a:spcBef>
                <a:spcPts val="0"/>
              </a:spcBef>
              <a:spcAft>
                <a:spcPts val="0"/>
              </a:spcAft>
              <a:buNone/>
            </a:pPr>
            <a:r>
              <a:rPr lang="en-US" altLang="en-GB" sz="1600"/>
              <a:t>WEP</a:t>
            </a:r>
            <a:endParaRPr lang="en-US" altLang="en-GB" sz="1600"/>
          </a:p>
        </p:txBody>
      </p:sp>
      <p:sp>
        <p:nvSpPr>
          <p:cNvPr id="17" name="Google Shape;1501;p29"/>
          <p:cNvSpPr txBox="1"/>
          <p:nvPr/>
        </p:nvSpPr>
        <p:spPr>
          <a:xfrm>
            <a:off x="3898900" y="4043045"/>
            <a:ext cx="2787650" cy="67500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9pPr>
          </a:lstStyle>
          <a:p>
            <a:pPr marL="0" lvl="0" indent="0" algn="l" rtl="0">
              <a:spcBef>
                <a:spcPts val="0"/>
              </a:spcBef>
              <a:spcAft>
                <a:spcPts val="0"/>
              </a:spcAft>
              <a:buNone/>
            </a:pPr>
            <a:r>
              <a:t>ce bit indique que l'algorithme de chiffrement WEP a été utilisé pour chiffrer le corps de la trame.</a:t>
            </a:r>
          </a:p>
        </p:txBody>
      </p:sp>
      <p:cxnSp>
        <p:nvCxnSpPr>
          <p:cNvPr id="18" name="Google Shape;1929;p37"/>
          <p:cNvCxnSpPr/>
          <p:nvPr/>
        </p:nvCxnSpPr>
        <p:spPr>
          <a:xfrm>
            <a:off x="4396750" y="3680020"/>
            <a:ext cx="17874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498" name="Shape 1498"/>
        <p:cNvGrpSpPr/>
        <p:nvPr/>
      </p:nvGrpSpPr>
      <p:grpSpPr>
        <a:xfrm>
          <a:off x="0" y="0"/>
          <a:ext cx="0" cy="0"/>
          <a:chOff x="0" y="0"/>
          <a:chExt cx="0" cy="0"/>
        </a:xfrm>
      </p:grpSpPr>
      <p:grpSp>
        <p:nvGrpSpPr>
          <p:cNvPr id="1504" name="Google Shape;1504;p29"/>
          <p:cNvGrpSpPr/>
          <p:nvPr/>
        </p:nvGrpSpPr>
        <p:grpSpPr>
          <a:xfrm>
            <a:off x="7471448" y="3582212"/>
            <a:ext cx="1155488" cy="930983"/>
            <a:chOff x="7225068" y="3582212"/>
            <a:chExt cx="1155488" cy="930983"/>
          </a:xfrm>
        </p:grpSpPr>
        <p:grpSp>
          <p:nvGrpSpPr>
            <p:cNvPr id="1505" name="Google Shape;1505;p29"/>
            <p:cNvGrpSpPr/>
            <p:nvPr/>
          </p:nvGrpSpPr>
          <p:grpSpPr>
            <a:xfrm>
              <a:off x="8190795" y="3582212"/>
              <a:ext cx="189761" cy="189761"/>
              <a:chOff x="5448853" y="3419595"/>
              <a:chExt cx="78736" cy="78736"/>
            </a:xfrm>
          </p:grpSpPr>
          <p:sp>
            <p:nvSpPr>
              <p:cNvPr id="1506" name="Google Shape;1506;p29"/>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7" name="Google Shape;1507;p29"/>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8" name="Google Shape;1508;p29"/>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9" name="Google Shape;1509;p29"/>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0" name="Google Shape;1510;p29"/>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1" name="Google Shape;1511;p29"/>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2" name="Google Shape;1512;p29"/>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3" name="Google Shape;1513;p29"/>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14" name="Google Shape;1514;p29"/>
            <p:cNvSpPr/>
            <p:nvPr/>
          </p:nvSpPr>
          <p:spPr>
            <a:xfrm>
              <a:off x="7225068" y="3624794"/>
              <a:ext cx="890332" cy="888400"/>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15" name="Google Shape;1515;p29"/>
          <p:cNvGrpSpPr/>
          <p:nvPr/>
        </p:nvGrpSpPr>
        <p:grpSpPr>
          <a:xfrm>
            <a:off x="7206313" y="2357479"/>
            <a:ext cx="1298848" cy="1015848"/>
            <a:chOff x="781983" y="2939892"/>
            <a:chExt cx="1298848" cy="1015848"/>
          </a:xfrm>
        </p:grpSpPr>
        <p:sp>
          <p:nvSpPr>
            <p:cNvPr id="1516" name="Google Shape;1516;p29"/>
            <p:cNvSpPr/>
            <p:nvPr/>
          </p:nvSpPr>
          <p:spPr>
            <a:xfrm>
              <a:off x="786411" y="3238660"/>
              <a:ext cx="998615" cy="71184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7" name="Google Shape;1517;p29"/>
            <p:cNvSpPr/>
            <p:nvPr/>
          </p:nvSpPr>
          <p:spPr>
            <a:xfrm>
              <a:off x="781983" y="3234151"/>
              <a:ext cx="1008276" cy="721589"/>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8" name="Google Shape;1518;p29"/>
            <p:cNvSpPr/>
            <p:nvPr/>
          </p:nvSpPr>
          <p:spPr>
            <a:xfrm>
              <a:off x="842445" y="3184880"/>
              <a:ext cx="998615" cy="120359"/>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9" name="Google Shape;1519;p29"/>
            <p:cNvSpPr/>
            <p:nvPr/>
          </p:nvSpPr>
          <p:spPr>
            <a:xfrm>
              <a:off x="837937" y="3180371"/>
              <a:ext cx="1007632" cy="129295"/>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0" name="Google Shape;1520;p29"/>
            <p:cNvSpPr/>
            <p:nvPr/>
          </p:nvSpPr>
          <p:spPr>
            <a:xfrm>
              <a:off x="950731" y="3219982"/>
              <a:ext cx="45648" cy="46372"/>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1" name="Google Shape;1521;p29"/>
            <p:cNvSpPr/>
            <p:nvPr/>
          </p:nvSpPr>
          <p:spPr>
            <a:xfrm>
              <a:off x="1022465" y="3219982"/>
              <a:ext cx="46372" cy="46372"/>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2" name="Google Shape;1522;p29"/>
            <p:cNvSpPr/>
            <p:nvPr/>
          </p:nvSpPr>
          <p:spPr>
            <a:xfrm>
              <a:off x="879077" y="3219982"/>
              <a:ext cx="46372" cy="46372"/>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3" name="Google Shape;1523;p29"/>
            <p:cNvSpPr/>
            <p:nvPr/>
          </p:nvSpPr>
          <p:spPr>
            <a:xfrm>
              <a:off x="841721" y="3305160"/>
              <a:ext cx="999340" cy="587061"/>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4" name="Google Shape;1524;p29"/>
            <p:cNvSpPr/>
            <p:nvPr/>
          </p:nvSpPr>
          <p:spPr>
            <a:xfrm>
              <a:off x="837212" y="3299927"/>
              <a:ext cx="1008356" cy="596802"/>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5" name="Google Shape;1525;p29"/>
            <p:cNvSpPr/>
            <p:nvPr/>
          </p:nvSpPr>
          <p:spPr>
            <a:xfrm>
              <a:off x="1256989" y="3442589"/>
              <a:ext cx="458571" cy="9017"/>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6" name="Google Shape;1526;p29"/>
            <p:cNvSpPr/>
            <p:nvPr/>
          </p:nvSpPr>
          <p:spPr>
            <a:xfrm>
              <a:off x="1256989" y="3510538"/>
              <a:ext cx="167375" cy="9741"/>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7" name="Google Shape;1527;p29"/>
            <p:cNvSpPr/>
            <p:nvPr/>
          </p:nvSpPr>
          <p:spPr>
            <a:xfrm>
              <a:off x="1479518" y="3510538"/>
              <a:ext cx="200947" cy="9741"/>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8" name="Google Shape;1528;p29"/>
            <p:cNvSpPr/>
            <p:nvPr/>
          </p:nvSpPr>
          <p:spPr>
            <a:xfrm>
              <a:off x="1256989" y="3717365"/>
              <a:ext cx="297314" cy="909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9" name="Google Shape;1529;p29"/>
            <p:cNvSpPr/>
            <p:nvPr/>
          </p:nvSpPr>
          <p:spPr>
            <a:xfrm>
              <a:off x="1256989" y="3582191"/>
              <a:ext cx="462355" cy="9822"/>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0" name="Google Shape;1530;p29"/>
            <p:cNvSpPr/>
            <p:nvPr/>
          </p:nvSpPr>
          <p:spPr>
            <a:xfrm>
              <a:off x="1256989" y="3650140"/>
              <a:ext cx="153125" cy="9822"/>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1" name="Google Shape;1531;p29"/>
            <p:cNvSpPr/>
            <p:nvPr/>
          </p:nvSpPr>
          <p:spPr>
            <a:xfrm>
              <a:off x="1444416" y="3650140"/>
              <a:ext cx="271149" cy="9822"/>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2" name="Google Shape;1532;p29"/>
            <p:cNvSpPr/>
            <p:nvPr/>
          </p:nvSpPr>
          <p:spPr>
            <a:xfrm>
              <a:off x="912650" y="3420127"/>
              <a:ext cx="298844" cy="298844"/>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3" name="Google Shape;1533;p29"/>
            <p:cNvSpPr/>
            <p:nvPr/>
          </p:nvSpPr>
          <p:spPr>
            <a:xfrm>
              <a:off x="908141" y="3415699"/>
              <a:ext cx="307780" cy="307780"/>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4" name="Google Shape;1534;p29"/>
            <p:cNvSpPr/>
            <p:nvPr/>
          </p:nvSpPr>
          <p:spPr>
            <a:xfrm>
              <a:off x="899929" y="3422381"/>
              <a:ext cx="298119" cy="298039"/>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5" name="Google Shape;1535;p29"/>
            <p:cNvSpPr/>
            <p:nvPr/>
          </p:nvSpPr>
          <p:spPr>
            <a:xfrm>
              <a:off x="895501" y="3417148"/>
              <a:ext cx="307780" cy="307780"/>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29"/>
            <p:cNvSpPr/>
            <p:nvPr/>
          </p:nvSpPr>
          <p:spPr>
            <a:xfrm>
              <a:off x="1098627" y="3444038"/>
              <a:ext cx="74791" cy="74791"/>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7" name="Google Shape;1537;p29"/>
            <p:cNvSpPr/>
            <p:nvPr/>
          </p:nvSpPr>
          <p:spPr>
            <a:xfrm>
              <a:off x="1094118" y="3438805"/>
              <a:ext cx="83728" cy="84452"/>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8" name="Google Shape;1538;p29"/>
            <p:cNvSpPr/>
            <p:nvPr/>
          </p:nvSpPr>
          <p:spPr>
            <a:xfrm>
              <a:off x="1539981" y="2967184"/>
              <a:ext cx="514684" cy="462677"/>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9" name="Google Shape;1539;p29"/>
            <p:cNvSpPr/>
            <p:nvPr/>
          </p:nvSpPr>
          <p:spPr>
            <a:xfrm>
              <a:off x="1560913" y="2962354"/>
              <a:ext cx="472096" cy="472096"/>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0" name="Google Shape;1540;p29"/>
            <p:cNvSpPr/>
            <p:nvPr/>
          </p:nvSpPr>
          <p:spPr>
            <a:xfrm>
              <a:off x="1555680" y="2944642"/>
              <a:ext cx="525150" cy="463079"/>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1" name="Google Shape;1541;p29"/>
            <p:cNvSpPr/>
            <p:nvPr/>
          </p:nvSpPr>
          <p:spPr>
            <a:xfrm>
              <a:off x="1581846" y="2939892"/>
              <a:ext cx="472096" cy="472096"/>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2" name="Google Shape;1542;p29"/>
            <p:cNvSpPr/>
            <p:nvPr/>
          </p:nvSpPr>
          <p:spPr>
            <a:xfrm>
              <a:off x="1655753" y="3061621"/>
              <a:ext cx="306331" cy="193540"/>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3" name="Google Shape;1543;p29"/>
            <p:cNvSpPr/>
            <p:nvPr/>
          </p:nvSpPr>
          <p:spPr>
            <a:xfrm>
              <a:off x="1650520" y="3057193"/>
              <a:ext cx="315992" cy="202476"/>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44" name="Google Shape;1544;p29"/>
          <p:cNvGrpSpPr/>
          <p:nvPr/>
        </p:nvGrpSpPr>
        <p:grpSpPr>
          <a:xfrm>
            <a:off x="7003577" y="1204526"/>
            <a:ext cx="1469314" cy="944106"/>
            <a:chOff x="5423018" y="1213448"/>
            <a:chExt cx="1203665" cy="773414"/>
          </a:xfrm>
        </p:grpSpPr>
        <p:sp>
          <p:nvSpPr>
            <p:cNvPr id="1545" name="Google Shape;1545;p29"/>
            <p:cNvSpPr/>
            <p:nvPr/>
          </p:nvSpPr>
          <p:spPr>
            <a:xfrm>
              <a:off x="6505138" y="1371577"/>
              <a:ext cx="121545" cy="121073"/>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6" name="Google Shape;1546;p29"/>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7" name="Google Shape;1547;p29"/>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8" name="Google Shape;1548;p29"/>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9" name="Google Shape;1549;p29"/>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0" name="Google Shape;1550;p29"/>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1" name="Google Shape;1551;p29"/>
            <p:cNvSpPr/>
            <p:nvPr/>
          </p:nvSpPr>
          <p:spPr>
            <a:xfrm>
              <a:off x="5442194" y="1567291"/>
              <a:ext cx="33985" cy="33159"/>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2" name="Google Shape;1552;p29"/>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3" name="Google Shape;1553;p29"/>
            <p:cNvSpPr/>
            <p:nvPr/>
          </p:nvSpPr>
          <p:spPr>
            <a:xfrm>
              <a:off x="5509517" y="1499968"/>
              <a:ext cx="33985" cy="33159"/>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4" name="Google Shape;1554;p29"/>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5" name="Google Shape;1555;p29"/>
            <p:cNvSpPr/>
            <p:nvPr/>
          </p:nvSpPr>
          <p:spPr>
            <a:xfrm>
              <a:off x="5442194" y="1499968"/>
              <a:ext cx="33985" cy="33159"/>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6" name="Google Shape;1556;p29"/>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7" name="Google Shape;1557;p29"/>
            <p:cNvSpPr/>
            <p:nvPr/>
          </p:nvSpPr>
          <p:spPr>
            <a:xfrm>
              <a:off x="5509517" y="1567291"/>
              <a:ext cx="33985" cy="33159"/>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8" name="Google Shape;1558;p29"/>
            <p:cNvSpPr/>
            <p:nvPr/>
          </p:nvSpPr>
          <p:spPr>
            <a:xfrm>
              <a:off x="6401705" y="1879536"/>
              <a:ext cx="52571" cy="52040"/>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9" name="Google Shape;1559;p29"/>
            <p:cNvSpPr/>
            <p:nvPr/>
          </p:nvSpPr>
          <p:spPr>
            <a:xfrm>
              <a:off x="5649591" y="1243540"/>
              <a:ext cx="33454" cy="32864"/>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0" name="Google Shape;1560;p29"/>
            <p:cNvSpPr/>
            <p:nvPr/>
          </p:nvSpPr>
          <p:spPr>
            <a:xfrm>
              <a:off x="5647408" y="1634318"/>
              <a:ext cx="784969" cy="105142"/>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1" name="Google Shape;1561;p29"/>
            <p:cNvSpPr/>
            <p:nvPr/>
          </p:nvSpPr>
          <p:spPr>
            <a:xfrm>
              <a:off x="5644163" y="1630483"/>
              <a:ext cx="791519" cy="112282"/>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2" name="Google Shape;1562;p29"/>
            <p:cNvSpPr/>
            <p:nvPr/>
          </p:nvSpPr>
          <p:spPr>
            <a:xfrm>
              <a:off x="5783174" y="1797993"/>
              <a:ext cx="513499"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3" name="Google Shape;1563;p29"/>
            <p:cNvSpPr/>
            <p:nvPr/>
          </p:nvSpPr>
          <p:spPr>
            <a:xfrm>
              <a:off x="5779870" y="1794689"/>
              <a:ext cx="520048" cy="67971"/>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4" name="Google Shape;1564;p29"/>
            <p:cNvSpPr/>
            <p:nvPr/>
          </p:nvSpPr>
          <p:spPr>
            <a:xfrm>
              <a:off x="5918351" y="1908565"/>
              <a:ext cx="243090" cy="75051"/>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5" name="Google Shape;1565;p29"/>
            <p:cNvSpPr/>
            <p:nvPr/>
          </p:nvSpPr>
          <p:spPr>
            <a:xfrm>
              <a:off x="5915106" y="1904730"/>
              <a:ext cx="249640" cy="82131"/>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6" name="Google Shape;1566;p29"/>
            <p:cNvSpPr/>
            <p:nvPr/>
          </p:nvSpPr>
          <p:spPr>
            <a:xfrm>
              <a:off x="5656199" y="1614611"/>
              <a:ext cx="784969" cy="105142"/>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7" name="Google Shape;1567;p29"/>
            <p:cNvSpPr/>
            <p:nvPr/>
          </p:nvSpPr>
          <p:spPr>
            <a:xfrm>
              <a:off x="5652895" y="1611366"/>
              <a:ext cx="792109" cy="112223"/>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8" name="Google Shape;1568;p29"/>
            <p:cNvSpPr/>
            <p:nvPr/>
          </p:nvSpPr>
          <p:spPr>
            <a:xfrm>
              <a:off x="5742698" y="1644172"/>
              <a:ext cx="607608"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9" name="Google Shape;1569;p29"/>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0" name="Google Shape;1570;p29"/>
            <p:cNvSpPr/>
            <p:nvPr/>
          </p:nvSpPr>
          <p:spPr>
            <a:xfrm>
              <a:off x="5788662" y="1775572"/>
              <a:ext cx="520048" cy="67912"/>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1" name="Google Shape;1571;p29"/>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2" name="Google Shape;1572;p29"/>
            <p:cNvSpPr/>
            <p:nvPr/>
          </p:nvSpPr>
          <p:spPr>
            <a:xfrm>
              <a:off x="5953399" y="1795810"/>
              <a:ext cx="27436" cy="27436"/>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3" name="Google Shape;1573;p29"/>
            <p:cNvSpPr/>
            <p:nvPr/>
          </p:nvSpPr>
          <p:spPr>
            <a:xfrm>
              <a:off x="6006502" y="1795810"/>
              <a:ext cx="27436" cy="27436"/>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4" name="Google Shape;1574;p29"/>
            <p:cNvSpPr/>
            <p:nvPr/>
          </p:nvSpPr>
          <p:spPr>
            <a:xfrm>
              <a:off x="6063440" y="1795810"/>
              <a:ext cx="27377" cy="27436"/>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5" name="Google Shape;1575;p29"/>
            <p:cNvSpPr/>
            <p:nvPr/>
          </p:nvSpPr>
          <p:spPr>
            <a:xfrm>
              <a:off x="6118136"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6" name="Google Shape;1576;p29"/>
            <p:cNvSpPr/>
            <p:nvPr/>
          </p:nvSpPr>
          <p:spPr>
            <a:xfrm>
              <a:off x="6175074" y="1795810"/>
              <a:ext cx="27436" cy="27436"/>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7" name="Google Shape;1577;p29"/>
            <p:cNvSpPr/>
            <p:nvPr/>
          </p:nvSpPr>
          <p:spPr>
            <a:xfrm>
              <a:off x="5860882" y="1237521"/>
              <a:ext cx="328467" cy="328998"/>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8" name="Google Shape;1578;p29"/>
            <p:cNvSpPr/>
            <p:nvPr/>
          </p:nvSpPr>
          <p:spPr>
            <a:xfrm>
              <a:off x="5857046" y="1234217"/>
              <a:ext cx="335606" cy="335606"/>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9" name="Google Shape;1579;p29"/>
            <p:cNvSpPr/>
            <p:nvPr/>
          </p:nvSpPr>
          <p:spPr>
            <a:xfrm>
              <a:off x="5884424" y="1216693"/>
              <a:ext cx="328998" cy="328998"/>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0" name="Google Shape;1580;p29"/>
            <p:cNvSpPr/>
            <p:nvPr/>
          </p:nvSpPr>
          <p:spPr>
            <a:xfrm>
              <a:off x="5881179" y="1213448"/>
              <a:ext cx="335547" cy="335547"/>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1" name="Google Shape;1581;p29"/>
            <p:cNvSpPr/>
            <p:nvPr/>
          </p:nvSpPr>
          <p:spPr>
            <a:xfrm>
              <a:off x="5975820" y="1391284"/>
              <a:ext cx="146208" cy="73104"/>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2" name="Google Shape;1582;p29"/>
            <p:cNvSpPr/>
            <p:nvPr/>
          </p:nvSpPr>
          <p:spPr>
            <a:xfrm>
              <a:off x="5972575" y="1387508"/>
              <a:ext cx="152757" cy="80479"/>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3" name="Google Shape;1583;p29"/>
            <p:cNvSpPr/>
            <p:nvPr/>
          </p:nvSpPr>
          <p:spPr>
            <a:xfrm>
              <a:off x="6007564" y="1298236"/>
              <a:ext cx="83253" cy="82722"/>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4" name="Google Shape;1584;p29"/>
            <p:cNvSpPr/>
            <p:nvPr/>
          </p:nvSpPr>
          <p:spPr>
            <a:xfrm>
              <a:off x="6004318" y="1294401"/>
              <a:ext cx="89802" cy="89861"/>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5" name="Google Shape;1585;p29"/>
            <p:cNvSpPr/>
            <p:nvPr/>
          </p:nvSpPr>
          <p:spPr>
            <a:xfrm>
              <a:off x="5927673" y="1888858"/>
              <a:ext cx="242559" cy="75582"/>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6" name="Google Shape;1586;p29"/>
            <p:cNvSpPr/>
            <p:nvPr/>
          </p:nvSpPr>
          <p:spPr>
            <a:xfrm>
              <a:off x="5924369" y="1885554"/>
              <a:ext cx="249109" cy="82190"/>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2" name="Google Shape;1502;p29"/>
          <p:cNvSpPr txBox="1"/>
          <p:nvPr/>
        </p:nvSpPr>
        <p:spPr>
          <a:xfrm>
            <a:off x="653415" y="768985"/>
            <a:ext cx="5928360" cy="120459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9pPr>
          </a:lstStyle>
          <a:p>
            <a:pPr marL="0" lvl="0" indent="0" algn="l" rtl="0">
              <a:spcBef>
                <a:spcPts val="0"/>
              </a:spcBef>
              <a:spcAft>
                <a:spcPts val="0"/>
              </a:spcAft>
              <a:buNone/>
            </a:pPr>
            <a:r>
              <a:t>ce bit indique que cette trame est envoyée en utilisant la classe de service strictement ordonnée. Cette classe est définie pour les utilisateurs qui ne peuvent pas accepter de changement d'ordre entre les trames.</a:t>
            </a:r>
          </a:p>
        </p:txBody>
      </p:sp>
      <p:sp>
        <p:nvSpPr>
          <p:cNvPr id="13" name="Google Shape;1503;p29"/>
          <p:cNvSpPr txBox="1"/>
          <p:nvPr/>
        </p:nvSpPr>
        <p:spPr>
          <a:xfrm>
            <a:off x="653960" y="309315"/>
            <a:ext cx="2742000" cy="558900"/>
          </a:xfrm>
          <a:prstGeom prst="rect">
            <a:avLst/>
          </a:prstGeom>
          <a:noFill/>
          <a:ln>
            <a:noFill/>
          </a:ln>
        </p:spPr>
        <p:txBody>
          <a:bodyPr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lvl="0" indent="0" algn="l" rtl="0">
              <a:spcBef>
                <a:spcPts val="0"/>
              </a:spcBef>
              <a:spcAft>
                <a:spcPts val="0"/>
              </a:spcAft>
              <a:buNone/>
            </a:pPr>
            <a:r>
              <a:rPr lang="en-GB" sz="1600"/>
              <a:t>Order</a:t>
            </a:r>
            <a:endParaRPr lang="en-GB" sz="1600"/>
          </a:p>
        </p:txBody>
      </p:sp>
      <p:sp>
        <p:nvSpPr>
          <p:cNvPr id="17" name="Text Box 16"/>
          <p:cNvSpPr txBox="1"/>
          <p:nvPr/>
        </p:nvSpPr>
        <p:spPr>
          <a:xfrm>
            <a:off x="408305" y="1539875"/>
            <a:ext cx="6374130" cy="521970"/>
          </a:xfrm>
          <a:prstGeom prst="rect">
            <a:avLst/>
          </a:prstGeom>
          <a:noFill/>
        </p:spPr>
        <p:txBody>
          <a:bodyPr wrap="none" rtlCol="0">
            <a:spAutoFit/>
          </a:bodyPr>
          <a:p>
            <a:pPr algn="l"/>
            <a:r>
              <a:rPr lang="en-US" sz="1600" b="1"/>
              <a:t>2- Durée:</a:t>
            </a:r>
            <a:r>
              <a:rPr lang="en-US" sz="1200" b="1">
                <a:latin typeface="Open Sans" charset="0"/>
                <a:cs typeface="Open Sans" charset="0"/>
              </a:rPr>
              <a:t> </a:t>
            </a:r>
            <a:r>
              <a:rPr sz="1200">
                <a:sym typeface="+mn-ea"/>
              </a:rPr>
              <a:t>c</a:t>
            </a:r>
            <a:r>
              <a:rPr lang="en-US" sz="1200">
                <a:sym typeface="+mn-ea"/>
              </a:rPr>
              <a:t>e champ de 2 bytes contient </a:t>
            </a:r>
            <a:r>
              <a:rPr sz="1200">
                <a:sym typeface="+mn-ea"/>
              </a:rPr>
              <a:t>la valeur de durée utilisée pour le calcul du NAV</a:t>
            </a:r>
            <a:endParaRPr sz="1200">
              <a:sym typeface="+mn-ea"/>
            </a:endParaRPr>
          </a:p>
          <a:p>
            <a:pPr algn="l"/>
            <a:r>
              <a:rPr sz="1200">
                <a:sym typeface="+mn-ea"/>
              </a:rPr>
              <a:t> </a:t>
            </a:r>
            <a:r>
              <a:rPr lang="en-US" sz="1200">
                <a:sym typeface="+mn-ea"/>
              </a:rPr>
              <a:t>                     (Network Allocation Vector)</a:t>
            </a:r>
            <a:endParaRPr lang="en-US" sz="1200">
              <a:sym typeface="+mn-ea"/>
            </a:endParaRPr>
          </a:p>
        </p:txBody>
      </p:sp>
      <p:sp>
        <p:nvSpPr>
          <p:cNvPr id="9" name="Text Box 8"/>
          <p:cNvSpPr txBox="1"/>
          <p:nvPr/>
        </p:nvSpPr>
        <p:spPr>
          <a:xfrm>
            <a:off x="408305" y="2158365"/>
            <a:ext cx="6888480" cy="337185"/>
          </a:xfrm>
          <a:prstGeom prst="rect">
            <a:avLst/>
          </a:prstGeom>
          <a:noFill/>
        </p:spPr>
        <p:txBody>
          <a:bodyPr wrap="none" rtlCol="0">
            <a:spAutoFit/>
          </a:bodyPr>
          <a:p>
            <a:pPr algn="l"/>
            <a:r>
              <a:rPr lang="en-US" sz="1600" b="1"/>
              <a:t>3- Adresse du destinataire:</a:t>
            </a:r>
            <a:r>
              <a:rPr lang="en-US" sz="1200" b="1">
                <a:latin typeface="Open Sans" charset="0"/>
                <a:cs typeface="Open Sans" charset="0"/>
              </a:rPr>
              <a:t> </a:t>
            </a:r>
            <a:r>
              <a:rPr sz="1200">
                <a:sym typeface="+mn-ea"/>
              </a:rPr>
              <a:t>c</a:t>
            </a:r>
            <a:r>
              <a:rPr lang="en-US" sz="1200">
                <a:sym typeface="+mn-ea"/>
              </a:rPr>
              <a:t>e champ de 6 bytes contient </a:t>
            </a:r>
            <a:r>
              <a:rPr sz="1200">
                <a:sym typeface="+mn-ea"/>
              </a:rPr>
              <a:t>l'adresse MAC du </a:t>
            </a:r>
            <a:r>
              <a:rPr lang="en-US" sz="1200">
                <a:sym typeface="+mn-ea"/>
              </a:rPr>
              <a:t>destinataire</a:t>
            </a:r>
            <a:endParaRPr lang="en-US" sz="1200">
              <a:sym typeface="+mn-ea"/>
            </a:endParaRPr>
          </a:p>
        </p:txBody>
      </p:sp>
      <p:sp>
        <p:nvSpPr>
          <p:cNvPr id="11" name="Text Box 10"/>
          <p:cNvSpPr txBox="1"/>
          <p:nvPr/>
        </p:nvSpPr>
        <p:spPr>
          <a:xfrm>
            <a:off x="408305" y="2593975"/>
            <a:ext cx="6435725" cy="337185"/>
          </a:xfrm>
          <a:prstGeom prst="rect">
            <a:avLst/>
          </a:prstGeom>
          <a:noFill/>
        </p:spPr>
        <p:txBody>
          <a:bodyPr wrap="square" rtlCol="0">
            <a:spAutoFit/>
          </a:bodyPr>
          <a:p>
            <a:pPr algn="l"/>
            <a:r>
              <a:rPr lang="en-US" sz="1600" b="1"/>
              <a:t>4- BSSID:</a:t>
            </a:r>
            <a:r>
              <a:rPr lang="en-US" sz="1200" b="1">
                <a:latin typeface="Open Sans" charset="0"/>
                <a:cs typeface="Open Sans" charset="0"/>
              </a:rPr>
              <a:t> </a:t>
            </a:r>
            <a:r>
              <a:rPr sz="1200">
                <a:sym typeface="+mn-ea"/>
              </a:rPr>
              <a:t>c</a:t>
            </a:r>
            <a:r>
              <a:rPr lang="en-US" sz="1200">
                <a:sym typeface="+mn-ea"/>
              </a:rPr>
              <a:t>e champ de 6 bytes contient</a:t>
            </a:r>
            <a:r>
              <a:rPr sz="1200">
                <a:sym typeface="+mn-ea"/>
              </a:rPr>
              <a:t> l'adresse MAC du point d'accès</a:t>
            </a:r>
            <a:r>
              <a:rPr lang="en-US" sz="1200">
                <a:sym typeface="+mn-ea"/>
              </a:rPr>
              <a:t> ou du station</a:t>
            </a:r>
            <a:endParaRPr lang="en-US" sz="1200">
              <a:sym typeface="+mn-ea"/>
            </a:endParaRPr>
          </a:p>
        </p:txBody>
      </p:sp>
      <p:sp>
        <p:nvSpPr>
          <p:cNvPr id="14" name="Text Box 13"/>
          <p:cNvSpPr txBox="1"/>
          <p:nvPr/>
        </p:nvSpPr>
        <p:spPr>
          <a:xfrm>
            <a:off x="408305" y="3026410"/>
            <a:ext cx="6607175" cy="521970"/>
          </a:xfrm>
          <a:prstGeom prst="rect">
            <a:avLst/>
          </a:prstGeom>
          <a:noFill/>
        </p:spPr>
        <p:txBody>
          <a:bodyPr wrap="none" rtlCol="0">
            <a:spAutoFit/>
          </a:bodyPr>
          <a:p>
            <a:pPr lvl="8" algn="l"/>
            <a:r>
              <a:rPr lang="en-US" sz="1600" b="1"/>
              <a:t>5- FCS:</a:t>
            </a:r>
            <a:r>
              <a:rPr lang="en-US" sz="1200" b="1">
                <a:latin typeface="Open Sans" charset="0"/>
                <a:cs typeface="Open Sans" charset="0"/>
              </a:rPr>
              <a:t> </a:t>
            </a:r>
            <a:r>
              <a:rPr sz="1200">
                <a:sym typeface="+mn-ea"/>
              </a:rPr>
              <a:t>c</a:t>
            </a:r>
            <a:r>
              <a:rPr lang="en-US" sz="1200">
                <a:sym typeface="+mn-ea"/>
              </a:rPr>
              <a:t>e champ de 4 bytes protège tous les champs de l'en-tête MAC, il </a:t>
            </a:r>
            <a:r>
              <a:rPr lang="en-US" sz="1200">
                <a:sym typeface="+mn-ea"/>
              </a:rPr>
              <a:t>contient la valeur </a:t>
            </a:r>
            <a:endParaRPr lang="en-US" sz="1200">
              <a:sym typeface="+mn-ea"/>
            </a:endParaRPr>
          </a:p>
          <a:p>
            <a:pPr lvl="8" algn="l"/>
            <a:r>
              <a:rPr lang="en-US" sz="1200">
                <a:sym typeface="+mn-ea"/>
              </a:rPr>
              <a:t>                  du CRC </a:t>
            </a:r>
            <a:r>
              <a:rPr sz="1200">
                <a:sym typeface="+mn-ea"/>
              </a:rPr>
              <a:t>généré par la division modulo 2 du polynôme</a:t>
            </a:r>
            <a:endParaRPr sz="120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590" name="Shape 1590"/>
        <p:cNvGrpSpPr/>
        <p:nvPr/>
      </p:nvGrpSpPr>
      <p:grpSpPr>
        <a:xfrm>
          <a:off x="0" y="0"/>
          <a:ext cx="0" cy="0"/>
          <a:chOff x="0" y="0"/>
          <a:chExt cx="0" cy="0"/>
        </a:xfrm>
      </p:grpSpPr>
      <p:sp>
        <p:nvSpPr>
          <p:cNvPr id="1591" name="Google Shape;1591;p30"/>
          <p:cNvSpPr txBox="1"/>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L</a:t>
            </a:r>
            <a:r>
              <a:rPr lang="en-GB"/>
              <a:t>’émetteur et le récepteur de la trame</a:t>
            </a:r>
            <a:endParaRPr lang="en-GB"/>
          </a:p>
        </p:txBody>
      </p:sp>
      <p:grpSp>
        <p:nvGrpSpPr>
          <p:cNvPr id="1598" name="Google Shape;1598;p30"/>
          <p:cNvGrpSpPr/>
          <p:nvPr/>
        </p:nvGrpSpPr>
        <p:grpSpPr>
          <a:xfrm>
            <a:off x="7814889" y="900912"/>
            <a:ext cx="887675" cy="801288"/>
            <a:chOff x="6544194" y="2365864"/>
            <a:chExt cx="529544" cy="478038"/>
          </a:xfrm>
        </p:grpSpPr>
        <p:sp>
          <p:nvSpPr>
            <p:cNvPr id="1599" name="Google Shape;1599;p30"/>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0" name="Google Shape;1600;p30"/>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1" name="Google Shape;1601;p30"/>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2" name="Google Shape;1602;p30"/>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3" name="Google Shape;1603;p30"/>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4" name="Google Shape;1604;p30"/>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5" name="Google Shape;1605;p30"/>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6" name="Google Shape;1606;p30"/>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7" name="Google Shape;1607;p30"/>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8" name="Google Shape;1608;p30"/>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02" name="Google Shape;1502;p29"/>
          <p:cNvSpPr txBox="1"/>
          <p:nvPr>
            <p:ph type="subTitle" idx="2"/>
          </p:nvPr>
        </p:nvSpPr>
        <p:spPr>
          <a:xfrm>
            <a:off x="720090" y="1212215"/>
            <a:ext cx="7095490" cy="490220"/>
          </a:xfrm>
          <a:prstGeom prst="rect">
            <a:avLst/>
          </a:prstGeom>
        </p:spPr>
        <p:txBody>
          <a:bodyPr spcFirstLastPara="1" wrap="square" lIns="91425" tIns="91425" rIns="91425" bIns="91425" anchor="t" anchorCtr="0">
            <a:noAutofit/>
          </a:bodyPr>
          <a:p>
            <a:pPr marL="0" lvl="0" indent="0" algn="l" rtl="0">
              <a:spcBef>
                <a:spcPts val="0"/>
              </a:spcBef>
              <a:spcAft>
                <a:spcPts val="0"/>
              </a:spcAft>
              <a:buNone/>
            </a:pPr>
            <a:r>
              <a:rPr lang="en-US" altLang="fr-FR" dirty="0">
                <a:sym typeface="+mn-ea"/>
              </a:rPr>
              <a:t>- </a:t>
            </a:r>
            <a:r>
              <a:rPr lang="fr-FR" dirty="0">
                <a:sym typeface="+mn-ea"/>
              </a:rPr>
              <a:t>L'émetteur de cette trame est </a:t>
            </a:r>
            <a:r>
              <a:rPr lang="en-US" altLang="fr-FR" dirty="0">
                <a:sym typeface="+mn-ea"/>
              </a:rPr>
              <a:t>une station</a:t>
            </a:r>
            <a:r>
              <a:rPr lang="fr-FR" dirty="0">
                <a:sym typeface="+mn-ea"/>
              </a:rPr>
              <a:t>. L'adresse</a:t>
            </a:r>
            <a:r>
              <a:rPr lang="en-US" altLang="fr-FR" dirty="0">
                <a:sym typeface="+mn-ea"/>
              </a:rPr>
              <a:t> MAC</a:t>
            </a:r>
            <a:r>
              <a:rPr lang="fr-FR" dirty="0">
                <a:sym typeface="+mn-ea"/>
              </a:rPr>
              <a:t> du </a:t>
            </a:r>
            <a:r>
              <a:rPr lang="en-US" altLang="fr-FR" dirty="0">
                <a:sym typeface="+mn-ea"/>
              </a:rPr>
              <a:t>station</a:t>
            </a:r>
            <a:r>
              <a:rPr lang="fr-FR" dirty="0">
                <a:sym typeface="+mn-ea"/>
              </a:rPr>
              <a:t> est visible dans le champ BSSID.</a:t>
            </a:r>
            <a:endParaRPr lang="en-US"/>
          </a:p>
        </p:txBody>
      </p:sp>
      <p:sp>
        <p:nvSpPr>
          <p:cNvPr id="7" name="Google Shape;1502;p29"/>
          <p:cNvSpPr txBox="1"/>
          <p:nvPr/>
        </p:nvSpPr>
        <p:spPr>
          <a:xfrm>
            <a:off x="720090" y="1680210"/>
            <a:ext cx="6253480" cy="49022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9pPr>
          </a:lstStyle>
          <a:p>
            <a:pPr marL="0" lvl="0" indent="0" algn="l" rtl="0">
              <a:spcBef>
                <a:spcPts val="0"/>
              </a:spcBef>
              <a:spcAft>
                <a:spcPts val="0"/>
              </a:spcAft>
              <a:buNone/>
            </a:pPr>
            <a:r>
              <a:rPr lang="en-US" altLang="fr-FR" dirty="0">
                <a:sym typeface="+mn-ea"/>
              </a:rPr>
              <a:t>- </a:t>
            </a:r>
            <a:r>
              <a:rPr lang="fr-FR" dirty="0">
                <a:sym typeface="+mn-ea"/>
              </a:rPr>
              <a:t>Le récepteur est toutes les stations du réseau. Cela est indiqué par l'adresse de diffusion 0xFF-FF-FF-FF-FF-FF dans le champ </a:t>
            </a:r>
            <a:r>
              <a:rPr lang="fr-FR" dirty="0" err="1">
                <a:sym typeface="+mn-ea"/>
              </a:rPr>
              <a:t>Receiver</a:t>
            </a:r>
            <a:r>
              <a:rPr lang="fr-FR" dirty="0">
                <a:sym typeface="+mn-ea"/>
              </a:rPr>
              <a:t> </a:t>
            </a:r>
            <a:r>
              <a:rPr lang="fr-FR" dirty="0" err="1">
                <a:sym typeface="+mn-ea"/>
              </a:rPr>
              <a:t>Address</a:t>
            </a:r>
            <a:r>
              <a:rPr lang="fr-FR" dirty="0">
                <a:sym typeface="+mn-ea"/>
              </a:rPr>
              <a:t>.</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590" name="Shape 1590"/>
        <p:cNvGrpSpPr/>
        <p:nvPr/>
      </p:nvGrpSpPr>
      <p:grpSpPr>
        <a:xfrm>
          <a:off x="0" y="0"/>
          <a:ext cx="0" cy="0"/>
          <a:chOff x="0" y="0"/>
          <a:chExt cx="0" cy="0"/>
        </a:xfrm>
      </p:grpSpPr>
      <p:sp>
        <p:nvSpPr>
          <p:cNvPr id="1591" name="Google Shape;1591;p30"/>
          <p:cNvSpPr txBox="1"/>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sym typeface="+mn-ea"/>
              </a:rPr>
              <a:t>L</a:t>
            </a:r>
            <a:r>
              <a:rPr>
                <a:sym typeface="+mn-ea"/>
              </a:rPr>
              <a:t>e mode infrastructure de la trame PCF</a:t>
            </a:r>
            <a:endParaRPr lang="en-GB"/>
          </a:p>
        </p:txBody>
      </p:sp>
      <p:grpSp>
        <p:nvGrpSpPr>
          <p:cNvPr id="1598" name="Google Shape;1598;p30"/>
          <p:cNvGrpSpPr/>
          <p:nvPr/>
        </p:nvGrpSpPr>
        <p:grpSpPr>
          <a:xfrm>
            <a:off x="7814889" y="900912"/>
            <a:ext cx="887675" cy="801288"/>
            <a:chOff x="6544194" y="2365864"/>
            <a:chExt cx="529544" cy="478038"/>
          </a:xfrm>
        </p:grpSpPr>
        <p:sp>
          <p:nvSpPr>
            <p:cNvPr id="1599" name="Google Shape;1599;p30"/>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0" name="Google Shape;1600;p30"/>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1" name="Google Shape;1601;p30"/>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2" name="Google Shape;1602;p30"/>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3" name="Google Shape;1603;p30"/>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4" name="Google Shape;1604;p30"/>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5" name="Google Shape;1605;p30"/>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6" name="Google Shape;1606;p30"/>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7" name="Google Shape;1607;p30"/>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8" name="Google Shape;1608;p30"/>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02" name="Google Shape;1502;p29"/>
          <p:cNvSpPr txBox="1"/>
          <p:nvPr>
            <p:ph type="subTitle" idx="2"/>
          </p:nvPr>
        </p:nvSpPr>
        <p:spPr>
          <a:xfrm>
            <a:off x="720090" y="1212215"/>
            <a:ext cx="7095490" cy="1512570"/>
          </a:xfrm>
          <a:prstGeom prst="rect">
            <a:avLst/>
          </a:prstGeom>
        </p:spPr>
        <p:txBody>
          <a:bodyPr spcFirstLastPara="1" wrap="square" lIns="91425" tIns="91425" rIns="91425" bIns="91425" anchor="t" anchorCtr="0">
            <a:noAutofit/>
          </a:bodyPr>
          <a:p>
            <a:pPr marL="0" lvl="0" indent="0" algn="l" rtl="0">
              <a:spcBef>
                <a:spcPts val="0"/>
              </a:spcBef>
              <a:spcAft>
                <a:spcPts val="0"/>
              </a:spcAft>
              <a:buNone/>
            </a:pPr>
            <a:r>
              <a:rPr lang="en-US" altLang="fr-FR" dirty="0">
                <a:sym typeface="+mn-ea"/>
              </a:rPr>
              <a:t>- </a:t>
            </a:r>
            <a:r>
              <a:rPr lang="fr-FR">
                <a:sym typeface="+mn-ea"/>
              </a:rPr>
              <a:t>Le mode d'accès sans contention, ou PCF (Point Coordination Function). Ce système met en </a:t>
            </a:r>
            <a:r>
              <a:rPr lang="en-US" altLang="fr-FR">
                <a:sym typeface="+mn-ea"/>
              </a:rPr>
              <a:t>oe</a:t>
            </a:r>
            <a:r>
              <a:rPr lang="fr-FR">
                <a:sym typeface="+mn-ea"/>
              </a:rPr>
              <a:t>uvre un accès contrôlé de type réservation. Le contrôle est opéré par une station particulière disposant de la fonction de point de coordination centralisée. Cette station est nécessairement un point d'accès. Lorsque cette fonction est activée, chaque station dans la zone de couverture du point d'accès doit obéir aux règles de l'accès sans contention. Cette fonction de coordination met en </a:t>
            </a:r>
            <a:r>
              <a:rPr lang="en-US" altLang="fr-FR">
                <a:sym typeface="+mn-ea"/>
              </a:rPr>
              <a:t>oe</a:t>
            </a:r>
            <a:r>
              <a:rPr lang="fr-FR">
                <a:sym typeface="+mn-ea"/>
              </a:rPr>
              <a:t>uvre un système d'interrogation successive des stations de façon à organiser les transmissions suivant un multiplexage temporel dynamique du canal de communication.</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590" name="Shape 1590"/>
        <p:cNvGrpSpPr/>
        <p:nvPr/>
      </p:nvGrpSpPr>
      <p:grpSpPr>
        <a:xfrm>
          <a:off x="0" y="0"/>
          <a:ext cx="0" cy="0"/>
          <a:chOff x="0" y="0"/>
          <a:chExt cx="0" cy="0"/>
        </a:xfrm>
      </p:grpSpPr>
      <p:sp>
        <p:nvSpPr>
          <p:cNvPr id="1591" name="Google Shape;1591;p30"/>
          <p:cNvSpPr txBox="1"/>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L</a:t>
            </a:r>
            <a:r>
              <a:t>e diagramme temporel des échanges en communication</a:t>
            </a:r>
          </a:p>
        </p:txBody>
      </p:sp>
      <p:grpSp>
        <p:nvGrpSpPr>
          <p:cNvPr id="1598" name="Google Shape;1598;p30"/>
          <p:cNvGrpSpPr/>
          <p:nvPr/>
        </p:nvGrpSpPr>
        <p:grpSpPr>
          <a:xfrm>
            <a:off x="7814889" y="900912"/>
            <a:ext cx="887675" cy="801288"/>
            <a:chOff x="6544194" y="2365864"/>
            <a:chExt cx="529544" cy="478038"/>
          </a:xfrm>
        </p:grpSpPr>
        <p:sp>
          <p:nvSpPr>
            <p:cNvPr id="1599" name="Google Shape;1599;p30"/>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0" name="Google Shape;1600;p30"/>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1" name="Google Shape;1601;p30"/>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2" name="Google Shape;1602;p30"/>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3" name="Google Shape;1603;p30"/>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4" name="Google Shape;1604;p30"/>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5" name="Google Shape;1605;p30"/>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6" name="Google Shape;1606;p30"/>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7" name="Google Shape;1607;p30"/>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8" name="Google Shape;1608;p30"/>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02" name="Google Shape;1502;p29"/>
          <p:cNvSpPr txBox="1"/>
          <p:nvPr>
            <p:ph type="subTitle" idx="2"/>
          </p:nvPr>
        </p:nvSpPr>
        <p:spPr>
          <a:xfrm>
            <a:off x="720090" y="1704975"/>
            <a:ext cx="7095490" cy="1163955"/>
          </a:xfrm>
          <a:prstGeom prst="rect">
            <a:avLst/>
          </a:prstGeom>
        </p:spPr>
        <p:txBody>
          <a:bodyPr spcFirstLastPara="1" wrap="square" lIns="91425" tIns="91425" rIns="91425" bIns="91425" anchor="t" anchorCtr="0">
            <a:noAutofit/>
          </a:bodyPr>
          <a:p>
            <a:pPr marL="0" indent="0"/>
            <a:r>
              <a:rPr lang="en-US" altLang="fr-FR" dirty="0">
                <a:sym typeface="+mn-ea"/>
              </a:rPr>
              <a:t>- </a:t>
            </a:r>
            <a:r>
              <a:rPr lang="fr-FR" dirty="0">
                <a:sym typeface="+mn-ea"/>
              </a:rPr>
              <a:t>Début de la période PCF : </a:t>
            </a:r>
            <a:r>
              <a:rPr lang="en-US" altLang="fr-FR" dirty="0">
                <a:sym typeface="+mn-ea"/>
              </a:rPr>
              <a:t>le </a:t>
            </a:r>
            <a:r>
              <a:rPr lang="fr-FR">
                <a:sym typeface="+mn-ea"/>
              </a:rPr>
              <a:t>point d'accès</a:t>
            </a:r>
            <a:r>
              <a:rPr lang="en-US" altLang="fr-FR">
                <a:sym typeface="+mn-ea"/>
              </a:rPr>
              <a:t> </a:t>
            </a:r>
            <a:r>
              <a:rPr lang="fr-FR" dirty="0">
                <a:sym typeface="+mn-ea"/>
              </a:rPr>
              <a:t>envoie une trame CF-</a:t>
            </a:r>
            <a:r>
              <a:rPr lang="fr-FR" dirty="0" err="1">
                <a:sym typeface="+mn-ea"/>
              </a:rPr>
              <a:t>Poll</a:t>
            </a:r>
            <a:r>
              <a:rPr lang="fr-FR" dirty="0">
                <a:sym typeface="+mn-ea"/>
              </a:rPr>
              <a:t> pour permettre</a:t>
            </a:r>
            <a:r>
              <a:rPr lang="en-US" altLang="fr-FR" dirty="0">
                <a:sym typeface="+mn-ea"/>
              </a:rPr>
              <a:t>  a une station</a:t>
            </a:r>
            <a:r>
              <a:rPr lang="fr-FR" dirty="0">
                <a:sym typeface="+mn-ea"/>
              </a:rPr>
              <a:t> </a:t>
            </a:r>
            <a:r>
              <a:rPr lang="en-US" altLang="fr-FR" dirty="0">
                <a:sym typeface="+mn-ea"/>
              </a:rPr>
              <a:t> </a:t>
            </a:r>
            <a:r>
              <a:rPr lang="fr-FR" dirty="0">
                <a:sym typeface="+mn-ea"/>
              </a:rPr>
              <a:t>d'envoyer des données sans contention.</a:t>
            </a:r>
            <a:endParaRPr lang="fr-FR" dirty="0">
              <a:sym typeface="+mn-ea"/>
            </a:endParaRPr>
          </a:p>
          <a:p>
            <a:pPr marL="0" indent="0"/>
            <a:r>
              <a:rPr lang="en-US" altLang="fr-FR" dirty="0">
                <a:sym typeface="+mn-ea"/>
              </a:rPr>
              <a:t>- </a:t>
            </a:r>
            <a:r>
              <a:rPr lang="fr-FR" dirty="0">
                <a:sym typeface="+mn-ea"/>
              </a:rPr>
              <a:t>Transmission de données : L</a:t>
            </a:r>
            <a:r>
              <a:rPr lang="en-US" altLang="fr-FR" dirty="0">
                <a:sym typeface="+mn-ea"/>
              </a:rPr>
              <a:t>e</a:t>
            </a:r>
            <a:r>
              <a:rPr lang="fr-FR" dirty="0">
                <a:sym typeface="+mn-ea"/>
              </a:rPr>
              <a:t> station</a:t>
            </a:r>
            <a:r>
              <a:rPr lang="en-US" altLang="fr-FR" dirty="0">
                <a:sym typeface="+mn-ea"/>
              </a:rPr>
              <a:t> </a:t>
            </a:r>
            <a:r>
              <a:rPr lang="fr-FR" dirty="0">
                <a:sym typeface="+mn-ea"/>
              </a:rPr>
              <a:t>répond en envoyant sa trame de données.</a:t>
            </a:r>
            <a:endParaRPr lang="fr-FR" dirty="0">
              <a:sym typeface="+mn-ea"/>
            </a:endParaRPr>
          </a:p>
          <a:p>
            <a:pPr marL="0" indent="0"/>
            <a:r>
              <a:rPr lang="en-US" altLang="fr-FR" dirty="0">
                <a:sym typeface="+mn-ea"/>
              </a:rPr>
              <a:t>- </a:t>
            </a:r>
            <a:r>
              <a:rPr lang="fr-FR" dirty="0">
                <a:sym typeface="+mn-ea"/>
              </a:rPr>
              <a:t>CF-End + CF-ACK : </a:t>
            </a:r>
            <a:r>
              <a:rPr lang="en-US" altLang="fr-FR" dirty="0">
                <a:sym typeface="+mn-ea"/>
              </a:rPr>
              <a:t>le </a:t>
            </a:r>
            <a:r>
              <a:rPr lang="fr-FR">
                <a:sym typeface="+mn-ea"/>
              </a:rPr>
              <a:t>point d'accès</a:t>
            </a:r>
            <a:r>
              <a:rPr lang="en-US" altLang="fr-FR">
                <a:sym typeface="+mn-ea"/>
              </a:rPr>
              <a:t> </a:t>
            </a:r>
            <a:r>
              <a:rPr lang="fr-FR" dirty="0">
                <a:sym typeface="+mn-ea"/>
              </a:rPr>
              <a:t>envoie cette trame pour signaler la fin de la période de contention libre et accuser réception de la trame de données précédente.</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590" name="Shape 1590"/>
        <p:cNvGrpSpPr/>
        <p:nvPr/>
      </p:nvGrpSpPr>
      <p:grpSpPr>
        <a:xfrm>
          <a:off x="0" y="0"/>
          <a:ext cx="0" cy="0"/>
          <a:chOff x="0" y="0"/>
          <a:chExt cx="0" cy="0"/>
        </a:xfrm>
      </p:grpSpPr>
      <p:sp>
        <p:nvSpPr>
          <p:cNvPr id="1591" name="Google Shape;1591;p30"/>
          <p:cNvSpPr txBox="1"/>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sym typeface="+mn-ea"/>
              </a:rPr>
              <a:t>La </a:t>
            </a:r>
            <a:r>
              <a:rPr lang="fr-FR" dirty="0" err="1">
                <a:sym typeface="+mn-ea"/>
              </a:rPr>
              <a:t>next</a:t>
            </a:r>
            <a:r>
              <a:rPr lang="fr-FR" dirty="0">
                <a:sym typeface="+mn-ea"/>
              </a:rPr>
              <a:t> </a:t>
            </a:r>
            <a:r>
              <a:rPr lang="fr-FR" dirty="0" err="1">
                <a:sym typeface="+mn-ea"/>
              </a:rPr>
              <a:t>generation</a:t>
            </a:r>
            <a:r>
              <a:rPr lang="fr-FR" dirty="0">
                <a:sym typeface="+mn-ea"/>
              </a:rPr>
              <a:t> de l</a:t>
            </a:r>
            <a:r>
              <a:rPr lang="en-US" altLang="fr-FR" dirty="0">
                <a:sym typeface="+mn-ea"/>
              </a:rPr>
              <a:t>’</a:t>
            </a:r>
            <a:r>
              <a:rPr lang="fr-FR" dirty="0">
                <a:sym typeface="+mn-ea"/>
              </a:rPr>
              <a:t>extension de la IEEE 802.11x </a:t>
            </a:r>
            <a:endParaRPr lang="en-GB"/>
          </a:p>
        </p:txBody>
      </p:sp>
      <p:grpSp>
        <p:nvGrpSpPr>
          <p:cNvPr id="1598" name="Google Shape;1598;p30"/>
          <p:cNvGrpSpPr/>
          <p:nvPr/>
        </p:nvGrpSpPr>
        <p:grpSpPr>
          <a:xfrm>
            <a:off x="7814889" y="900912"/>
            <a:ext cx="887675" cy="801288"/>
            <a:chOff x="6544194" y="2365864"/>
            <a:chExt cx="529544" cy="478038"/>
          </a:xfrm>
        </p:grpSpPr>
        <p:sp>
          <p:nvSpPr>
            <p:cNvPr id="1599" name="Google Shape;1599;p30"/>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0" name="Google Shape;1600;p30"/>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1" name="Google Shape;1601;p30"/>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2" name="Google Shape;1602;p30"/>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3" name="Google Shape;1603;p30"/>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4" name="Google Shape;1604;p30"/>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5" name="Google Shape;1605;p30"/>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6" name="Google Shape;1606;p30"/>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7" name="Google Shape;1607;p30"/>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8" name="Google Shape;1608;p30"/>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7" name="Google Shape;1502;p29"/>
          <p:cNvSpPr txBox="1"/>
          <p:nvPr/>
        </p:nvSpPr>
        <p:spPr>
          <a:xfrm>
            <a:off x="608965" y="1680210"/>
            <a:ext cx="6253480" cy="208343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9pPr>
          </a:lstStyle>
          <a:p>
            <a:pPr algn="l" fontAlgn="base"/>
            <a:r>
              <a:rPr lang="fr-FR" b="1" dirty="0">
                <a:solidFill>
                  <a:schemeClr val="tx1"/>
                </a:solidFill>
                <a:effectLst/>
                <a:latin typeface="Poppins" panose="00000500000000000000" pitchFamily="2" charset="0"/>
                <a:cs typeface="Poppins" panose="00000500000000000000" pitchFamily="2" charset="0"/>
                <a:sym typeface="+mn-ea"/>
              </a:rPr>
              <a:t>IEEE 802.11ax (Wi-Fi 6)</a:t>
            </a:r>
            <a:r>
              <a:rPr lang="en-US" altLang="fr-FR" b="1" dirty="0">
                <a:solidFill>
                  <a:schemeClr val="tx1"/>
                </a:solidFill>
                <a:effectLst/>
                <a:latin typeface="Poppins" panose="00000500000000000000" pitchFamily="2" charset="0"/>
                <a:cs typeface="Poppins" panose="00000500000000000000" pitchFamily="2" charset="0"/>
                <a:sym typeface="+mn-ea"/>
              </a:rPr>
              <a:t>:</a:t>
            </a:r>
            <a:endParaRPr lang="fr-FR" i="0" dirty="0">
              <a:solidFill>
                <a:schemeClr val="tx1"/>
              </a:solidFill>
              <a:effectLst/>
              <a:latin typeface="Poppins" panose="00000500000000000000" pitchFamily="2" charset="0"/>
              <a:cs typeface="Poppins" panose="00000500000000000000" pitchFamily="2" charset="0"/>
            </a:endParaRPr>
          </a:p>
          <a:p>
            <a:pPr algn="l" fontAlgn="base"/>
            <a:endParaRPr lang="fr-FR" b="0" i="0" dirty="0">
              <a:solidFill>
                <a:schemeClr val="tx1"/>
              </a:solidFill>
              <a:effectLst/>
              <a:latin typeface="Poppins" panose="00000500000000000000" pitchFamily="2" charset="0"/>
              <a:cs typeface="Poppins" panose="00000500000000000000" pitchFamily="2" charset="0"/>
            </a:endParaRPr>
          </a:p>
          <a:p>
            <a:pPr algn="l" fontAlgn="base"/>
            <a:r>
              <a:rPr lang="fr-FR" dirty="0">
                <a:solidFill>
                  <a:schemeClr val="tx1"/>
                </a:solidFill>
                <a:effectLst/>
                <a:latin typeface="Poppins" panose="00000500000000000000" pitchFamily="2" charset="0"/>
                <a:cs typeface="Poppins" panose="00000500000000000000" pitchFamily="2" charset="0"/>
                <a:sym typeface="+mn-ea"/>
              </a:rPr>
              <a:t>. Nom: Wi-Fi 6</a:t>
            </a:r>
            <a:endParaRPr lang="fr-FR" b="0" i="0" dirty="0">
              <a:solidFill>
                <a:schemeClr val="tx1"/>
              </a:solidFill>
              <a:effectLst/>
              <a:latin typeface="Poppins" panose="00000500000000000000" pitchFamily="2" charset="0"/>
              <a:cs typeface="Poppins" panose="00000500000000000000" pitchFamily="2" charset="0"/>
            </a:endParaRPr>
          </a:p>
          <a:p>
            <a:pPr algn="l" fontAlgn="base"/>
            <a:r>
              <a:rPr lang="fr-FR" dirty="0">
                <a:solidFill>
                  <a:schemeClr val="tx1"/>
                </a:solidFill>
                <a:latin typeface="Poppins" panose="00000500000000000000" pitchFamily="2" charset="0"/>
                <a:cs typeface="Poppins" panose="00000500000000000000" pitchFamily="2" charset="0"/>
                <a:sym typeface="+mn-ea"/>
              </a:rPr>
              <a:t>. </a:t>
            </a:r>
            <a:r>
              <a:rPr lang="fr-FR" dirty="0">
                <a:solidFill>
                  <a:schemeClr val="tx1"/>
                </a:solidFill>
                <a:effectLst/>
                <a:latin typeface="Poppins" panose="00000500000000000000" pitchFamily="2" charset="0"/>
                <a:cs typeface="Poppins" panose="00000500000000000000" pitchFamily="2" charset="0"/>
                <a:sym typeface="+mn-ea"/>
              </a:rPr>
              <a:t>Description:</a:t>
            </a:r>
            <a:endParaRPr lang="fr-FR" b="0" i="0" dirty="0">
              <a:solidFill>
                <a:schemeClr val="tx1"/>
              </a:solidFill>
              <a:effectLst/>
              <a:latin typeface="Poppins" panose="00000500000000000000" pitchFamily="2" charset="0"/>
              <a:cs typeface="Poppins" panose="00000500000000000000" pitchFamily="2" charset="0"/>
            </a:endParaRPr>
          </a:p>
          <a:p>
            <a:pPr algn="l" fontAlgn="base"/>
            <a:r>
              <a:rPr lang="fr-FR" dirty="0">
                <a:solidFill>
                  <a:schemeClr val="tx1"/>
                </a:solidFill>
                <a:effectLst/>
                <a:latin typeface="Poppins" panose="00000500000000000000" pitchFamily="2" charset="0"/>
                <a:cs typeface="Poppins" panose="00000500000000000000" pitchFamily="2" charset="0"/>
                <a:sym typeface="+mn-ea"/>
              </a:rPr>
              <a:t>. Plus rapide (jusqu'à 9,6 </a:t>
            </a:r>
            <a:r>
              <a:rPr lang="fr-FR" dirty="0" err="1">
                <a:solidFill>
                  <a:schemeClr val="tx1"/>
                </a:solidFill>
                <a:effectLst/>
                <a:latin typeface="Poppins" panose="00000500000000000000" pitchFamily="2" charset="0"/>
                <a:cs typeface="Poppins" panose="00000500000000000000" pitchFamily="2" charset="0"/>
                <a:sym typeface="+mn-ea"/>
              </a:rPr>
              <a:t>Gbps</a:t>
            </a:r>
            <a:r>
              <a:rPr lang="fr-FR" dirty="0">
                <a:solidFill>
                  <a:schemeClr val="tx1"/>
                </a:solidFill>
                <a:effectLst/>
                <a:latin typeface="Poppins" panose="00000500000000000000" pitchFamily="2" charset="0"/>
                <a:cs typeface="Poppins" panose="00000500000000000000" pitchFamily="2" charset="0"/>
                <a:sym typeface="+mn-ea"/>
              </a:rPr>
              <a:t>).</a:t>
            </a:r>
            <a:endParaRPr lang="fr-FR" b="0" i="0" dirty="0">
              <a:solidFill>
                <a:schemeClr val="tx1"/>
              </a:solidFill>
              <a:effectLst/>
              <a:latin typeface="Poppins" panose="00000500000000000000" pitchFamily="2" charset="0"/>
              <a:cs typeface="Poppins" panose="00000500000000000000" pitchFamily="2" charset="0"/>
            </a:endParaRPr>
          </a:p>
          <a:p>
            <a:pPr algn="l" fontAlgn="base"/>
            <a:r>
              <a:rPr lang="fr-FR" dirty="0">
                <a:solidFill>
                  <a:schemeClr val="tx1"/>
                </a:solidFill>
                <a:effectLst/>
                <a:latin typeface="Poppins" panose="00000500000000000000" pitchFamily="2" charset="0"/>
                <a:cs typeface="Poppins" panose="00000500000000000000" pitchFamily="2" charset="0"/>
                <a:sym typeface="+mn-ea"/>
              </a:rPr>
              <a:t>. Fonctionne mieux dans les endroits bondés (stades, grandes villes).</a:t>
            </a:r>
            <a:endParaRPr lang="fr-FR" b="0" i="0" dirty="0">
              <a:solidFill>
                <a:schemeClr val="tx1"/>
              </a:solidFill>
              <a:effectLst/>
              <a:latin typeface="Poppins" panose="00000500000000000000" pitchFamily="2" charset="0"/>
              <a:cs typeface="Poppins" panose="00000500000000000000" pitchFamily="2" charset="0"/>
            </a:endParaRPr>
          </a:p>
          <a:p>
            <a:pPr algn="l" fontAlgn="base"/>
            <a:r>
              <a:rPr lang="fr-FR" dirty="0">
                <a:solidFill>
                  <a:schemeClr val="tx1"/>
                </a:solidFill>
                <a:effectLst/>
                <a:latin typeface="Poppins" panose="00000500000000000000" pitchFamily="2" charset="0"/>
                <a:cs typeface="Poppins" panose="00000500000000000000" pitchFamily="2" charset="0"/>
                <a:sym typeface="+mn-ea"/>
              </a:rPr>
              <a:t>. Optimise l'utilisation de la bande passante pour connecter plusieurs appareils en même temps.</a:t>
            </a:r>
            <a:endParaRPr lang="fr-FR" b="0" i="0" dirty="0">
              <a:solidFill>
                <a:schemeClr val="tx1"/>
              </a:solidFill>
              <a:effectLst/>
              <a:latin typeface="Poppins" panose="00000500000000000000" pitchFamily="2" charset="0"/>
              <a:cs typeface="Poppins" panose="00000500000000000000" pitchFamily="2" charset="0"/>
            </a:endParaRPr>
          </a:p>
          <a:p>
            <a:pPr algn="l" fontAlgn="base"/>
            <a:r>
              <a:rPr lang="fr-FR" dirty="0">
                <a:solidFill>
                  <a:schemeClr val="tx1"/>
                </a:solidFill>
                <a:effectLst/>
                <a:latin typeface="Poppins" panose="00000500000000000000" pitchFamily="2" charset="0"/>
                <a:cs typeface="Poppins" panose="00000500000000000000" pitchFamily="2" charset="0"/>
                <a:sym typeface="+mn-ea"/>
              </a:rPr>
              <a:t>. Réduit la consommation d'énergie des appareils connectés.</a:t>
            </a:r>
            <a:endParaRPr lang="fr-FR" b="0" dirty="0">
              <a:solidFill>
                <a:schemeClr val="tx1"/>
              </a:solidFill>
              <a:latin typeface="Poppins" panose="00000500000000000000" pitchFamily="2" charset="0"/>
              <a:cs typeface="Poppins" panose="00000500000000000000" pitchFamily="2" charset="0"/>
            </a:endParaRPr>
          </a:p>
          <a:p>
            <a:pPr algn="l" fontAlgn="base"/>
            <a:r>
              <a:rPr lang="fr-FR" dirty="0">
                <a:solidFill>
                  <a:schemeClr val="tx1"/>
                </a:solidFill>
                <a:effectLst/>
                <a:latin typeface="Poppins" panose="00000500000000000000" pitchFamily="2" charset="0"/>
                <a:cs typeface="Poppins" panose="00000500000000000000" pitchFamily="2" charset="0"/>
                <a:sym typeface="+mn-ea"/>
              </a:rPr>
              <a:t>. Compatible avec les bandes 2,4 GHz et 5 GHz.</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702" name="Shape 2702"/>
        <p:cNvGrpSpPr/>
        <p:nvPr/>
      </p:nvGrpSpPr>
      <p:grpSpPr>
        <a:xfrm>
          <a:off x="0" y="0"/>
          <a:ext cx="0" cy="0"/>
          <a:chOff x="0" y="0"/>
          <a:chExt cx="0" cy="0"/>
        </a:xfrm>
      </p:grpSpPr>
      <p:sp>
        <p:nvSpPr>
          <p:cNvPr id="2704" name="Google Shape;2704;p45"/>
          <p:cNvSpPr txBox="1"/>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L</a:t>
            </a:r>
            <a:r>
              <a:rPr lang="en-GB"/>
              <a:t>es références</a:t>
            </a:r>
            <a:endParaRPr lang="en-GB"/>
          </a:p>
        </p:txBody>
      </p:sp>
      <p:grpSp>
        <p:nvGrpSpPr>
          <p:cNvPr id="2705" name="Google Shape;2705;p45"/>
          <p:cNvGrpSpPr/>
          <p:nvPr/>
        </p:nvGrpSpPr>
        <p:grpSpPr>
          <a:xfrm>
            <a:off x="5532233" y="1331668"/>
            <a:ext cx="2898265" cy="2712158"/>
            <a:chOff x="6727934" y="1261064"/>
            <a:chExt cx="1795259" cy="1679875"/>
          </a:xfrm>
        </p:grpSpPr>
        <p:grpSp>
          <p:nvGrpSpPr>
            <p:cNvPr id="2706" name="Google Shape;2706;p45"/>
            <p:cNvGrpSpPr/>
            <p:nvPr/>
          </p:nvGrpSpPr>
          <p:grpSpPr>
            <a:xfrm>
              <a:off x="8384122" y="2614871"/>
              <a:ext cx="139071" cy="139071"/>
              <a:chOff x="5448853" y="3419595"/>
              <a:chExt cx="78736" cy="78736"/>
            </a:xfrm>
          </p:grpSpPr>
          <p:sp>
            <p:nvSpPr>
              <p:cNvPr id="2707" name="Google Shape;2707;p45"/>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8" name="Google Shape;2708;p45"/>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9" name="Google Shape;2709;p45"/>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0" name="Google Shape;2710;p45"/>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1" name="Google Shape;2711;p45"/>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2" name="Google Shape;2712;p45"/>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3" name="Google Shape;2713;p45"/>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4" name="Google Shape;2714;p45"/>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715" name="Google Shape;2715;p45"/>
            <p:cNvSpPr/>
            <p:nvPr/>
          </p:nvSpPr>
          <p:spPr>
            <a:xfrm>
              <a:off x="7379802" y="2174552"/>
              <a:ext cx="423166" cy="165915"/>
            </a:xfrm>
            <a:custGeom>
              <a:avLst/>
              <a:gdLst/>
              <a:ahLst/>
              <a:cxnLst/>
              <a:rect l="l" t="t" r="r" b="b"/>
              <a:pathLst>
                <a:path w="7172" h="2812" extrusionOk="0">
                  <a:moveTo>
                    <a:pt x="56" y="1"/>
                  </a:moveTo>
                  <a:cubicBezTo>
                    <a:pt x="28" y="1"/>
                    <a:pt x="1" y="29"/>
                    <a:pt x="1" y="66"/>
                  </a:cubicBezTo>
                  <a:cubicBezTo>
                    <a:pt x="1" y="94"/>
                    <a:pt x="28" y="121"/>
                    <a:pt x="56" y="121"/>
                  </a:cubicBezTo>
                  <a:lnTo>
                    <a:pt x="520" y="121"/>
                  </a:lnTo>
                  <a:cubicBezTo>
                    <a:pt x="557" y="121"/>
                    <a:pt x="576" y="94"/>
                    <a:pt x="576" y="66"/>
                  </a:cubicBezTo>
                  <a:cubicBezTo>
                    <a:pt x="576" y="29"/>
                    <a:pt x="557" y="1"/>
                    <a:pt x="520" y="1"/>
                  </a:cubicBezTo>
                  <a:close/>
                  <a:moveTo>
                    <a:pt x="984" y="1"/>
                  </a:moveTo>
                  <a:cubicBezTo>
                    <a:pt x="956" y="1"/>
                    <a:pt x="928" y="29"/>
                    <a:pt x="928" y="66"/>
                  </a:cubicBezTo>
                  <a:cubicBezTo>
                    <a:pt x="928" y="94"/>
                    <a:pt x="956" y="121"/>
                    <a:pt x="984" y="121"/>
                  </a:cubicBezTo>
                  <a:lnTo>
                    <a:pt x="1448" y="121"/>
                  </a:lnTo>
                  <a:cubicBezTo>
                    <a:pt x="1485" y="121"/>
                    <a:pt x="1503" y="94"/>
                    <a:pt x="1503" y="66"/>
                  </a:cubicBezTo>
                  <a:cubicBezTo>
                    <a:pt x="1503" y="29"/>
                    <a:pt x="1485" y="1"/>
                    <a:pt x="1448" y="1"/>
                  </a:cubicBezTo>
                  <a:close/>
                  <a:moveTo>
                    <a:pt x="1912" y="1"/>
                  </a:moveTo>
                  <a:cubicBezTo>
                    <a:pt x="1875" y="1"/>
                    <a:pt x="1856" y="29"/>
                    <a:pt x="1856" y="66"/>
                  </a:cubicBezTo>
                  <a:cubicBezTo>
                    <a:pt x="1856" y="94"/>
                    <a:pt x="1875" y="121"/>
                    <a:pt x="1912" y="121"/>
                  </a:cubicBezTo>
                  <a:lnTo>
                    <a:pt x="2264" y="121"/>
                  </a:lnTo>
                  <a:cubicBezTo>
                    <a:pt x="2273" y="149"/>
                    <a:pt x="2301" y="168"/>
                    <a:pt x="2329" y="168"/>
                  </a:cubicBezTo>
                  <a:cubicBezTo>
                    <a:pt x="2357" y="168"/>
                    <a:pt x="2385" y="149"/>
                    <a:pt x="2385" y="112"/>
                  </a:cubicBezTo>
                  <a:lnTo>
                    <a:pt x="2385" y="66"/>
                  </a:lnTo>
                  <a:cubicBezTo>
                    <a:pt x="2385" y="29"/>
                    <a:pt x="2357" y="1"/>
                    <a:pt x="2329" y="1"/>
                  </a:cubicBezTo>
                  <a:close/>
                  <a:moveTo>
                    <a:pt x="2329" y="520"/>
                  </a:moveTo>
                  <a:cubicBezTo>
                    <a:pt x="2292" y="520"/>
                    <a:pt x="2264" y="548"/>
                    <a:pt x="2264" y="576"/>
                  </a:cubicBezTo>
                  <a:lnTo>
                    <a:pt x="2264" y="1040"/>
                  </a:lnTo>
                  <a:cubicBezTo>
                    <a:pt x="2264" y="1068"/>
                    <a:pt x="2292" y="1095"/>
                    <a:pt x="2329" y="1095"/>
                  </a:cubicBezTo>
                  <a:cubicBezTo>
                    <a:pt x="2357" y="1095"/>
                    <a:pt x="2385" y="1077"/>
                    <a:pt x="2385" y="1040"/>
                  </a:cubicBezTo>
                  <a:lnTo>
                    <a:pt x="2385" y="576"/>
                  </a:lnTo>
                  <a:cubicBezTo>
                    <a:pt x="2385" y="548"/>
                    <a:pt x="2357" y="520"/>
                    <a:pt x="2329" y="520"/>
                  </a:cubicBezTo>
                  <a:close/>
                  <a:moveTo>
                    <a:pt x="2329" y="1448"/>
                  </a:moveTo>
                  <a:cubicBezTo>
                    <a:pt x="2292" y="1448"/>
                    <a:pt x="2264" y="1476"/>
                    <a:pt x="2264" y="1504"/>
                  </a:cubicBezTo>
                  <a:lnTo>
                    <a:pt x="2264" y="1680"/>
                  </a:lnTo>
                  <a:cubicBezTo>
                    <a:pt x="2264" y="1717"/>
                    <a:pt x="2292" y="1745"/>
                    <a:pt x="2329" y="1745"/>
                  </a:cubicBezTo>
                  <a:lnTo>
                    <a:pt x="2607" y="1745"/>
                  </a:lnTo>
                  <a:cubicBezTo>
                    <a:pt x="2644" y="1745"/>
                    <a:pt x="2672" y="1717"/>
                    <a:pt x="2672" y="1680"/>
                  </a:cubicBezTo>
                  <a:cubicBezTo>
                    <a:pt x="2672" y="1652"/>
                    <a:pt x="2644" y="1624"/>
                    <a:pt x="2607" y="1624"/>
                  </a:cubicBezTo>
                  <a:lnTo>
                    <a:pt x="2385" y="1624"/>
                  </a:lnTo>
                  <a:lnTo>
                    <a:pt x="2385" y="1504"/>
                  </a:lnTo>
                  <a:cubicBezTo>
                    <a:pt x="2385" y="1476"/>
                    <a:pt x="2357" y="1448"/>
                    <a:pt x="2329" y="1448"/>
                  </a:cubicBezTo>
                  <a:close/>
                  <a:moveTo>
                    <a:pt x="3071" y="1624"/>
                  </a:moveTo>
                  <a:cubicBezTo>
                    <a:pt x="3043" y="1624"/>
                    <a:pt x="3016" y="1652"/>
                    <a:pt x="3016" y="1680"/>
                  </a:cubicBezTo>
                  <a:cubicBezTo>
                    <a:pt x="3016" y="1717"/>
                    <a:pt x="3043" y="1745"/>
                    <a:pt x="3071" y="1745"/>
                  </a:cubicBezTo>
                  <a:lnTo>
                    <a:pt x="3535" y="1745"/>
                  </a:lnTo>
                  <a:cubicBezTo>
                    <a:pt x="3572" y="1745"/>
                    <a:pt x="3600" y="1717"/>
                    <a:pt x="3600" y="1680"/>
                  </a:cubicBezTo>
                  <a:cubicBezTo>
                    <a:pt x="3600" y="1652"/>
                    <a:pt x="3572" y="1624"/>
                    <a:pt x="3535" y="1624"/>
                  </a:cubicBezTo>
                  <a:close/>
                  <a:moveTo>
                    <a:pt x="3999" y="1624"/>
                  </a:moveTo>
                  <a:cubicBezTo>
                    <a:pt x="3971" y="1624"/>
                    <a:pt x="3943" y="1652"/>
                    <a:pt x="3943" y="1680"/>
                  </a:cubicBezTo>
                  <a:cubicBezTo>
                    <a:pt x="3943" y="1717"/>
                    <a:pt x="3971" y="1745"/>
                    <a:pt x="3999" y="1745"/>
                  </a:cubicBezTo>
                  <a:lnTo>
                    <a:pt x="4463" y="1745"/>
                  </a:lnTo>
                  <a:cubicBezTo>
                    <a:pt x="4500" y="1745"/>
                    <a:pt x="4528" y="1717"/>
                    <a:pt x="4528" y="1680"/>
                  </a:cubicBezTo>
                  <a:cubicBezTo>
                    <a:pt x="4528" y="1652"/>
                    <a:pt x="4500" y="1624"/>
                    <a:pt x="4463" y="1624"/>
                  </a:cubicBezTo>
                  <a:close/>
                  <a:moveTo>
                    <a:pt x="4927" y="1624"/>
                  </a:moveTo>
                  <a:cubicBezTo>
                    <a:pt x="4899" y="1624"/>
                    <a:pt x="4871" y="1652"/>
                    <a:pt x="4871" y="1680"/>
                  </a:cubicBezTo>
                  <a:cubicBezTo>
                    <a:pt x="4871" y="1717"/>
                    <a:pt x="4899" y="1745"/>
                    <a:pt x="4927" y="1745"/>
                  </a:cubicBezTo>
                  <a:lnTo>
                    <a:pt x="5390" y="1745"/>
                  </a:lnTo>
                  <a:cubicBezTo>
                    <a:pt x="5427" y="1745"/>
                    <a:pt x="5455" y="1717"/>
                    <a:pt x="5455" y="1680"/>
                  </a:cubicBezTo>
                  <a:cubicBezTo>
                    <a:pt x="5455" y="1652"/>
                    <a:pt x="5427" y="1624"/>
                    <a:pt x="5390" y="1624"/>
                  </a:cubicBezTo>
                  <a:close/>
                  <a:moveTo>
                    <a:pt x="5854" y="1624"/>
                  </a:moveTo>
                  <a:cubicBezTo>
                    <a:pt x="5826" y="1624"/>
                    <a:pt x="5799" y="1652"/>
                    <a:pt x="5799" y="1680"/>
                  </a:cubicBezTo>
                  <a:cubicBezTo>
                    <a:pt x="5799" y="1717"/>
                    <a:pt x="5826" y="1745"/>
                    <a:pt x="5854" y="1745"/>
                  </a:cubicBezTo>
                  <a:lnTo>
                    <a:pt x="6318" y="1745"/>
                  </a:lnTo>
                  <a:cubicBezTo>
                    <a:pt x="6355" y="1745"/>
                    <a:pt x="6383" y="1717"/>
                    <a:pt x="6383" y="1680"/>
                  </a:cubicBezTo>
                  <a:cubicBezTo>
                    <a:pt x="6383" y="1652"/>
                    <a:pt x="6355" y="1624"/>
                    <a:pt x="6318" y="1624"/>
                  </a:cubicBezTo>
                  <a:close/>
                  <a:moveTo>
                    <a:pt x="6782" y="1624"/>
                  </a:moveTo>
                  <a:cubicBezTo>
                    <a:pt x="6754" y="1624"/>
                    <a:pt x="6726" y="1652"/>
                    <a:pt x="6726" y="1689"/>
                  </a:cubicBezTo>
                  <a:cubicBezTo>
                    <a:pt x="6726" y="1717"/>
                    <a:pt x="6754" y="1745"/>
                    <a:pt x="6782" y="1745"/>
                  </a:cubicBezTo>
                  <a:lnTo>
                    <a:pt x="7051" y="1745"/>
                  </a:lnTo>
                  <a:lnTo>
                    <a:pt x="7051" y="1828"/>
                  </a:lnTo>
                  <a:cubicBezTo>
                    <a:pt x="7051" y="1856"/>
                    <a:pt x="7079" y="1884"/>
                    <a:pt x="7107" y="1884"/>
                  </a:cubicBezTo>
                  <a:cubicBezTo>
                    <a:pt x="7144" y="1884"/>
                    <a:pt x="7172" y="1856"/>
                    <a:pt x="7172" y="1828"/>
                  </a:cubicBezTo>
                  <a:lnTo>
                    <a:pt x="7172" y="1689"/>
                  </a:lnTo>
                  <a:cubicBezTo>
                    <a:pt x="7172" y="1652"/>
                    <a:pt x="7144" y="1624"/>
                    <a:pt x="7107" y="1624"/>
                  </a:cubicBezTo>
                  <a:close/>
                  <a:moveTo>
                    <a:pt x="7107" y="2227"/>
                  </a:moveTo>
                  <a:cubicBezTo>
                    <a:pt x="7079" y="2227"/>
                    <a:pt x="7051" y="2255"/>
                    <a:pt x="7051" y="2292"/>
                  </a:cubicBezTo>
                  <a:lnTo>
                    <a:pt x="7051" y="2756"/>
                  </a:lnTo>
                  <a:cubicBezTo>
                    <a:pt x="7051" y="2784"/>
                    <a:pt x="7079" y="2812"/>
                    <a:pt x="7107" y="2812"/>
                  </a:cubicBezTo>
                  <a:cubicBezTo>
                    <a:pt x="7144" y="2812"/>
                    <a:pt x="7172" y="2784"/>
                    <a:pt x="7172" y="2756"/>
                  </a:cubicBezTo>
                  <a:lnTo>
                    <a:pt x="7172" y="2292"/>
                  </a:lnTo>
                  <a:cubicBezTo>
                    <a:pt x="7172" y="2255"/>
                    <a:pt x="7144" y="2227"/>
                    <a:pt x="7107" y="22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6" name="Google Shape;2716;p45"/>
            <p:cNvSpPr/>
            <p:nvPr/>
          </p:nvSpPr>
          <p:spPr>
            <a:xfrm>
              <a:off x="8240247" y="1261064"/>
              <a:ext cx="108447" cy="108388"/>
            </a:xfrm>
            <a:custGeom>
              <a:avLst/>
              <a:gdLst/>
              <a:ahLst/>
              <a:cxnLst/>
              <a:rect l="l" t="t" r="r" b="b"/>
              <a:pathLst>
                <a:path w="1838" h="1837" extrusionOk="0">
                  <a:moveTo>
                    <a:pt x="928" y="186"/>
                  </a:moveTo>
                  <a:lnTo>
                    <a:pt x="1179" y="649"/>
                  </a:lnTo>
                  <a:cubicBezTo>
                    <a:pt x="1179" y="659"/>
                    <a:pt x="1188" y="659"/>
                    <a:pt x="1197" y="668"/>
                  </a:cubicBezTo>
                  <a:lnTo>
                    <a:pt x="1661" y="928"/>
                  </a:lnTo>
                  <a:lnTo>
                    <a:pt x="1197" y="1178"/>
                  </a:lnTo>
                  <a:cubicBezTo>
                    <a:pt x="1188" y="1178"/>
                    <a:pt x="1179" y="1188"/>
                    <a:pt x="1179" y="1197"/>
                  </a:cubicBezTo>
                  <a:lnTo>
                    <a:pt x="919" y="1661"/>
                  </a:lnTo>
                  <a:lnTo>
                    <a:pt x="669" y="1197"/>
                  </a:lnTo>
                  <a:cubicBezTo>
                    <a:pt x="659" y="1188"/>
                    <a:pt x="650" y="1178"/>
                    <a:pt x="641" y="1178"/>
                  </a:cubicBezTo>
                  <a:lnTo>
                    <a:pt x="186" y="918"/>
                  </a:lnTo>
                  <a:lnTo>
                    <a:pt x="650" y="668"/>
                  </a:lnTo>
                  <a:cubicBezTo>
                    <a:pt x="659" y="659"/>
                    <a:pt x="659" y="649"/>
                    <a:pt x="669" y="640"/>
                  </a:cubicBezTo>
                  <a:lnTo>
                    <a:pt x="928" y="186"/>
                  </a:lnTo>
                  <a:close/>
                  <a:moveTo>
                    <a:pt x="928" y="0"/>
                  </a:moveTo>
                  <a:cubicBezTo>
                    <a:pt x="900" y="0"/>
                    <a:pt x="882" y="9"/>
                    <a:pt x="873" y="28"/>
                  </a:cubicBezTo>
                  <a:lnTo>
                    <a:pt x="576" y="575"/>
                  </a:lnTo>
                  <a:lnTo>
                    <a:pt x="28" y="863"/>
                  </a:lnTo>
                  <a:cubicBezTo>
                    <a:pt x="10" y="881"/>
                    <a:pt x="1" y="900"/>
                    <a:pt x="1" y="918"/>
                  </a:cubicBezTo>
                  <a:cubicBezTo>
                    <a:pt x="1" y="937"/>
                    <a:pt x="10" y="956"/>
                    <a:pt x="28" y="965"/>
                  </a:cubicBezTo>
                  <a:lnTo>
                    <a:pt x="576" y="1271"/>
                  </a:lnTo>
                  <a:lnTo>
                    <a:pt x="863" y="1809"/>
                  </a:lnTo>
                  <a:cubicBezTo>
                    <a:pt x="882" y="1828"/>
                    <a:pt x="900" y="1837"/>
                    <a:pt x="919" y="1837"/>
                  </a:cubicBezTo>
                  <a:cubicBezTo>
                    <a:pt x="938" y="1837"/>
                    <a:pt x="956" y="1828"/>
                    <a:pt x="975" y="1809"/>
                  </a:cubicBezTo>
                  <a:lnTo>
                    <a:pt x="1271" y="1271"/>
                  </a:lnTo>
                  <a:lnTo>
                    <a:pt x="1810" y="974"/>
                  </a:lnTo>
                  <a:cubicBezTo>
                    <a:pt x="1828" y="965"/>
                    <a:pt x="1837" y="946"/>
                    <a:pt x="1837" y="928"/>
                  </a:cubicBezTo>
                  <a:cubicBezTo>
                    <a:pt x="1837" y="900"/>
                    <a:pt x="1828" y="881"/>
                    <a:pt x="1810" y="872"/>
                  </a:cubicBezTo>
                  <a:lnTo>
                    <a:pt x="1271" y="575"/>
                  </a:lnTo>
                  <a:lnTo>
                    <a:pt x="975" y="28"/>
                  </a:lnTo>
                  <a:cubicBezTo>
                    <a:pt x="965" y="9"/>
                    <a:pt x="947" y="0"/>
                    <a:pt x="9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7" name="Google Shape;2717;p45"/>
            <p:cNvSpPr/>
            <p:nvPr/>
          </p:nvSpPr>
          <p:spPr>
            <a:xfrm>
              <a:off x="8380379" y="2008694"/>
              <a:ext cx="26315" cy="25784"/>
            </a:xfrm>
            <a:custGeom>
              <a:avLst/>
              <a:gdLst/>
              <a:ahLst/>
              <a:cxnLst/>
              <a:rect l="l" t="t" r="r" b="b"/>
              <a:pathLst>
                <a:path w="446" h="437" extrusionOk="0">
                  <a:moveTo>
                    <a:pt x="0" y="437"/>
                  </a:moveTo>
                  <a:lnTo>
                    <a:pt x="446"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8" name="Google Shape;2718;p45"/>
            <p:cNvSpPr/>
            <p:nvPr/>
          </p:nvSpPr>
          <p:spPr>
            <a:xfrm>
              <a:off x="8380379" y="1940840"/>
              <a:ext cx="26315" cy="26315"/>
            </a:xfrm>
            <a:custGeom>
              <a:avLst/>
              <a:gdLst/>
              <a:ahLst/>
              <a:cxnLst/>
              <a:rect l="l" t="t" r="r" b="b"/>
              <a:pathLst>
                <a:path w="446" h="446" extrusionOk="0">
                  <a:moveTo>
                    <a:pt x="0" y="1"/>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9" name="Google Shape;2719;p45"/>
            <p:cNvSpPr/>
            <p:nvPr/>
          </p:nvSpPr>
          <p:spPr>
            <a:xfrm>
              <a:off x="8286210" y="1697806"/>
              <a:ext cx="47143" cy="47674"/>
            </a:xfrm>
            <a:custGeom>
              <a:avLst/>
              <a:gdLst/>
              <a:ahLst/>
              <a:cxnLst/>
              <a:rect l="l" t="t" r="r" b="b"/>
              <a:pathLst>
                <a:path w="799" h="808" extrusionOk="0">
                  <a:moveTo>
                    <a:pt x="400" y="112"/>
                  </a:moveTo>
                  <a:cubicBezTo>
                    <a:pt x="557" y="112"/>
                    <a:pt x="687" y="242"/>
                    <a:pt x="687" y="400"/>
                  </a:cubicBezTo>
                  <a:cubicBezTo>
                    <a:pt x="687" y="557"/>
                    <a:pt x="557" y="687"/>
                    <a:pt x="400" y="687"/>
                  </a:cubicBezTo>
                  <a:cubicBezTo>
                    <a:pt x="242" y="687"/>
                    <a:pt x="112" y="557"/>
                    <a:pt x="112" y="400"/>
                  </a:cubicBezTo>
                  <a:cubicBezTo>
                    <a:pt x="112" y="242"/>
                    <a:pt x="242" y="112"/>
                    <a:pt x="400" y="112"/>
                  </a:cubicBezTo>
                  <a:close/>
                  <a:moveTo>
                    <a:pt x="400" y="1"/>
                  </a:moveTo>
                  <a:cubicBezTo>
                    <a:pt x="177" y="1"/>
                    <a:pt x="1" y="177"/>
                    <a:pt x="1" y="400"/>
                  </a:cubicBezTo>
                  <a:cubicBezTo>
                    <a:pt x="1" y="622"/>
                    <a:pt x="177" y="808"/>
                    <a:pt x="400" y="808"/>
                  </a:cubicBezTo>
                  <a:cubicBezTo>
                    <a:pt x="622" y="808"/>
                    <a:pt x="799" y="622"/>
                    <a:pt x="799" y="400"/>
                  </a:cubicBezTo>
                  <a:cubicBezTo>
                    <a:pt x="799" y="177"/>
                    <a:pt x="622" y="1"/>
                    <a:pt x="4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0" name="Google Shape;2720;p45"/>
            <p:cNvSpPr/>
            <p:nvPr/>
          </p:nvSpPr>
          <p:spPr>
            <a:xfrm>
              <a:off x="6843404" y="1371577"/>
              <a:ext cx="517865" cy="515682"/>
            </a:xfrm>
            <a:custGeom>
              <a:avLst/>
              <a:gdLst/>
              <a:ahLst/>
              <a:cxnLst/>
              <a:rect l="l" t="t" r="r" b="b"/>
              <a:pathLst>
                <a:path w="8777" h="8740" extrusionOk="0">
                  <a:moveTo>
                    <a:pt x="4373" y="2429"/>
                  </a:moveTo>
                  <a:cubicBezTo>
                    <a:pt x="4599" y="2429"/>
                    <a:pt x="4826" y="2469"/>
                    <a:pt x="5047" y="2552"/>
                  </a:cubicBezTo>
                  <a:cubicBezTo>
                    <a:pt x="5733" y="2803"/>
                    <a:pt x="6327" y="3656"/>
                    <a:pt x="6309" y="4389"/>
                  </a:cubicBezTo>
                  <a:cubicBezTo>
                    <a:pt x="6290" y="5029"/>
                    <a:pt x="5984" y="5595"/>
                    <a:pt x="5464" y="5947"/>
                  </a:cubicBezTo>
                  <a:cubicBezTo>
                    <a:pt x="5138" y="6175"/>
                    <a:pt x="4763" y="6289"/>
                    <a:pt x="4380" y="6289"/>
                  </a:cubicBezTo>
                  <a:cubicBezTo>
                    <a:pt x="4154" y="6289"/>
                    <a:pt x="3926" y="6249"/>
                    <a:pt x="3702" y="6170"/>
                  </a:cubicBezTo>
                  <a:cubicBezTo>
                    <a:pt x="3015" y="5919"/>
                    <a:pt x="2431" y="5057"/>
                    <a:pt x="2450" y="4324"/>
                  </a:cubicBezTo>
                  <a:cubicBezTo>
                    <a:pt x="2459" y="3693"/>
                    <a:pt x="2765" y="3118"/>
                    <a:pt x="3284" y="2765"/>
                  </a:cubicBezTo>
                  <a:cubicBezTo>
                    <a:pt x="3616" y="2544"/>
                    <a:pt x="3992" y="2429"/>
                    <a:pt x="4373" y="2429"/>
                  </a:cubicBezTo>
                  <a:close/>
                  <a:moveTo>
                    <a:pt x="4370" y="2312"/>
                  </a:moveTo>
                  <a:cubicBezTo>
                    <a:pt x="3966" y="2312"/>
                    <a:pt x="3569" y="2434"/>
                    <a:pt x="3219" y="2673"/>
                  </a:cubicBezTo>
                  <a:cubicBezTo>
                    <a:pt x="2672" y="3044"/>
                    <a:pt x="2347" y="3647"/>
                    <a:pt x="2329" y="4324"/>
                  </a:cubicBezTo>
                  <a:cubicBezTo>
                    <a:pt x="2310" y="5112"/>
                    <a:pt x="2923" y="6003"/>
                    <a:pt x="3665" y="6272"/>
                  </a:cubicBezTo>
                  <a:cubicBezTo>
                    <a:pt x="3897" y="6365"/>
                    <a:pt x="4138" y="6402"/>
                    <a:pt x="4379" y="6402"/>
                  </a:cubicBezTo>
                  <a:cubicBezTo>
                    <a:pt x="4787" y="6402"/>
                    <a:pt x="5186" y="6281"/>
                    <a:pt x="5529" y="6049"/>
                  </a:cubicBezTo>
                  <a:cubicBezTo>
                    <a:pt x="6077" y="5669"/>
                    <a:pt x="6401" y="5066"/>
                    <a:pt x="6420" y="4389"/>
                  </a:cubicBezTo>
                  <a:cubicBezTo>
                    <a:pt x="6438" y="3600"/>
                    <a:pt x="5826" y="2710"/>
                    <a:pt x="5084" y="2441"/>
                  </a:cubicBezTo>
                  <a:cubicBezTo>
                    <a:pt x="4850" y="2355"/>
                    <a:pt x="4609" y="2312"/>
                    <a:pt x="4370" y="2312"/>
                  </a:cubicBezTo>
                  <a:close/>
                  <a:moveTo>
                    <a:pt x="5019" y="112"/>
                  </a:moveTo>
                  <a:lnTo>
                    <a:pt x="6197" y="474"/>
                  </a:lnTo>
                  <a:cubicBezTo>
                    <a:pt x="6216" y="474"/>
                    <a:pt x="6234" y="493"/>
                    <a:pt x="6244" y="511"/>
                  </a:cubicBezTo>
                  <a:cubicBezTo>
                    <a:pt x="6253" y="530"/>
                    <a:pt x="6253" y="548"/>
                    <a:pt x="6253" y="567"/>
                  </a:cubicBezTo>
                  <a:lnTo>
                    <a:pt x="6012" y="1346"/>
                  </a:lnTo>
                  <a:cubicBezTo>
                    <a:pt x="5993" y="1430"/>
                    <a:pt x="6021" y="1522"/>
                    <a:pt x="6105" y="1569"/>
                  </a:cubicBezTo>
                  <a:cubicBezTo>
                    <a:pt x="6346" y="1726"/>
                    <a:pt x="6578" y="1912"/>
                    <a:pt x="6772" y="2125"/>
                  </a:cubicBezTo>
                  <a:cubicBezTo>
                    <a:pt x="6813" y="2166"/>
                    <a:pt x="6864" y="2188"/>
                    <a:pt x="6917" y="2188"/>
                  </a:cubicBezTo>
                  <a:cubicBezTo>
                    <a:pt x="6949" y="2188"/>
                    <a:pt x="6982" y="2180"/>
                    <a:pt x="7014" y="2162"/>
                  </a:cubicBezTo>
                  <a:lnTo>
                    <a:pt x="7728" y="1782"/>
                  </a:lnTo>
                  <a:cubicBezTo>
                    <a:pt x="7741" y="1776"/>
                    <a:pt x="7754" y="1769"/>
                    <a:pt x="7771" y="1769"/>
                  </a:cubicBezTo>
                  <a:cubicBezTo>
                    <a:pt x="7777" y="1769"/>
                    <a:pt x="7785" y="1770"/>
                    <a:pt x="7793" y="1773"/>
                  </a:cubicBezTo>
                  <a:cubicBezTo>
                    <a:pt x="7811" y="1782"/>
                    <a:pt x="7830" y="1791"/>
                    <a:pt x="7839" y="1810"/>
                  </a:cubicBezTo>
                  <a:lnTo>
                    <a:pt x="8424" y="2895"/>
                  </a:lnTo>
                  <a:cubicBezTo>
                    <a:pt x="8433" y="2914"/>
                    <a:pt x="8433" y="2932"/>
                    <a:pt x="8424" y="2960"/>
                  </a:cubicBezTo>
                  <a:cubicBezTo>
                    <a:pt x="8424" y="2979"/>
                    <a:pt x="8405" y="2997"/>
                    <a:pt x="8387" y="3007"/>
                  </a:cubicBezTo>
                  <a:lnTo>
                    <a:pt x="7672" y="3387"/>
                  </a:lnTo>
                  <a:cubicBezTo>
                    <a:pt x="7598" y="3433"/>
                    <a:pt x="7552" y="3517"/>
                    <a:pt x="7580" y="3610"/>
                  </a:cubicBezTo>
                  <a:cubicBezTo>
                    <a:pt x="7644" y="3888"/>
                    <a:pt x="7672" y="4185"/>
                    <a:pt x="7663" y="4472"/>
                  </a:cubicBezTo>
                  <a:cubicBezTo>
                    <a:pt x="7663" y="4565"/>
                    <a:pt x="7719" y="4649"/>
                    <a:pt x="7802" y="4667"/>
                  </a:cubicBezTo>
                  <a:lnTo>
                    <a:pt x="8581" y="4908"/>
                  </a:lnTo>
                  <a:cubicBezTo>
                    <a:pt x="8619" y="4918"/>
                    <a:pt x="8646" y="4964"/>
                    <a:pt x="8637" y="5001"/>
                  </a:cubicBezTo>
                  <a:lnTo>
                    <a:pt x="8275" y="6189"/>
                  </a:lnTo>
                  <a:cubicBezTo>
                    <a:pt x="8268" y="6217"/>
                    <a:pt x="8238" y="6241"/>
                    <a:pt x="8208" y="6241"/>
                  </a:cubicBezTo>
                  <a:cubicBezTo>
                    <a:pt x="8199" y="6241"/>
                    <a:pt x="8191" y="6239"/>
                    <a:pt x="8183" y="6235"/>
                  </a:cubicBezTo>
                  <a:lnTo>
                    <a:pt x="7403" y="6003"/>
                  </a:lnTo>
                  <a:cubicBezTo>
                    <a:pt x="7384" y="5997"/>
                    <a:pt x="7365" y="5994"/>
                    <a:pt x="7346" y="5994"/>
                  </a:cubicBezTo>
                  <a:cubicBezTo>
                    <a:pt x="7280" y="5994"/>
                    <a:pt x="7217" y="6029"/>
                    <a:pt x="7181" y="6086"/>
                  </a:cubicBezTo>
                  <a:cubicBezTo>
                    <a:pt x="7023" y="6337"/>
                    <a:pt x="6837" y="6569"/>
                    <a:pt x="6624" y="6764"/>
                  </a:cubicBezTo>
                  <a:cubicBezTo>
                    <a:pt x="6559" y="6829"/>
                    <a:pt x="6550" y="6921"/>
                    <a:pt x="6587" y="7005"/>
                  </a:cubicBezTo>
                  <a:lnTo>
                    <a:pt x="6977" y="7719"/>
                  </a:lnTo>
                  <a:cubicBezTo>
                    <a:pt x="6995" y="7756"/>
                    <a:pt x="6977" y="7803"/>
                    <a:pt x="6939" y="7830"/>
                  </a:cubicBezTo>
                  <a:lnTo>
                    <a:pt x="5854" y="8406"/>
                  </a:lnTo>
                  <a:cubicBezTo>
                    <a:pt x="5842" y="8415"/>
                    <a:pt x="5828" y="8419"/>
                    <a:pt x="5815" y="8419"/>
                  </a:cubicBezTo>
                  <a:cubicBezTo>
                    <a:pt x="5788" y="8419"/>
                    <a:pt x="5761" y="8403"/>
                    <a:pt x="5743" y="8378"/>
                  </a:cubicBezTo>
                  <a:lnTo>
                    <a:pt x="5362" y="7663"/>
                  </a:lnTo>
                  <a:cubicBezTo>
                    <a:pt x="5324" y="7594"/>
                    <a:pt x="5260" y="7557"/>
                    <a:pt x="5186" y="7557"/>
                  </a:cubicBezTo>
                  <a:cubicBezTo>
                    <a:pt x="5171" y="7557"/>
                    <a:pt x="5155" y="7558"/>
                    <a:pt x="5140" y="7561"/>
                  </a:cubicBezTo>
                  <a:cubicBezTo>
                    <a:pt x="4896" y="7627"/>
                    <a:pt x="4637" y="7656"/>
                    <a:pt x="4384" y="7656"/>
                  </a:cubicBezTo>
                  <a:cubicBezTo>
                    <a:pt x="4348" y="7656"/>
                    <a:pt x="4312" y="7655"/>
                    <a:pt x="4277" y="7654"/>
                  </a:cubicBezTo>
                  <a:cubicBezTo>
                    <a:pt x="4271" y="7654"/>
                    <a:pt x="4265" y="7653"/>
                    <a:pt x="4259" y="7653"/>
                  </a:cubicBezTo>
                  <a:cubicBezTo>
                    <a:pt x="4174" y="7653"/>
                    <a:pt x="4100" y="7715"/>
                    <a:pt x="4082" y="7793"/>
                  </a:cubicBezTo>
                  <a:lnTo>
                    <a:pt x="3841" y="8573"/>
                  </a:lnTo>
                  <a:cubicBezTo>
                    <a:pt x="3841" y="8591"/>
                    <a:pt x="3822" y="8610"/>
                    <a:pt x="3804" y="8619"/>
                  </a:cubicBezTo>
                  <a:cubicBezTo>
                    <a:pt x="3795" y="8624"/>
                    <a:pt x="3785" y="8626"/>
                    <a:pt x="3776" y="8626"/>
                  </a:cubicBezTo>
                  <a:cubicBezTo>
                    <a:pt x="3767" y="8626"/>
                    <a:pt x="3758" y="8624"/>
                    <a:pt x="3748" y="8619"/>
                  </a:cubicBezTo>
                  <a:lnTo>
                    <a:pt x="2570" y="8266"/>
                  </a:lnTo>
                  <a:cubicBezTo>
                    <a:pt x="2524" y="8257"/>
                    <a:pt x="2496" y="8211"/>
                    <a:pt x="2514" y="8164"/>
                  </a:cubicBezTo>
                  <a:lnTo>
                    <a:pt x="2746" y="7394"/>
                  </a:lnTo>
                  <a:cubicBezTo>
                    <a:pt x="2774" y="7302"/>
                    <a:pt x="2737" y="7218"/>
                    <a:pt x="2663" y="7172"/>
                  </a:cubicBezTo>
                  <a:cubicBezTo>
                    <a:pt x="2412" y="7014"/>
                    <a:pt x="2180" y="6829"/>
                    <a:pt x="1986" y="6615"/>
                  </a:cubicBezTo>
                  <a:cubicBezTo>
                    <a:pt x="1949" y="6578"/>
                    <a:pt x="1893" y="6550"/>
                    <a:pt x="1837" y="6550"/>
                  </a:cubicBezTo>
                  <a:cubicBezTo>
                    <a:pt x="1809" y="6550"/>
                    <a:pt x="1782" y="6560"/>
                    <a:pt x="1744" y="6578"/>
                  </a:cubicBezTo>
                  <a:lnTo>
                    <a:pt x="1030" y="6958"/>
                  </a:lnTo>
                  <a:cubicBezTo>
                    <a:pt x="1018" y="6965"/>
                    <a:pt x="1004" y="6968"/>
                    <a:pt x="991" y="6968"/>
                  </a:cubicBezTo>
                  <a:cubicBezTo>
                    <a:pt x="964" y="6968"/>
                    <a:pt x="937" y="6955"/>
                    <a:pt x="919" y="6931"/>
                  </a:cubicBezTo>
                  <a:lnTo>
                    <a:pt x="334" y="5845"/>
                  </a:lnTo>
                  <a:cubicBezTo>
                    <a:pt x="325" y="5827"/>
                    <a:pt x="325" y="5799"/>
                    <a:pt x="334" y="5780"/>
                  </a:cubicBezTo>
                  <a:cubicBezTo>
                    <a:pt x="334" y="5762"/>
                    <a:pt x="353" y="5743"/>
                    <a:pt x="372" y="5734"/>
                  </a:cubicBezTo>
                  <a:lnTo>
                    <a:pt x="1086" y="5344"/>
                  </a:lnTo>
                  <a:cubicBezTo>
                    <a:pt x="1160" y="5307"/>
                    <a:pt x="1206" y="5214"/>
                    <a:pt x="1179" y="5131"/>
                  </a:cubicBezTo>
                  <a:cubicBezTo>
                    <a:pt x="1114" y="4843"/>
                    <a:pt x="1086" y="4556"/>
                    <a:pt x="1095" y="4259"/>
                  </a:cubicBezTo>
                  <a:cubicBezTo>
                    <a:pt x="1095" y="4175"/>
                    <a:pt x="1039" y="4092"/>
                    <a:pt x="956" y="4064"/>
                  </a:cubicBezTo>
                  <a:lnTo>
                    <a:pt x="177" y="3832"/>
                  </a:lnTo>
                  <a:cubicBezTo>
                    <a:pt x="158" y="3823"/>
                    <a:pt x="140" y="3814"/>
                    <a:pt x="130" y="3795"/>
                  </a:cubicBezTo>
                  <a:cubicBezTo>
                    <a:pt x="121" y="3777"/>
                    <a:pt x="121" y="3749"/>
                    <a:pt x="121" y="3730"/>
                  </a:cubicBezTo>
                  <a:lnTo>
                    <a:pt x="483" y="2552"/>
                  </a:lnTo>
                  <a:cubicBezTo>
                    <a:pt x="483" y="2534"/>
                    <a:pt x="501" y="2515"/>
                    <a:pt x="520" y="2506"/>
                  </a:cubicBezTo>
                  <a:cubicBezTo>
                    <a:pt x="539" y="2496"/>
                    <a:pt x="557" y="2496"/>
                    <a:pt x="576" y="2496"/>
                  </a:cubicBezTo>
                  <a:lnTo>
                    <a:pt x="1355" y="2738"/>
                  </a:lnTo>
                  <a:cubicBezTo>
                    <a:pt x="1369" y="2741"/>
                    <a:pt x="1384" y="2742"/>
                    <a:pt x="1398" y="2742"/>
                  </a:cubicBezTo>
                  <a:cubicBezTo>
                    <a:pt x="1469" y="2742"/>
                    <a:pt x="1539" y="2706"/>
                    <a:pt x="1577" y="2645"/>
                  </a:cubicBezTo>
                  <a:cubicBezTo>
                    <a:pt x="1735" y="2394"/>
                    <a:pt x="1921" y="2172"/>
                    <a:pt x="2134" y="1968"/>
                  </a:cubicBezTo>
                  <a:cubicBezTo>
                    <a:pt x="2199" y="1912"/>
                    <a:pt x="2208" y="1810"/>
                    <a:pt x="2171" y="1736"/>
                  </a:cubicBezTo>
                  <a:lnTo>
                    <a:pt x="1782" y="1021"/>
                  </a:lnTo>
                  <a:cubicBezTo>
                    <a:pt x="1782" y="1003"/>
                    <a:pt x="1772" y="975"/>
                    <a:pt x="1782" y="956"/>
                  </a:cubicBezTo>
                  <a:cubicBezTo>
                    <a:pt x="1791" y="938"/>
                    <a:pt x="1800" y="919"/>
                    <a:pt x="1819" y="910"/>
                  </a:cubicBezTo>
                  <a:lnTo>
                    <a:pt x="2904" y="326"/>
                  </a:lnTo>
                  <a:cubicBezTo>
                    <a:pt x="2913" y="321"/>
                    <a:pt x="2923" y="319"/>
                    <a:pt x="2933" y="319"/>
                  </a:cubicBezTo>
                  <a:cubicBezTo>
                    <a:pt x="2943" y="319"/>
                    <a:pt x="2955" y="321"/>
                    <a:pt x="2969" y="326"/>
                  </a:cubicBezTo>
                  <a:cubicBezTo>
                    <a:pt x="2988" y="326"/>
                    <a:pt x="3006" y="344"/>
                    <a:pt x="3015" y="363"/>
                  </a:cubicBezTo>
                  <a:lnTo>
                    <a:pt x="3396" y="1077"/>
                  </a:lnTo>
                  <a:cubicBezTo>
                    <a:pt x="3433" y="1136"/>
                    <a:pt x="3500" y="1178"/>
                    <a:pt x="3568" y="1178"/>
                  </a:cubicBezTo>
                  <a:cubicBezTo>
                    <a:pt x="3585" y="1178"/>
                    <a:pt x="3602" y="1175"/>
                    <a:pt x="3618" y="1170"/>
                  </a:cubicBezTo>
                  <a:cubicBezTo>
                    <a:pt x="3870" y="1113"/>
                    <a:pt x="4122" y="1085"/>
                    <a:pt x="4379" y="1085"/>
                  </a:cubicBezTo>
                  <a:cubicBezTo>
                    <a:pt x="4416" y="1085"/>
                    <a:pt x="4453" y="1085"/>
                    <a:pt x="4490" y="1086"/>
                  </a:cubicBezTo>
                  <a:cubicBezTo>
                    <a:pt x="4574" y="1086"/>
                    <a:pt x="4657" y="1031"/>
                    <a:pt x="4685" y="947"/>
                  </a:cubicBezTo>
                  <a:lnTo>
                    <a:pt x="4917" y="168"/>
                  </a:lnTo>
                  <a:cubicBezTo>
                    <a:pt x="4917" y="149"/>
                    <a:pt x="4936" y="131"/>
                    <a:pt x="4954" y="122"/>
                  </a:cubicBezTo>
                  <a:cubicBezTo>
                    <a:pt x="4973" y="112"/>
                    <a:pt x="4991" y="112"/>
                    <a:pt x="5019" y="112"/>
                  </a:cubicBezTo>
                  <a:close/>
                  <a:moveTo>
                    <a:pt x="4993" y="0"/>
                  </a:moveTo>
                  <a:cubicBezTo>
                    <a:pt x="4959" y="0"/>
                    <a:pt x="4927" y="8"/>
                    <a:pt x="4899" y="20"/>
                  </a:cubicBezTo>
                  <a:cubicBezTo>
                    <a:pt x="4852" y="47"/>
                    <a:pt x="4824" y="84"/>
                    <a:pt x="4806" y="140"/>
                  </a:cubicBezTo>
                  <a:lnTo>
                    <a:pt x="4574" y="919"/>
                  </a:lnTo>
                  <a:cubicBezTo>
                    <a:pt x="4565" y="947"/>
                    <a:pt x="4537" y="975"/>
                    <a:pt x="4490" y="975"/>
                  </a:cubicBezTo>
                  <a:cubicBezTo>
                    <a:pt x="4439" y="972"/>
                    <a:pt x="4387" y="970"/>
                    <a:pt x="4334" y="970"/>
                  </a:cubicBezTo>
                  <a:cubicBezTo>
                    <a:pt x="4087" y="970"/>
                    <a:pt x="3836" y="1005"/>
                    <a:pt x="3591" y="1059"/>
                  </a:cubicBezTo>
                  <a:cubicBezTo>
                    <a:pt x="3582" y="1061"/>
                    <a:pt x="3574" y="1062"/>
                    <a:pt x="3566" y="1062"/>
                  </a:cubicBezTo>
                  <a:cubicBezTo>
                    <a:pt x="3541" y="1062"/>
                    <a:pt x="3521" y="1050"/>
                    <a:pt x="3507" y="1021"/>
                  </a:cubicBezTo>
                  <a:lnTo>
                    <a:pt x="3117" y="307"/>
                  </a:lnTo>
                  <a:cubicBezTo>
                    <a:pt x="3099" y="261"/>
                    <a:pt x="3052" y="224"/>
                    <a:pt x="3006" y="214"/>
                  </a:cubicBezTo>
                  <a:cubicBezTo>
                    <a:pt x="2985" y="207"/>
                    <a:pt x="2965" y="204"/>
                    <a:pt x="2946" y="204"/>
                  </a:cubicBezTo>
                  <a:cubicBezTo>
                    <a:pt x="2915" y="204"/>
                    <a:pt x="2886" y="212"/>
                    <a:pt x="2858" y="224"/>
                  </a:cubicBezTo>
                  <a:lnTo>
                    <a:pt x="1772" y="808"/>
                  </a:lnTo>
                  <a:cubicBezTo>
                    <a:pt x="1726" y="836"/>
                    <a:pt x="1689" y="873"/>
                    <a:pt x="1670" y="929"/>
                  </a:cubicBezTo>
                  <a:cubicBezTo>
                    <a:pt x="1661" y="975"/>
                    <a:pt x="1661" y="1031"/>
                    <a:pt x="1689" y="1077"/>
                  </a:cubicBezTo>
                  <a:lnTo>
                    <a:pt x="2078" y="1791"/>
                  </a:lnTo>
                  <a:cubicBezTo>
                    <a:pt x="2088" y="1828"/>
                    <a:pt x="2088" y="1866"/>
                    <a:pt x="2060" y="1884"/>
                  </a:cubicBezTo>
                  <a:cubicBezTo>
                    <a:pt x="1837" y="2098"/>
                    <a:pt x="1642" y="2329"/>
                    <a:pt x="1485" y="2589"/>
                  </a:cubicBezTo>
                  <a:cubicBezTo>
                    <a:pt x="1469" y="2612"/>
                    <a:pt x="1442" y="2629"/>
                    <a:pt x="1412" y="2629"/>
                  </a:cubicBezTo>
                  <a:cubicBezTo>
                    <a:pt x="1405" y="2629"/>
                    <a:pt x="1399" y="2628"/>
                    <a:pt x="1392" y="2626"/>
                  </a:cubicBezTo>
                  <a:lnTo>
                    <a:pt x="613" y="2394"/>
                  </a:lnTo>
                  <a:cubicBezTo>
                    <a:pt x="595" y="2387"/>
                    <a:pt x="576" y="2384"/>
                    <a:pt x="557" y="2384"/>
                  </a:cubicBezTo>
                  <a:cubicBezTo>
                    <a:pt x="525" y="2384"/>
                    <a:pt x="493" y="2392"/>
                    <a:pt x="464" y="2404"/>
                  </a:cubicBezTo>
                  <a:cubicBezTo>
                    <a:pt x="418" y="2431"/>
                    <a:pt x="390" y="2469"/>
                    <a:pt x="372" y="2524"/>
                  </a:cubicBezTo>
                  <a:lnTo>
                    <a:pt x="19" y="3702"/>
                  </a:lnTo>
                  <a:cubicBezTo>
                    <a:pt x="0" y="3749"/>
                    <a:pt x="10" y="3804"/>
                    <a:pt x="28" y="3851"/>
                  </a:cubicBezTo>
                  <a:cubicBezTo>
                    <a:pt x="56" y="3897"/>
                    <a:pt x="103" y="3925"/>
                    <a:pt x="149" y="3944"/>
                  </a:cubicBezTo>
                  <a:lnTo>
                    <a:pt x="928" y="4175"/>
                  </a:lnTo>
                  <a:cubicBezTo>
                    <a:pt x="965" y="4194"/>
                    <a:pt x="984" y="4222"/>
                    <a:pt x="984" y="4259"/>
                  </a:cubicBezTo>
                  <a:cubicBezTo>
                    <a:pt x="975" y="4565"/>
                    <a:pt x="1002" y="4862"/>
                    <a:pt x="1077" y="5159"/>
                  </a:cubicBezTo>
                  <a:cubicBezTo>
                    <a:pt x="1086" y="5196"/>
                    <a:pt x="1067" y="5233"/>
                    <a:pt x="1030" y="5252"/>
                  </a:cubicBezTo>
                  <a:lnTo>
                    <a:pt x="316" y="5632"/>
                  </a:lnTo>
                  <a:cubicBezTo>
                    <a:pt x="269" y="5660"/>
                    <a:pt x="242" y="5697"/>
                    <a:pt x="223" y="5753"/>
                  </a:cubicBezTo>
                  <a:cubicBezTo>
                    <a:pt x="214" y="5799"/>
                    <a:pt x="214" y="5855"/>
                    <a:pt x="242" y="5901"/>
                  </a:cubicBezTo>
                  <a:lnTo>
                    <a:pt x="826" y="6986"/>
                  </a:lnTo>
                  <a:cubicBezTo>
                    <a:pt x="858" y="7049"/>
                    <a:pt x="923" y="7087"/>
                    <a:pt x="991" y="7087"/>
                  </a:cubicBezTo>
                  <a:cubicBezTo>
                    <a:pt x="1024" y="7087"/>
                    <a:pt x="1056" y="7078"/>
                    <a:pt x="1086" y="7061"/>
                  </a:cubicBezTo>
                  <a:lnTo>
                    <a:pt x="1800" y="6680"/>
                  </a:lnTo>
                  <a:cubicBezTo>
                    <a:pt x="1813" y="6674"/>
                    <a:pt x="1826" y="6671"/>
                    <a:pt x="1839" y="6671"/>
                  </a:cubicBezTo>
                  <a:cubicBezTo>
                    <a:pt x="1862" y="6671"/>
                    <a:pt x="1884" y="6681"/>
                    <a:pt x="1902" y="6699"/>
                  </a:cubicBezTo>
                  <a:cubicBezTo>
                    <a:pt x="2106" y="6912"/>
                    <a:pt x="2338" y="7107"/>
                    <a:pt x="2598" y="7265"/>
                  </a:cubicBezTo>
                  <a:cubicBezTo>
                    <a:pt x="2635" y="7283"/>
                    <a:pt x="2644" y="7320"/>
                    <a:pt x="2635" y="7357"/>
                  </a:cubicBezTo>
                  <a:lnTo>
                    <a:pt x="2403" y="8137"/>
                  </a:lnTo>
                  <a:cubicBezTo>
                    <a:pt x="2366" y="8239"/>
                    <a:pt x="2431" y="8350"/>
                    <a:pt x="2533" y="8378"/>
                  </a:cubicBezTo>
                  <a:lnTo>
                    <a:pt x="3711" y="8740"/>
                  </a:lnTo>
                  <a:lnTo>
                    <a:pt x="3767" y="8740"/>
                  </a:lnTo>
                  <a:cubicBezTo>
                    <a:pt x="3804" y="8740"/>
                    <a:pt x="3832" y="8740"/>
                    <a:pt x="3860" y="8721"/>
                  </a:cubicBezTo>
                  <a:cubicBezTo>
                    <a:pt x="3906" y="8693"/>
                    <a:pt x="3943" y="8656"/>
                    <a:pt x="3952" y="8600"/>
                  </a:cubicBezTo>
                  <a:lnTo>
                    <a:pt x="4194" y="7830"/>
                  </a:lnTo>
                  <a:cubicBezTo>
                    <a:pt x="4203" y="7793"/>
                    <a:pt x="4231" y="7775"/>
                    <a:pt x="4268" y="7775"/>
                  </a:cubicBezTo>
                  <a:cubicBezTo>
                    <a:pt x="4299" y="7776"/>
                    <a:pt x="4330" y="7776"/>
                    <a:pt x="4361" y="7776"/>
                  </a:cubicBezTo>
                  <a:cubicBezTo>
                    <a:pt x="4634" y="7776"/>
                    <a:pt x="4901" y="7740"/>
                    <a:pt x="5168" y="7682"/>
                  </a:cubicBezTo>
                  <a:cubicBezTo>
                    <a:pt x="5174" y="7680"/>
                    <a:pt x="5181" y="7680"/>
                    <a:pt x="5187" y="7680"/>
                  </a:cubicBezTo>
                  <a:cubicBezTo>
                    <a:pt x="5217" y="7680"/>
                    <a:pt x="5245" y="7696"/>
                    <a:pt x="5260" y="7719"/>
                  </a:cubicBezTo>
                  <a:lnTo>
                    <a:pt x="5641" y="8433"/>
                  </a:lnTo>
                  <a:cubicBezTo>
                    <a:pt x="5680" y="8499"/>
                    <a:pt x="5752" y="8537"/>
                    <a:pt x="5824" y="8537"/>
                  </a:cubicBezTo>
                  <a:cubicBezTo>
                    <a:pt x="5853" y="8537"/>
                    <a:pt x="5883" y="8530"/>
                    <a:pt x="5910" y="8517"/>
                  </a:cubicBezTo>
                  <a:lnTo>
                    <a:pt x="6995" y="7933"/>
                  </a:lnTo>
                  <a:cubicBezTo>
                    <a:pt x="7088" y="7877"/>
                    <a:pt x="7125" y="7756"/>
                    <a:pt x="7079" y="7663"/>
                  </a:cubicBezTo>
                  <a:lnTo>
                    <a:pt x="6689" y="6949"/>
                  </a:lnTo>
                  <a:cubicBezTo>
                    <a:pt x="6670" y="6921"/>
                    <a:pt x="6680" y="6875"/>
                    <a:pt x="6708" y="6856"/>
                  </a:cubicBezTo>
                  <a:cubicBezTo>
                    <a:pt x="6930" y="6643"/>
                    <a:pt x="7116" y="6411"/>
                    <a:pt x="7283" y="6151"/>
                  </a:cubicBezTo>
                  <a:cubicBezTo>
                    <a:pt x="7298" y="6128"/>
                    <a:pt x="7326" y="6112"/>
                    <a:pt x="7351" y="6112"/>
                  </a:cubicBezTo>
                  <a:cubicBezTo>
                    <a:pt x="7356" y="6112"/>
                    <a:pt x="7361" y="6113"/>
                    <a:pt x="7366" y="6114"/>
                  </a:cubicBezTo>
                  <a:lnTo>
                    <a:pt x="8145" y="6355"/>
                  </a:lnTo>
                  <a:cubicBezTo>
                    <a:pt x="8163" y="6360"/>
                    <a:pt x="8181" y="6363"/>
                    <a:pt x="8198" y="6363"/>
                  </a:cubicBezTo>
                  <a:cubicBezTo>
                    <a:pt x="8283" y="6363"/>
                    <a:pt x="8365" y="6309"/>
                    <a:pt x="8396" y="6216"/>
                  </a:cubicBezTo>
                  <a:lnTo>
                    <a:pt x="8748" y="5038"/>
                  </a:lnTo>
                  <a:cubicBezTo>
                    <a:pt x="8776" y="4936"/>
                    <a:pt x="8721" y="4825"/>
                    <a:pt x="8619" y="4797"/>
                  </a:cubicBezTo>
                  <a:lnTo>
                    <a:pt x="7839" y="4565"/>
                  </a:lnTo>
                  <a:cubicBezTo>
                    <a:pt x="7802" y="4556"/>
                    <a:pt x="7784" y="4519"/>
                    <a:pt x="7784" y="4482"/>
                  </a:cubicBezTo>
                  <a:cubicBezTo>
                    <a:pt x="7793" y="4175"/>
                    <a:pt x="7765" y="3879"/>
                    <a:pt x="7691" y="3582"/>
                  </a:cubicBezTo>
                  <a:cubicBezTo>
                    <a:pt x="7682" y="3545"/>
                    <a:pt x="7700" y="3508"/>
                    <a:pt x="7728" y="3489"/>
                  </a:cubicBezTo>
                  <a:lnTo>
                    <a:pt x="8442" y="3109"/>
                  </a:lnTo>
                  <a:cubicBezTo>
                    <a:pt x="8489" y="3081"/>
                    <a:pt x="8526" y="3044"/>
                    <a:pt x="8544" y="2988"/>
                  </a:cubicBezTo>
                  <a:cubicBezTo>
                    <a:pt x="8554" y="2942"/>
                    <a:pt x="8554" y="2886"/>
                    <a:pt x="8526" y="2840"/>
                  </a:cubicBezTo>
                  <a:lnTo>
                    <a:pt x="7941" y="1754"/>
                  </a:lnTo>
                  <a:cubicBezTo>
                    <a:pt x="7913" y="1708"/>
                    <a:pt x="7876" y="1680"/>
                    <a:pt x="7830" y="1662"/>
                  </a:cubicBezTo>
                  <a:cubicBezTo>
                    <a:pt x="7810" y="1658"/>
                    <a:pt x="7789" y="1656"/>
                    <a:pt x="7769" y="1656"/>
                  </a:cubicBezTo>
                  <a:cubicBezTo>
                    <a:pt x="7735" y="1656"/>
                    <a:pt x="7702" y="1662"/>
                    <a:pt x="7672" y="1680"/>
                  </a:cubicBezTo>
                  <a:lnTo>
                    <a:pt x="6958" y="2060"/>
                  </a:lnTo>
                  <a:cubicBezTo>
                    <a:pt x="6948" y="2067"/>
                    <a:pt x="6937" y="2070"/>
                    <a:pt x="6926" y="2070"/>
                  </a:cubicBezTo>
                  <a:cubicBezTo>
                    <a:pt x="6905" y="2070"/>
                    <a:pt x="6883" y="2060"/>
                    <a:pt x="6865" y="2042"/>
                  </a:cubicBezTo>
                  <a:cubicBezTo>
                    <a:pt x="6661" y="1828"/>
                    <a:pt x="6420" y="1634"/>
                    <a:pt x="6160" y="1476"/>
                  </a:cubicBezTo>
                  <a:cubicBezTo>
                    <a:pt x="6132" y="1457"/>
                    <a:pt x="6114" y="1420"/>
                    <a:pt x="6132" y="1383"/>
                  </a:cubicBezTo>
                  <a:lnTo>
                    <a:pt x="6364" y="604"/>
                  </a:lnTo>
                  <a:cubicBezTo>
                    <a:pt x="6374" y="558"/>
                    <a:pt x="6374" y="502"/>
                    <a:pt x="6346" y="456"/>
                  </a:cubicBezTo>
                  <a:cubicBezTo>
                    <a:pt x="6327" y="409"/>
                    <a:pt x="6281" y="372"/>
                    <a:pt x="6234" y="363"/>
                  </a:cubicBezTo>
                  <a:lnTo>
                    <a:pt x="5056" y="10"/>
                  </a:lnTo>
                  <a:cubicBezTo>
                    <a:pt x="5035" y="3"/>
                    <a:pt x="5014" y="0"/>
                    <a:pt x="49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1" name="Google Shape;2721;p45"/>
            <p:cNvSpPr/>
            <p:nvPr/>
          </p:nvSpPr>
          <p:spPr>
            <a:xfrm>
              <a:off x="7134585" y="1285137"/>
              <a:ext cx="959027" cy="662893"/>
            </a:xfrm>
            <a:custGeom>
              <a:avLst/>
              <a:gdLst/>
              <a:ahLst/>
              <a:cxnLst/>
              <a:rect l="l" t="t" r="r" b="b"/>
              <a:pathLst>
                <a:path w="16254" h="11235" extrusionOk="0">
                  <a:moveTo>
                    <a:pt x="427" y="0"/>
                  </a:moveTo>
                  <a:cubicBezTo>
                    <a:pt x="195" y="0"/>
                    <a:pt x="1" y="195"/>
                    <a:pt x="1" y="427"/>
                  </a:cubicBezTo>
                  <a:lnTo>
                    <a:pt x="1" y="11086"/>
                  </a:lnTo>
                  <a:cubicBezTo>
                    <a:pt x="1" y="11169"/>
                    <a:pt x="66" y="11234"/>
                    <a:pt x="149" y="11234"/>
                  </a:cubicBezTo>
                  <a:lnTo>
                    <a:pt x="16105" y="11234"/>
                  </a:lnTo>
                  <a:cubicBezTo>
                    <a:pt x="16188" y="11234"/>
                    <a:pt x="16253" y="11169"/>
                    <a:pt x="16253" y="11086"/>
                  </a:cubicBezTo>
                  <a:lnTo>
                    <a:pt x="16253" y="427"/>
                  </a:lnTo>
                  <a:cubicBezTo>
                    <a:pt x="16253" y="195"/>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2" name="Google Shape;2722;p45"/>
            <p:cNvSpPr/>
            <p:nvPr/>
          </p:nvSpPr>
          <p:spPr>
            <a:xfrm>
              <a:off x="7131340" y="1281833"/>
              <a:ext cx="965576" cy="670032"/>
            </a:xfrm>
            <a:custGeom>
              <a:avLst/>
              <a:gdLst/>
              <a:ahLst/>
              <a:cxnLst/>
              <a:rect l="l" t="t" r="r" b="b"/>
              <a:pathLst>
                <a:path w="16365" h="11356" extrusionOk="0">
                  <a:moveTo>
                    <a:pt x="15882" y="121"/>
                  </a:moveTo>
                  <a:cubicBezTo>
                    <a:pt x="16086" y="121"/>
                    <a:pt x="16243" y="279"/>
                    <a:pt x="16243" y="483"/>
                  </a:cubicBezTo>
                  <a:lnTo>
                    <a:pt x="16243" y="11142"/>
                  </a:lnTo>
                  <a:cubicBezTo>
                    <a:pt x="16243" y="11198"/>
                    <a:pt x="16206" y="11235"/>
                    <a:pt x="16160" y="11235"/>
                  </a:cubicBezTo>
                  <a:lnTo>
                    <a:pt x="204" y="11235"/>
                  </a:lnTo>
                  <a:cubicBezTo>
                    <a:pt x="158" y="11235"/>
                    <a:pt x="111" y="11198"/>
                    <a:pt x="111" y="11142"/>
                  </a:cubicBezTo>
                  <a:lnTo>
                    <a:pt x="111" y="483"/>
                  </a:lnTo>
                  <a:cubicBezTo>
                    <a:pt x="111" y="279"/>
                    <a:pt x="278" y="121"/>
                    <a:pt x="482" y="121"/>
                  </a:cubicBezTo>
                  <a:close/>
                  <a:moveTo>
                    <a:pt x="482" y="1"/>
                  </a:moveTo>
                  <a:cubicBezTo>
                    <a:pt x="213" y="1"/>
                    <a:pt x="0" y="214"/>
                    <a:pt x="0" y="483"/>
                  </a:cubicBezTo>
                  <a:lnTo>
                    <a:pt x="0" y="11142"/>
                  </a:lnTo>
                  <a:cubicBezTo>
                    <a:pt x="0" y="11262"/>
                    <a:pt x="93" y="11355"/>
                    <a:pt x="204" y="11355"/>
                  </a:cubicBezTo>
                  <a:lnTo>
                    <a:pt x="16160" y="11355"/>
                  </a:lnTo>
                  <a:cubicBezTo>
                    <a:pt x="16271" y="11355"/>
                    <a:pt x="16364" y="11262"/>
                    <a:pt x="16364" y="11142"/>
                  </a:cubicBezTo>
                  <a:lnTo>
                    <a:pt x="16364" y="483"/>
                  </a:lnTo>
                  <a:cubicBezTo>
                    <a:pt x="16364"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3" name="Google Shape;2723;p45"/>
            <p:cNvSpPr/>
            <p:nvPr/>
          </p:nvSpPr>
          <p:spPr>
            <a:xfrm>
              <a:off x="7204681" y="1349156"/>
              <a:ext cx="818837" cy="535389"/>
            </a:xfrm>
            <a:custGeom>
              <a:avLst/>
              <a:gdLst/>
              <a:ahLst/>
              <a:cxnLst/>
              <a:rect l="l" t="t" r="r" b="b"/>
              <a:pathLst>
                <a:path w="13878" h="9074" extrusionOk="0">
                  <a:moveTo>
                    <a:pt x="0" y="1"/>
                  </a:moveTo>
                  <a:lnTo>
                    <a:pt x="0" y="1847"/>
                  </a:lnTo>
                  <a:lnTo>
                    <a:pt x="0" y="7376"/>
                  </a:lnTo>
                  <a:lnTo>
                    <a:pt x="0" y="9073"/>
                  </a:lnTo>
                  <a:lnTo>
                    <a:pt x="13878" y="9073"/>
                  </a:lnTo>
                  <a:lnTo>
                    <a:pt x="138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4" name="Google Shape;2724;p45"/>
            <p:cNvSpPr/>
            <p:nvPr/>
          </p:nvSpPr>
          <p:spPr>
            <a:xfrm>
              <a:off x="7201376" y="1345320"/>
              <a:ext cx="825445" cy="542469"/>
            </a:xfrm>
            <a:custGeom>
              <a:avLst/>
              <a:gdLst/>
              <a:ahLst/>
              <a:cxnLst/>
              <a:rect l="l" t="t" r="r" b="b"/>
              <a:pathLst>
                <a:path w="13990" h="9194" extrusionOk="0">
                  <a:moveTo>
                    <a:pt x="56" y="1"/>
                  </a:moveTo>
                  <a:cubicBezTo>
                    <a:pt x="28" y="1"/>
                    <a:pt x="0" y="29"/>
                    <a:pt x="0" y="66"/>
                  </a:cubicBezTo>
                  <a:lnTo>
                    <a:pt x="0" y="1912"/>
                  </a:lnTo>
                  <a:cubicBezTo>
                    <a:pt x="0" y="1949"/>
                    <a:pt x="28" y="1967"/>
                    <a:pt x="56" y="1967"/>
                  </a:cubicBezTo>
                  <a:cubicBezTo>
                    <a:pt x="93" y="1967"/>
                    <a:pt x="112" y="1949"/>
                    <a:pt x="112" y="1912"/>
                  </a:cubicBezTo>
                  <a:lnTo>
                    <a:pt x="112" y="121"/>
                  </a:lnTo>
                  <a:lnTo>
                    <a:pt x="13869" y="121"/>
                  </a:lnTo>
                  <a:lnTo>
                    <a:pt x="13869" y="9083"/>
                  </a:lnTo>
                  <a:lnTo>
                    <a:pt x="112" y="9083"/>
                  </a:lnTo>
                  <a:lnTo>
                    <a:pt x="112" y="7441"/>
                  </a:lnTo>
                  <a:cubicBezTo>
                    <a:pt x="112" y="7403"/>
                    <a:pt x="93" y="7385"/>
                    <a:pt x="56" y="7385"/>
                  </a:cubicBezTo>
                  <a:cubicBezTo>
                    <a:pt x="28" y="7385"/>
                    <a:pt x="0" y="7403"/>
                    <a:pt x="0" y="7441"/>
                  </a:cubicBezTo>
                  <a:lnTo>
                    <a:pt x="0" y="9138"/>
                  </a:lnTo>
                  <a:cubicBezTo>
                    <a:pt x="0" y="9175"/>
                    <a:pt x="28" y="9194"/>
                    <a:pt x="56" y="9194"/>
                  </a:cubicBezTo>
                  <a:lnTo>
                    <a:pt x="13934" y="9194"/>
                  </a:lnTo>
                  <a:cubicBezTo>
                    <a:pt x="13962" y="9194"/>
                    <a:pt x="13990" y="9175"/>
                    <a:pt x="13990" y="9138"/>
                  </a:cubicBezTo>
                  <a:lnTo>
                    <a:pt x="13990" y="66"/>
                  </a:lnTo>
                  <a:cubicBezTo>
                    <a:pt x="13990" y="29"/>
                    <a:pt x="13962"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5" name="Google Shape;2725;p45"/>
            <p:cNvSpPr/>
            <p:nvPr/>
          </p:nvSpPr>
          <p:spPr>
            <a:xfrm>
              <a:off x="7201376" y="1512300"/>
              <a:ext cx="6608" cy="180666"/>
            </a:xfrm>
            <a:custGeom>
              <a:avLst/>
              <a:gdLst/>
              <a:ahLst/>
              <a:cxnLst/>
              <a:rect l="l" t="t" r="r" b="b"/>
              <a:pathLst>
                <a:path w="112" h="3062" extrusionOk="0">
                  <a:moveTo>
                    <a:pt x="56" y="0"/>
                  </a:moveTo>
                  <a:cubicBezTo>
                    <a:pt x="28" y="0"/>
                    <a:pt x="0" y="28"/>
                    <a:pt x="0" y="56"/>
                  </a:cubicBezTo>
                  <a:lnTo>
                    <a:pt x="0" y="3006"/>
                  </a:lnTo>
                  <a:cubicBezTo>
                    <a:pt x="0" y="3034"/>
                    <a:pt x="28" y="3061"/>
                    <a:pt x="56" y="3061"/>
                  </a:cubicBezTo>
                  <a:cubicBezTo>
                    <a:pt x="93" y="3061"/>
                    <a:pt x="112" y="3034"/>
                    <a:pt x="112" y="3006"/>
                  </a:cubicBezTo>
                  <a:lnTo>
                    <a:pt x="112" y="56"/>
                  </a:lnTo>
                  <a:cubicBezTo>
                    <a:pt x="112" y="28"/>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6" name="Google Shape;2726;p45"/>
            <p:cNvSpPr/>
            <p:nvPr/>
          </p:nvSpPr>
          <p:spPr>
            <a:xfrm>
              <a:off x="7603130" y="1307027"/>
              <a:ext cx="21949" cy="21418"/>
            </a:xfrm>
            <a:custGeom>
              <a:avLst/>
              <a:gdLst/>
              <a:ahLst/>
              <a:cxnLst/>
              <a:rect l="l" t="t" r="r" b="b"/>
              <a:pathLst>
                <a:path w="372" h="363" extrusionOk="0">
                  <a:moveTo>
                    <a:pt x="186" y="121"/>
                  </a:moveTo>
                  <a:cubicBezTo>
                    <a:pt x="223" y="121"/>
                    <a:pt x="251" y="149"/>
                    <a:pt x="251" y="186"/>
                  </a:cubicBezTo>
                  <a:cubicBezTo>
                    <a:pt x="251" y="223"/>
                    <a:pt x="223" y="251"/>
                    <a:pt x="186" y="251"/>
                  </a:cubicBezTo>
                  <a:cubicBezTo>
                    <a:pt x="149" y="251"/>
                    <a:pt x="121" y="223"/>
                    <a:pt x="121" y="186"/>
                  </a:cubicBezTo>
                  <a:cubicBezTo>
                    <a:pt x="121" y="149"/>
                    <a:pt x="149" y="121"/>
                    <a:pt x="186" y="121"/>
                  </a:cubicBezTo>
                  <a:close/>
                  <a:moveTo>
                    <a:pt x="186" y="0"/>
                  </a:moveTo>
                  <a:cubicBezTo>
                    <a:pt x="84" y="0"/>
                    <a:pt x="1" y="84"/>
                    <a:pt x="1" y="186"/>
                  </a:cubicBezTo>
                  <a:cubicBezTo>
                    <a:pt x="1" y="279"/>
                    <a:pt x="84" y="362"/>
                    <a:pt x="186" y="362"/>
                  </a:cubicBezTo>
                  <a:cubicBezTo>
                    <a:pt x="288" y="362"/>
                    <a:pt x="372" y="288"/>
                    <a:pt x="372" y="186"/>
                  </a:cubicBezTo>
                  <a:cubicBezTo>
                    <a:pt x="372" y="84"/>
                    <a:pt x="288"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7" name="Google Shape;2727;p45"/>
            <p:cNvSpPr/>
            <p:nvPr/>
          </p:nvSpPr>
          <p:spPr>
            <a:xfrm>
              <a:off x="6977518" y="1943023"/>
              <a:ext cx="1272625" cy="86026"/>
            </a:xfrm>
            <a:custGeom>
              <a:avLst/>
              <a:gdLst/>
              <a:ahLst/>
              <a:cxnLst/>
              <a:rect l="l" t="t" r="r" b="b"/>
              <a:pathLst>
                <a:path w="21569" h="1458" extrusionOk="0">
                  <a:moveTo>
                    <a:pt x="0" y="1"/>
                  </a:moveTo>
                  <a:lnTo>
                    <a:pt x="0" y="891"/>
                  </a:lnTo>
                  <a:cubicBezTo>
                    <a:pt x="0" y="1207"/>
                    <a:pt x="260" y="1457"/>
                    <a:pt x="575" y="1457"/>
                  </a:cubicBezTo>
                  <a:lnTo>
                    <a:pt x="21003" y="1457"/>
                  </a:lnTo>
                  <a:cubicBezTo>
                    <a:pt x="21318"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8" name="Google Shape;2728;p45"/>
            <p:cNvSpPr/>
            <p:nvPr/>
          </p:nvSpPr>
          <p:spPr>
            <a:xfrm>
              <a:off x="6974214" y="1939778"/>
              <a:ext cx="1279764" cy="92516"/>
            </a:xfrm>
            <a:custGeom>
              <a:avLst/>
              <a:gdLst/>
              <a:ahLst/>
              <a:cxnLst/>
              <a:rect l="l" t="t" r="r" b="b"/>
              <a:pathLst>
                <a:path w="21690" h="1568" extrusionOk="0">
                  <a:moveTo>
                    <a:pt x="21569" y="111"/>
                  </a:moveTo>
                  <a:lnTo>
                    <a:pt x="21569" y="946"/>
                  </a:lnTo>
                  <a:cubicBezTo>
                    <a:pt x="21569" y="1225"/>
                    <a:pt x="21337" y="1457"/>
                    <a:pt x="21059" y="1457"/>
                  </a:cubicBezTo>
                  <a:lnTo>
                    <a:pt x="631" y="1457"/>
                  </a:lnTo>
                  <a:cubicBezTo>
                    <a:pt x="344" y="1457"/>
                    <a:pt x="121" y="1225"/>
                    <a:pt x="121" y="946"/>
                  </a:cubicBezTo>
                  <a:lnTo>
                    <a:pt x="121" y="111"/>
                  </a:lnTo>
                  <a:close/>
                  <a:moveTo>
                    <a:pt x="56" y="0"/>
                  </a:moveTo>
                  <a:cubicBezTo>
                    <a:pt x="28" y="0"/>
                    <a:pt x="1" y="28"/>
                    <a:pt x="1" y="56"/>
                  </a:cubicBezTo>
                  <a:lnTo>
                    <a:pt x="1" y="946"/>
                  </a:lnTo>
                  <a:cubicBezTo>
                    <a:pt x="1" y="1290"/>
                    <a:pt x="279" y="1568"/>
                    <a:pt x="631" y="1568"/>
                  </a:cubicBezTo>
                  <a:lnTo>
                    <a:pt x="21059" y="1568"/>
                  </a:lnTo>
                  <a:cubicBezTo>
                    <a:pt x="21402" y="1568"/>
                    <a:pt x="21690" y="1290"/>
                    <a:pt x="21690" y="946"/>
                  </a:cubicBezTo>
                  <a:lnTo>
                    <a:pt x="21690" y="56"/>
                  </a:lnTo>
                  <a:cubicBezTo>
                    <a:pt x="21690" y="28"/>
                    <a:pt x="21662"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9" name="Google Shape;2729;p45"/>
            <p:cNvSpPr/>
            <p:nvPr/>
          </p:nvSpPr>
          <p:spPr>
            <a:xfrm>
              <a:off x="6986251" y="2005449"/>
              <a:ext cx="1255160" cy="6608"/>
            </a:xfrm>
            <a:custGeom>
              <a:avLst/>
              <a:gdLst/>
              <a:ahLst/>
              <a:cxnLst/>
              <a:rect l="l" t="t" r="r" b="b"/>
              <a:pathLst>
                <a:path w="21273" h="112" extrusionOk="0">
                  <a:moveTo>
                    <a:pt x="66" y="0"/>
                  </a:moveTo>
                  <a:cubicBezTo>
                    <a:pt x="29" y="0"/>
                    <a:pt x="1" y="28"/>
                    <a:pt x="1" y="56"/>
                  </a:cubicBezTo>
                  <a:cubicBezTo>
                    <a:pt x="1" y="93"/>
                    <a:pt x="29" y="112"/>
                    <a:pt x="66" y="112"/>
                  </a:cubicBezTo>
                  <a:lnTo>
                    <a:pt x="21216" y="112"/>
                  </a:lnTo>
                  <a:cubicBezTo>
                    <a:pt x="21254" y="112"/>
                    <a:pt x="21272" y="93"/>
                    <a:pt x="21272" y="56"/>
                  </a:cubicBezTo>
                  <a:cubicBezTo>
                    <a:pt x="21272" y="28"/>
                    <a:pt x="2125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0" name="Google Shape;2730;p45"/>
            <p:cNvSpPr/>
            <p:nvPr/>
          </p:nvSpPr>
          <p:spPr>
            <a:xfrm>
              <a:off x="7492557" y="1948511"/>
              <a:ext cx="243090" cy="26905"/>
            </a:xfrm>
            <a:custGeom>
              <a:avLst/>
              <a:gdLst/>
              <a:ahLst/>
              <a:cxnLst/>
              <a:rect l="l" t="t" r="r" b="b"/>
              <a:pathLst>
                <a:path w="4120" h="456" extrusionOk="0">
                  <a:moveTo>
                    <a:pt x="1" y="1"/>
                  </a:moveTo>
                  <a:lnTo>
                    <a:pt x="1"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1" name="Google Shape;2731;p45"/>
            <p:cNvSpPr/>
            <p:nvPr/>
          </p:nvSpPr>
          <p:spPr>
            <a:xfrm>
              <a:off x="7489253" y="1945206"/>
              <a:ext cx="249699" cy="33454"/>
            </a:xfrm>
            <a:custGeom>
              <a:avLst/>
              <a:gdLst/>
              <a:ahLst/>
              <a:cxnLst/>
              <a:rect l="l" t="t" r="r" b="b"/>
              <a:pathLst>
                <a:path w="4232" h="567" extrusionOk="0">
                  <a:moveTo>
                    <a:pt x="4120" y="112"/>
                  </a:moveTo>
                  <a:lnTo>
                    <a:pt x="4120" y="455"/>
                  </a:lnTo>
                  <a:lnTo>
                    <a:pt x="112" y="455"/>
                  </a:lnTo>
                  <a:lnTo>
                    <a:pt x="112" y="112"/>
                  </a:lnTo>
                  <a:close/>
                  <a:moveTo>
                    <a:pt x="57" y="1"/>
                  </a:moveTo>
                  <a:cubicBezTo>
                    <a:pt x="29" y="1"/>
                    <a:pt x="1" y="19"/>
                    <a:pt x="1" y="57"/>
                  </a:cubicBezTo>
                  <a:lnTo>
                    <a:pt x="1" y="511"/>
                  </a:lnTo>
                  <a:cubicBezTo>
                    <a:pt x="1" y="539"/>
                    <a:pt x="29" y="567"/>
                    <a:pt x="57"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2" name="Google Shape;2732;p45"/>
            <p:cNvSpPr/>
            <p:nvPr/>
          </p:nvSpPr>
          <p:spPr>
            <a:xfrm>
              <a:off x="7368297" y="1450405"/>
              <a:ext cx="438507" cy="375551"/>
            </a:xfrm>
            <a:custGeom>
              <a:avLst/>
              <a:gdLst/>
              <a:ahLst/>
              <a:cxnLst/>
              <a:rect l="l" t="t" r="r" b="b"/>
              <a:pathLst>
                <a:path w="7432" h="6365" extrusionOk="0">
                  <a:moveTo>
                    <a:pt x="298" y="1"/>
                  </a:moveTo>
                  <a:cubicBezTo>
                    <a:pt x="131" y="1"/>
                    <a:pt x="1" y="140"/>
                    <a:pt x="1" y="298"/>
                  </a:cubicBezTo>
                  <a:lnTo>
                    <a:pt x="1" y="6068"/>
                  </a:lnTo>
                  <a:cubicBezTo>
                    <a:pt x="1" y="6235"/>
                    <a:pt x="131" y="6365"/>
                    <a:pt x="298" y="6365"/>
                  </a:cubicBezTo>
                  <a:lnTo>
                    <a:pt x="7135" y="6365"/>
                  </a:lnTo>
                  <a:cubicBezTo>
                    <a:pt x="7302" y="6365"/>
                    <a:pt x="7431" y="6235"/>
                    <a:pt x="7431" y="6068"/>
                  </a:cubicBezTo>
                  <a:lnTo>
                    <a:pt x="7431" y="298"/>
                  </a:lnTo>
                  <a:cubicBezTo>
                    <a:pt x="7431" y="140"/>
                    <a:pt x="7302" y="1"/>
                    <a:pt x="71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3" name="Google Shape;2733;p45"/>
            <p:cNvSpPr/>
            <p:nvPr/>
          </p:nvSpPr>
          <p:spPr>
            <a:xfrm>
              <a:off x="7397326" y="1420844"/>
              <a:ext cx="438507" cy="375551"/>
            </a:xfrm>
            <a:custGeom>
              <a:avLst/>
              <a:gdLst/>
              <a:ahLst/>
              <a:cxnLst/>
              <a:rect l="l" t="t" r="r" b="b"/>
              <a:pathLst>
                <a:path w="7432" h="6365" extrusionOk="0">
                  <a:moveTo>
                    <a:pt x="353" y="1"/>
                  </a:moveTo>
                  <a:cubicBezTo>
                    <a:pt x="158" y="1"/>
                    <a:pt x="0" y="159"/>
                    <a:pt x="0" y="353"/>
                  </a:cubicBezTo>
                  <a:lnTo>
                    <a:pt x="0" y="6012"/>
                  </a:lnTo>
                  <a:cubicBezTo>
                    <a:pt x="0" y="6207"/>
                    <a:pt x="158" y="6365"/>
                    <a:pt x="353" y="6365"/>
                  </a:cubicBezTo>
                  <a:lnTo>
                    <a:pt x="7088" y="6365"/>
                  </a:lnTo>
                  <a:cubicBezTo>
                    <a:pt x="7273" y="6365"/>
                    <a:pt x="7431" y="6207"/>
                    <a:pt x="7431" y="6012"/>
                  </a:cubicBezTo>
                  <a:lnTo>
                    <a:pt x="7431" y="353"/>
                  </a:lnTo>
                  <a:cubicBezTo>
                    <a:pt x="7431" y="159"/>
                    <a:pt x="727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4" name="Google Shape;2734;p45"/>
            <p:cNvSpPr/>
            <p:nvPr/>
          </p:nvSpPr>
          <p:spPr>
            <a:xfrm>
              <a:off x="7394022" y="1417599"/>
              <a:ext cx="445646" cy="382100"/>
            </a:xfrm>
            <a:custGeom>
              <a:avLst/>
              <a:gdLst/>
              <a:ahLst/>
              <a:cxnLst/>
              <a:rect l="l" t="t" r="r" b="b"/>
              <a:pathLst>
                <a:path w="7553" h="6476" extrusionOk="0">
                  <a:moveTo>
                    <a:pt x="7144" y="112"/>
                  </a:moveTo>
                  <a:cubicBezTo>
                    <a:pt x="7302" y="112"/>
                    <a:pt x="7431" y="241"/>
                    <a:pt x="7431" y="408"/>
                  </a:cubicBezTo>
                  <a:lnTo>
                    <a:pt x="7431" y="6067"/>
                  </a:lnTo>
                  <a:cubicBezTo>
                    <a:pt x="7431" y="6225"/>
                    <a:pt x="7302" y="6355"/>
                    <a:pt x="7144" y="6355"/>
                  </a:cubicBezTo>
                  <a:lnTo>
                    <a:pt x="409" y="6355"/>
                  </a:lnTo>
                  <a:cubicBezTo>
                    <a:pt x="242" y="6355"/>
                    <a:pt x="112" y="6225"/>
                    <a:pt x="112" y="6067"/>
                  </a:cubicBezTo>
                  <a:lnTo>
                    <a:pt x="112" y="408"/>
                  </a:lnTo>
                  <a:cubicBezTo>
                    <a:pt x="112" y="241"/>
                    <a:pt x="242" y="112"/>
                    <a:pt x="409" y="112"/>
                  </a:cubicBezTo>
                  <a:close/>
                  <a:moveTo>
                    <a:pt x="409" y="0"/>
                  </a:moveTo>
                  <a:cubicBezTo>
                    <a:pt x="177" y="0"/>
                    <a:pt x="1" y="176"/>
                    <a:pt x="1" y="408"/>
                  </a:cubicBezTo>
                  <a:lnTo>
                    <a:pt x="1" y="6067"/>
                  </a:lnTo>
                  <a:cubicBezTo>
                    <a:pt x="1" y="6290"/>
                    <a:pt x="177" y="6475"/>
                    <a:pt x="409" y="6475"/>
                  </a:cubicBezTo>
                  <a:lnTo>
                    <a:pt x="7144" y="6475"/>
                  </a:lnTo>
                  <a:cubicBezTo>
                    <a:pt x="7367" y="6475"/>
                    <a:pt x="7552" y="6290"/>
                    <a:pt x="7543" y="6067"/>
                  </a:cubicBezTo>
                  <a:lnTo>
                    <a:pt x="7543" y="408"/>
                  </a:lnTo>
                  <a:cubicBezTo>
                    <a:pt x="7543" y="186"/>
                    <a:pt x="7367" y="0"/>
                    <a:pt x="7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5" name="Google Shape;2735;p45"/>
            <p:cNvSpPr/>
            <p:nvPr/>
          </p:nvSpPr>
          <p:spPr>
            <a:xfrm>
              <a:off x="7464649" y="1618446"/>
              <a:ext cx="302742" cy="40594"/>
            </a:xfrm>
            <a:custGeom>
              <a:avLst/>
              <a:gdLst/>
              <a:ahLst/>
              <a:cxnLst/>
              <a:rect l="l" t="t" r="r" b="b"/>
              <a:pathLst>
                <a:path w="5131" h="688" extrusionOk="0">
                  <a:moveTo>
                    <a:pt x="325" y="1"/>
                  </a:moveTo>
                  <a:cubicBezTo>
                    <a:pt x="149" y="1"/>
                    <a:pt x="1" y="149"/>
                    <a:pt x="1" y="325"/>
                  </a:cubicBezTo>
                  <a:lnTo>
                    <a:pt x="1" y="363"/>
                  </a:lnTo>
                  <a:cubicBezTo>
                    <a:pt x="1" y="548"/>
                    <a:pt x="149" y="687"/>
                    <a:pt x="325" y="687"/>
                  </a:cubicBezTo>
                  <a:lnTo>
                    <a:pt x="4806" y="687"/>
                  </a:lnTo>
                  <a:cubicBezTo>
                    <a:pt x="4991" y="687"/>
                    <a:pt x="5131" y="548"/>
                    <a:pt x="5131" y="363"/>
                  </a:cubicBezTo>
                  <a:lnTo>
                    <a:pt x="5131" y="325"/>
                  </a:lnTo>
                  <a:cubicBezTo>
                    <a:pt x="5131" y="149"/>
                    <a:pt x="4991"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6" name="Google Shape;2736;p45"/>
            <p:cNvSpPr/>
            <p:nvPr/>
          </p:nvSpPr>
          <p:spPr>
            <a:xfrm>
              <a:off x="7461345" y="1615201"/>
              <a:ext cx="309881" cy="47084"/>
            </a:xfrm>
            <a:custGeom>
              <a:avLst/>
              <a:gdLst/>
              <a:ahLst/>
              <a:cxnLst/>
              <a:rect l="l" t="t" r="r" b="b"/>
              <a:pathLst>
                <a:path w="5252" h="798" extrusionOk="0">
                  <a:moveTo>
                    <a:pt x="4862" y="111"/>
                  </a:moveTo>
                  <a:cubicBezTo>
                    <a:pt x="5010" y="111"/>
                    <a:pt x="5131" y="232"/>
                    <a:pt x="5131" y="380"/>
                  </a:cubicBezTo>
                  <a:lnTo>
                    <a:pt x="5131" y="418"/>
                  </a:lnTo>
                  <a:cubicBezTo>
                    <a:pt x="5131" y="566"/>
                    <a:pt x="5010" y="687"/>
                    <a:pt x="4862" y="687"/>
                  </a:cubicBezTo>
                  <a:lnTo>
                    <a:pt x="381" y="687"/>
                  </a:lnTo>
                  <a:cubicBezTo>
                    <a:pt x="233" y="687"/>
                    <a:pt x="112" y="566"/>
                    <a:pt x="112" y="418"/>
                  </a:cubicBezTo>
                  <a:lnTo>
                    <a:pt x="112" y="380"/>
                  </a:lnTo>
                  <a:cubicBezTo>
                    <a:pt x="112" y="232"/>
                    <a:pt x="233" y="111"/>
                    <a:pt x="381" y="111"/>
                  </a:cubicBezTo>
                  <a:close/>
                  <a:moveTo>
                    <a:pt x="381" y="0"/>
                  </a:moveTo>
                  <a:cubicBezTo>
                    <a:pt x="168" y="0"/>
                    <a:pt x="1" y="167"/>
                    <a:pt x="1" y="380"/>
                  </a:cubicBezTo>
                  <a:lnTo>
                    <a:pt x="1" y="418"/>
                  </a:lnTo>
                  <a:cubicBezTo>
                    <a:pt x="1" y="631"/>
                    <a:pt x="168" y="798"/>
                    <a:pt x="381" y="798"/>
                  </a:cubicBezTo>
                  <a:lnTo>
                    <a:pt x="4862" y="798"/>
                  </a:lnTo>
                  <a:cubicBezTo>
                    <a:pt x="5075" y="798"/>
                    <a:pt x="5251" y="631"/>
                    <a:pt x="5251" y="418"/>
                  </a:cubicBezTo>
                  <a:lnTo>
                    <a:pt x="5251" y="380"/>
                  </a:lnTo>
                  <a:cubicBezTo>
                    <a:pt x="5251" y="167"/>
                    <a:pt x="5075" y="0"/>
                    <a:pt x="4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7" name="Google Shape;2737;p45"/>
            <p:cNvSpPr/>
            <p:nvPr/>
          </p:nvSpPr>
          <p:spPr>
            <a:xfrm>
              <a:off x="7497514" y="1629421"/>
              <a:ext cx="235420" cy="16993"/>
            </a:xfrm>
            <a:custGeom>
              <a:avLst/>
              <a:gdLst/>
              <a:ahLst/>
              <a:cxnLst/>
              <a:rect l="l" t="t" r="r" b="b"/>
              <a:pathLst>
                <a:path w="3990" h="288" extrusionOk="0">
                  <a:moveTo>
                    <a:pt x="3850" y="56"/>
                  </a:moveTo>
                  <a:cubicBezTo>
                    <a:pt x="3896" y="56"/>
                    <a:pt x="3933" y="93"/>
                    <a:pt x="3933" y="139"/>
                  </a:cubicBezTo>
                  <a:lnTo>
                    <a:pt x="3933" y="149"/>
                  </a:lnTo>
                  <a:cubicBezTo>
                    <a:pt x="3933" y="195"/>
                    <a:pt x="3896" y="232"/>
                    <a:pt x="3850" y="232"/>
                  </a:cubicBezTo>
                  <a:lnTo>
                    <a:pt x="139" y="232"/>
                  </a:lnTo>
                  <a:cubicBezTo>
                    <a:pt x="93" y="232"/>
                    <a:pt x="56" y="195"/>
                    <a:pt x="56" y="149"/>
                  </a:cubicBezTo>
                  <a:lnTo>
                    <a:pt x="56" y="139"/>
                  </a:lnTo>
                  <a:cubicBezTo>
                    <a:pt x="56" y="93"/>
                    <a:pt x="93" y="56"/>
                    <a:pt x="139" y="56"/>
                  </a:cubicBezTo>
                  <a:close/>
                  <a:moveTo>
                    <a:pt x="139" y="0"/>
                  </a:moveTo>
                  <a:cubicBezTo>
                    <a:pt x="65" y="0"/>
                    <a:pt x="0" y="65"/>
                    <a:pt x="0" y="139"/>
                  </a:cubicBezTo>
                  <a:lnTo>
                    <a:pt x="0" y="149"/>
                  </a:lnTo>
                  <a:cubicBezTo>
                    <a:pt x="0" y="223"/>
                    <a:pt x="65" y="288"/>
                    <a:pt x="139" y="288"/>
                  </a:cubicBezTo>
                  <a:lnTo>
                    <a:pt x="3850" y="288"/>
                  </a:lnTo>
                  <a:cubicBezTo>
                    <a:pt x="3924" y="288"/>
                    <a:pt x="3989" y="232"/>
                    <a:pt x="3989" y="149"/>
                  </a:cubicBezTo>
                  <a:lnTo>
                    <a:pt x="3989" y="139"/>
                  </a:lnTo>
                  <a:cubicBezTo>
                    <a:pt x="3989" y="65"/>
                    <a:pt x="3924"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8" name="Google Shape;2738;p45"/>
            <p:cNvSpPr/>
            <p:nvPr/>
          </p:nvSpPr>
          <p:spPr>
            <a:xfrm>
              <a:off x="7517221" y="1681934"/>
              <a:ext cx="198189" cy="23601"/>
            </a:xfrm>
            <a:custGeom>
              <a:avLst/>
              <a:gdLst/>
              <a:ahLst/>
              <a:cxnLst/>
              <a:rect l="l" t="t" r="r" b="b"/>
              <a:pathLst>
                <a:path w="3359" h="400" extrusionOk="0">
                  <a:moveTo>
                    <a:pt x="195" y="1"/>
                  </a:moveTo>
                  <a:cubicBezTo>
                    <a:pt x="93" y="1"/>
                    <a:pt x="0" y="84"/>
                    <a:pt x="0" y="196"/>
                  </a:cubicBezTo>
                  <a:cubicBezTo>
                    <a:pt x="0" y="307"/>
                    <a:pt x="93" y="400"/>
                    <a:pt x="195" y="400"/>
                  </a:cubicBezTo>
                  <a:lnTo>
                    <a:pt x="3154" y="400"/>
                  </a:lnTo>
                  <a:cubicBezTo>
                    <a:pt x="3265" y="400"/>
                    <a:pt x="3358" y="307"/>
                    <a:pt x="3358" y="196"/>
                  </a:cubicBezTo>
                  <a:cubicBezTo>
                    <a:pt x="3358" y="84"/>
                    <a:pt x="3265" y="1"/>
                    <a:pt x="3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9" name="Google Shape;2739;p45"/>
            <p:cNvSpPr/>
            <p:nvPr/>
          </p:nvSpPr>
          <p:spPr>
            <a:xfrm>
              <a:off x="7513917" y="1678689"/>
              <a:ext cx="204739" cy="30150"/>
            </a:xfrm>
            <a:custGeom>
              <a:avLst/>
              <a:gdLst/>
              <a:ahLst/>
              <a:cxnLst/>
              <a:rect l="l" t="t" r="r" b="b"/>
              <a:pathLst>
                <a:path w="3470" h="511" extrusionOk="0">
                  <a:moveTo>
                    <a:pt x="3210" y="112"/>
                  </a:moveTo>
                  <a:cubicBezTo>
                    <a:pt x="3284" y="112"/>
                    <a:pt x="3349" y="176"/>
                    <a:pt x="3349" y="251"/>
                  </a:cubicBezTo>
                  <a:cubicBezTo>
                    <a:pt x="3349" y="334"/>
                    <a:pt x="3284" y="390"/>
                    <a:pt x="3210" y="390"/>
                  </a:cubicBezTo>
                  <a:lnTo>
                    <a:pt x="251" y="390"/>
                  </a:lnTo>
                  <a:cubicBezTo>
                    <a:pt x="177" y="390"/>
                    <a:pt x="112" y="334"/>
                    <a:pt x="112" y="251"/>
                  </a:cubicBezTo>
                  <a:cubicBezTo>
                    <a:pt x="112" y="176"/>
                    <a:pt x="177" y="112"/>
                    <a:pt x="251" y="112"/>
                  </a:cubicBezTo>
                  <a:close/>
                  <a:moveTo>
                    <a:pt x="251" y="0"/>
                  </a:moveTo>
                  <a:cubicBezTo>
                    <a:pt x="112" y="0"/>
                    <a:pt x="0" y="112"/>
                    <a:pt x="0" y="251"/>
                  </a:cubicBezTo>
                  <a:cubicBezTo>
                    <a:pt x="0" y="399"/>
                    <a:pt x="112" y="510"/>
                    <a:pt x="251" y="510"/>
                  </a:cubicBezTo>
                  <a:lnTo>
                    <a:pt x="3210" y="510"/>
                  </a:lnTo>
                  <a:cubicBezTo>
                    <a:pt x="3349" y="510"/>
                    <a:pt x="3470" y="399"/>
                    <a:pt x="3470" y="251"/>
                  </a:cubicBezTo>
                  <a:cubicBezTo>
                    <a:pt x="3470" y="112"/>
                    <a:pt x="3349" y="0"/>
                    <a:pt x="3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0" name="Google Shape;2740;p45"/>
            <p:cNvSpPr/>
            <p:nvPr/>
          </p:nvSpPr>
          <p:spPr>
            <a:xfrm>
              <a:off x="7557166" y="1687952"/>
              <a:ext cx="10974" cy="11564"/>
            </a:xfrm>
            <a:custGeom>
              <a:avLst/>
              <a:gdLst/>
              <a:ahLst/>
              <a:cxnLst/>
              <a:rect l="l" t="t" r="r" b="b"/>
              <a:pathLst>
                <a:path w="186" h="196" extrusionOk="0">
                  <a:moveTo>
                    <a:pt x="93" y="57"/>
                  </a:moveTo>
                  <a:cubicBezTo>
                    <a:pt x="112" y="57"/>
                    <a:pt x="130" y="75"/>
                    <a:pt x="130" y="94"/>
                  </a:cubicBezTo>
                  <a:cubicBezTo>
                    <a:pt x="130" y="112"/>
                    <a:pt x="112" y="131"/>
                    <a:pt x="93" y="131"/>
                  </a:cubicBezTo>
                  <a:cubicBezTo>
                    <a:pt x="74" y="131"/>
                    <a:pt x="56" y="112"/>
                    <a:pt x="56" y="94"/>
                  </a:cubicBezTo>
                  <a:cubicBezTo>
                    <a:pt x="56" y="75"/>
                    <a:pt x="74"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1" name="Google Shape;2741;p45"/>
            <p:cNvSpPr/>
            <p:nvPr/>
          </p:nvSpPr>
          <p:spPr>
            <a:xfrm>
              <a:off x="7579056" y="1687952"/>
              <a:ext cx="10974" cy="11564"/>
            </a:xfrm>
            <a:custGeom>
              <a:avLst/>
              <a:gdLst/>
              <a:ahLst/>
              <a:cxnLst/>
              <a:rect l="l" t="t" r="r" b="b"/>
              <a:pathLst>
                <a:path w="186" h="196" extrusionOk="0">
                  <a:moveTo>
                    <a:pt x="93" y="57"/>
                  </a:moveTo>
                  <a:cubicBezTo>
                    <a:pt x="112" y="57"/>
                    <a:pt x="130" y="75"/>
                    <a:pt x="130" y="94"/>
                  </a:cubicBezTo>
                  <a:cubicBezTo>
                    <a:pt x="130" y="112"/>
                    <a:pt x="112" y="131"/>
                    <a:pt x="93" y="131"/>
                  </a:cubicBezTo>
                  <a:cubicBezTo>
                    <a:pt x="75" y="131"/>
                    <a:pt x="56" y="112"/>
                    <a:pt x="56" y="94"/>
                  </a:cubicBezTo>
                  <a:cubicBezTo>
                    <a:pt x="56" y="75"/>
                    <a:pt x="75"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2" name="Google Shape;2742;p45"/>
            <p:cNvSpPr/>
            <p:nvPr/>
          </p:nvSpPr>
          <p:spPr>
            <a:xfrm>
              <a:off x="7599294" y="1687952"/>
              <a:ext cx="11564" cy="11564"/>
            </a:xfrm>
            <a:custGeom>
              <a:avLst/>
              <a:gdLst/>
              <a:ahLst/>
              <a:cxnLst/>
              <a:rect l="l" t="t" r="r" b="b"/>
              <a:pathLst>
                <a:path w="196" h="196" extrusionOk="0">
                  <a:moveTo>
                    <a:pt x="93" y="57"/>
                  </a:moveTo>
                  <a:cubicBezTo>
                    <a:pt x="121" y="57"/>
                    <a:pt x="14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3" name="Google Shape;2743;p45"/>
            <p:cNvSpPr/>
            <p:nvPr/>
          </p:nvSpPr>
          <p:spPr>
            <a:xfrm>
              <a:off x="7621185" y="1687952"/>
              <a:ext cx="11564" cy="11564"/>
            </a:xfrm>
            <a:custGeom>
              <a:avLst/>
              <a:gdLst/>
              <a:ahLst/>
              <a:cxnLst/>
              <a:rect l="l" t="t" r="r" b="b"/>
              <a:pathLst>
                <a:path w="196" h="196" extrusionOk="0">
                  <a:moveTo>
                    <a:pt x="93" y="57"/>
                  </a:moveTo>
                  <a:cubicBezTo>
                    <a:pt x="121" y="57"/>
                    <a:pt x="140" y="75"/>
                    <a:pt x="140" y="94"/>
                  </a:cubicBezTo>
                  <a:cubicBezTo>
                    <a:pt x="14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4" name="Google Shape;2744;p45"/>
            <p:cNvSpPr/>
            <p:nvPr/>
          </p:nvSpPr>
          <p:spPr>
            <a:xfrm>
              <a:off x="7642544" y="1687952"/>
              <a:ext cx="11564" cy="11564"/>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5" name="Google Shape;2745;p45"/>
            <p:cNvSpPr/>
            <p:nvPr/>
          </p:nvSpPr>
          <p:spPr>
            <a:xfrm>
              <a:off x="7664434" y="1687952"/>
              <a:ext cx="11564" cy="11564"/>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6" name="Google Shape;2746;p45"/>
            <p:cNvSpPr/>
            <p:nvPr/>
          </p:nvSpPr>
          <p:spPr>
            <a:xfrm>
              <a:off x="7552800" y="1465215"/>
              <a:ext cx="126442" cy="126501"/>
            </a:xfrm>
            <a:custGeom>
              <a:avLst/>
              <a:gdLst/>
              <a:ahLst/>
              <a:cxnLst/>
              <a:rect l="l" t="t" r="r" b="b"/>
              <a:pathLst>
                <a:path w="2143" h="2144" extrusionOk="0">
                  <a:moveTo>
                    <a:pt x="1076" y="0"/>
                  </a:moveTo>
                  <a:cubicBezTo>
                    <a:pt x="482" y="0"/>
                    <a:pt x="0" y="473"/>
                    <a:pt x="0" y="1067"/>
                  </a:cubicBezTo>
                  <a:cubicBezTo>
                    <a:pt x="0" y="1661"/>
                    <a:pt x="482" y="2143"/>
                    <a:pt x="1076" y="2143"/>
                  </a:cubicBezTo>
                  <a:cubicBezTo>
                    <a:pt x="1670" y="2143"/>
                    <a:pt x="2143" y="1661"/>
                    <a:pt x="2143" y="1067"/>
                  </a:cubicBezTo>
                  <a:cubicBezTo>
                    <a:pt x="2143" y="473"/>
                    <a:pt x="1670" y="0"/>
                    <a:pt x="10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7" name="Google Shape;2747;p45"/>
            <p:cNvSpPr/>
            <p:nvPr/>
          </p:nvSpPr>
          <p:spPr>
            <a:xfrm>
              <a:off x="7549496" y="1461380"/>
              <a:ext cx="133582" cy="134172"/>
            </a:xfrm>
            <a:custGeom>
              <a:avLst/>
              <a:gdLst/>
              <a:ahLst/>
              <a:cxnLst/>
              <a:rect l="l" t="t" r="r" b="b"/>
              <a:pathLst>
                <a:path w="2264" h="2274" extrusionOk="0">
                  <a:moveTo>
                    <a:pt x="1132" y="121"/>
                  </a:moveTo>
                  <a:cubicBezTo>
                    <a:pt x="1689" y="121"/>
                    <a:pt x="2143" y="576"/>
                    <a:pt x="2143" y="1132"/>
                  </a:cubicBezTo>
                  <a:cubicBezTo>
                    <a:pt x="2143" y="1698"/>
                    <a:pt x="1689" y="2153"/>
                    <a:pt x="1132" y="2153"/>
                  </a:cubicBezTo>
                  <a:cubicBezTo>
                    <a:pt x="566" y="2153"/>
                    <a:pt x="112" y="1698"/>
                    <a:pt x="112" y="1132"/>
                  </a:cubicBezTo>
                  <a:cubicBezTo>
                    <a:pt x="112" y="576"/>
                    <a:pt x="566" y="121"/>
                    <a:pt x="1132" y="121"/>
                  </a:cubicBezTo>
                  <a:close/>
                  <a:moveTo>
                    <a:pt x="1132" y="0"/>
                  </a:moveTo>
                  <a:cubicBezTo>
                    <a:pt x="501" y="0"/>
                    <a:pt x="0" y="511"/>
                    <a:pt x="0" y="1132"/>
                  </a:cubicBezTo>
                  <a:cubicBezTo>
                    <a:pt x="0" y="1763"/>
                    <a:pt x="501" y="2273"/>
                    <a:pt x="1132" y="2273"/>
                  </a:cubicBezTo>
                  <a:cubicBezTo>
                    <a:pt x="1754" y="2273"/>
                    <a:pt x="2264" y="1763"/>
                    <a:pt x="2264" y="1132"/>
                  </a:cubicBezTo>
                  <a:cubicBezTo>
                    <a:pt x="2264" y="511"/>
                    <a:pt x="1754"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8" name="Google Shape;2748;p45"/>
            <p:cNvSpPr/>
            <p:nvPr/>
          </p:nvSpPr>
          <p:spPr>
            <a:xfrm>
              <a:off x="7587789" y="1532007"/>
              <a:ext cx="56465" cy="28498"/>
            </a:xfrm>
            <a:custGeom>
              <a:avLst/>
              <a:gdLst/>
              <a:ahLst/>
              <a:cxnLst/>
              <a:rect l="l" t="t" r="r" b="b"/>
              <a:pathLst>
                <a:path w="957" h="483" extrusionOk="0">
                  <a:moveTo>
                    <a:pt x="483" y="0"/>
                  </a:moveTo>
                  <a:cubicBezTo>
                    <a:pt x="214" y="0"/>
                    <a:pt x="1" y="213"/>
                    <a:pt x="1" y="482"/>
                  </a:cubicBezTo>
                  <a:lnTo>
                    <a:pt x="956" y="482"/>
                  </a:lnTo>
                  <a:cubicBezTo>
                    <a:pt x="956" y="213"/>
                    <a:pt x="743"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9" name="Google Shape;2749;p45"/>
            <p:cNvSpPr/>
            <p:nvPr/>
          </p:nvSpPr>
          <p:spPr>
            <a:xfrm>
              <a:off x="7584544" y="1528702"/>
              <a:ext cx="63546" cy="35106"/>
            </a:xfrm>
            <a:custGeom>
              <a:avLst/>
              <a:gdLst/>
              <a:ahLst/>
              <a:cxnLst/>
              <a:rect l="l" t="t" r="r" b="b"/>
              <a:pathLst>
                <a:path w="1077" h="595" extrusionOk="0">
                  <a:moveTo>
                    <a:pt x="538" y="121"/>
                  </a:moveTo>
                  <a:cubicBezTo>
                    <a:pt x="752" y="121"/>
                    <a:pt x="928" y="279"/>
                    <a:pt x="956" y="483"/>
                  </a:cubicBezTo>
                  <a:lnTo>
                    <a:pt x="121" y="483"/>
                  </a:lnTo>
                  <a:cubicBezTo>
                    <a:pt x="149" y="279"/>
                    <a:pt x="325" y="121"/>
                    <a:pt x="538" y="121"/>
                  </a:cubicBezTo>
                  <a:close/>
                  <a:moveTo>
                    <a:pt x="538" y="0"/>
                  </a:moveTo>
                  <a:cubicBezTo>
                    <a:pt x="241" y="0"/>
                    <a:pt x="0" y="242"/>
                    <a:pt x="0" y="538"/>
                  </a:cubicBezTo>
                  <a:cubicBezTo>
                    <a:pt x="0" y="594"/>
                    <a:pt x="0" y="594"/>
                    <a:pt x="232" y="594"/>
                  </a:cubicBezTo>
                  <a:lnTo>
                    <a:pt x="585" y="594"/>
                  </a:lnTo>
                  <a:cubicBezTo>
                    <a:pt x="1067" y="594"/>
                    <a:pt x="1067" y="594"/>
                    <a:pt x="1076" y="538"/>
                  </a:cubicBezTo>
                  <a:cubicBezTo>
                    <a:pt x="1076" y="242"/>
                    <a:pt x="835" y="0"/>
                    <a:pt x="5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0" name="Google Shape;2750;p45"/>
            <p:cNvSpPr/>
            <p:nvPr/>
          </p:nvSpPr>
          <p:spPr>
            <a:xfrm>
              <a:off x="7600415" y="1496428"/>
              <a:ext cx="31802" cy="31802"/>
            </a:xfrm>
            <a:custGeom>
              <a:avLst/>
              <a:gdLst/>
              <a:ahLst/>
              <a:cxnLst/>
              <a:rect l="l" t="t" r="r" b="b"/>
              <a:pathLst>
                <a:path w="539" h="539" extrusionOk="0">
                  <a:moveTo>
                    <a:pt x="269" y="0"/>
                  </a:moveTo>
                  <a:cubicBezTo>
                    <a:pt x="121" y="0"/>
                    <a:pt x="0" y="121"/>
                    <a:pt x="0" y="269"/>
                  </a:cubicBezTo>
                  <a:cubicBezTo>
                    <a:pt x="0" y="418"/>
                    <a:pt x="121" y="538"/>
                    <a:pt x="269" y="538"/>
                  </a:cubicBezTo>
                  <a:cubicBezTo>
                    <a:pt x="418" y="538"/>
                    <a:pt x="538" y="418"/>
                    <a:pt x="538" y="269"/>
                  </a:cubicBezTo>
                  <a:cubicBezTo>
                    <a:pt x="538" y="121"/>
                    <a:pt x="418" y="0"/>
                    <a:pt x="2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1" name="Google Shape;2751;p45"/>
            <p:cNvSpPr/>
            <p:nvPr/>
          </p:nvSpPr>
          <p:spPr>
            <a:xfrm>
              <a:off x="7597111" y="1493123"/>
              <a:ext cx="38942" cy="38942"/>
            </a:xfrm>
            <a:custGeom>
              <a:avLst/>
              <a:gdLst/>
              <a:ahLst/>
              <a:cxnLst/>
              <a:rect l="l" t="t" r="r" b="b"/>
              <a:pathLst>
                <a:path w="660" h="660" extrusionOk="0">
                  <a:moveTo>
                    <a:pt x="325" y="112"/>
                  </a:moveTo>
                  <a:cubicBezTo>
                    <a:pt x="446" y="112"/>
                    <a:pt x="539" y="204"/>
                    <a:pt x="539" y="325"/>
                  </a:cubicBezTo>
                  <a:cubicBezTo>
                    <a:pt x="539" y="446"/>
                    <a:pt x="446" y="538"/>
                    <a:pt x="325" y="538"/>
                  </a:cubicBezTo>
                  <a:cubicBezTo>
                    <a:pt x="205" y="538"/>
                    <a:pt x="112" y="446"/>
                    <a:pt x="112" y="325"/>
                  </a:cubicBezTo>
                  <a:cubicBezTo>
                    <a:pt x="112" y="204"/>
                    <a:pt x="205" y="112"/>
                    <a:pt x="325" y="112"/>
                  </a:cubicBezTo>
                  <a:close/>
                  <a:moveTo>
                    <a:pt x="325" y="0"/>
                  </a:moveTo>
                  <a:cubicBezTo>
                    <a:pt x="140" y="0"/>
                    <a:pt x="0" y="140"/>
                    <a:pt x="0" y="325"/>
                  </a:cubicBezTo>
                  <a:cubicBezTo>
                    <a:pt x="0" y="511"/>
                    <a:pt x="140" y="659"/>
                    <a:pt x="325" y="659"/>
                  </a:cubicBezTo>
                  <a:cubicBezTo>
                    <a:pt x="511" y="659"/>
                    <a:pt x="659" y="511"/>
                    <a:pt x="659" y="325"/>
                  </a:cubicBezTo>
                  <a:cubicBezTo>
                    <a:pt x="659" y="140"/>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2" name="Google Shape;2752;p45"/>
            <p:cNvSpPr/>
            <p:nvPr/>
          </p:nvSpPr>
          <p:spPr>
            <a:xfrm>
              <a:off x="7569203" y="1724121"/>
              <a:ext cx="93637" cy="29029"/>
            </a:xfrm>
            <a:custGeom>
              <a:avLst/>
              <a:gdLst/>
              <a:ahLst/>
              <a:cxnLst/>
              <a:rect l="l" t="t" r="r" b="b"/>
              <a:pathLst>
                <a:path w="1587" h="492" extrusionOk="0">
                  <a:moveTo>
                    <a:pt x="251" y="0"/>
                  </a:moveTo>
                  <a:cubicBezTo>
                    <a:pt x="112" y="0"/>
                    <a:pt x="0" y="111"/>
                    <a:pt x="0" y="251"/>
                  </a:cubicBezTo>
                  <a:cubicBezTo>
                    <a:pt x="0" y="390"/>
                    <a:pt x="112" y="492"/>
                    <a:pt x="251" y="492"/>
                  </a:cubicBezTo>
                  <a:lnTo>
                    <a:pt x="1345" y="492"/>
                  </a:lnTo>
                  <a:cubicBezTo>
                    <a:pt x="1475" y="492"/>
                    <a:pt x="1587" y="390"/>
                    <a:pt x="1587" y="251"/>
                  </a:cubicBezTo>
                  <a:cubicBezTo>
                    <a:pt x="1587" y="111"/>
                    <a:pt x="1475" y="0"/>
                    <a:pt x="13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3" name="Google Shape;2753;p45"/>
            <p:cNvSpPr/>
            <p:nvPr/>
          </p:nvSpPr>
          <p:spPr>
            <a:xfrm>
              <a:off x="7565898" y="1720817"/>
              <a:ext cx="100245" cy="36169"/>
            </a:xfrm>
            <a:custGeom>
              <a:avLst/>
              <a:gdLst/>
              <a:ahLst/>
              <a:cxnLst/>
              <a:rect l="l" t="t" r="r" b="b"/>
              <a:pathLst>
                <a:path w="1699" h="613" extrusionOk="0">
                  <a:moveTo>
                    <a:pt x="1401" y="121"/>
                  </a:moveTo>
                  <a:cubicBezTo>
                    <a:pt x="1504" y="121"/>
                    <a:pt x="1587" y="205"/>
                    <a:pt x="1587" y="307"/>
                  </a:cubicBezTo>
                  <a:cubicBezTo>
                    <a:pt x="1587" y="409"/>
                    <a:pt x="1504" y="492"/>
                    <a:pt x="1401" y="492"/>
                  </a:cubicBezTo>
                  <a:lnTo>
                    <a:pt x="307" y="492"/>
                  </a:lnTo>
                  <a:cubicBezTo>
                    <a:pt x="205" y="492"/>
                    <a:pt x="112" y="409"/>
                    <a:pt x="112" y="307"/>
                  </a:cubicBezTo>
                  <a:cubicBezTo>
                    <a:pt x="112" y="205"/>
                    <a:pt x="196" y="121"/>
                    <a:pt x="307" y="121"/>
                  </a:cubicBezTo>
                  <a:close/>
                  <a:moveTo>
                    <a:pt x="307" y="0"/>
                  </a:moveTo>
                  <a:cubicBezTo>
                    <a:pt x="140" y="0"/>
                    <a:pt x="1" y="140"/>
                    <a:pt x="1" y="307"/>
                  </a:cubicBezTo>
                  <a:cubicBezTo>
                    <a:pt x="1" y="474"/>
                    <a:pt x="140" y="613"/>
                    <a:pt x="307"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4" name="Google Shape;2754;p45"/>
            <p:cNvSpPr/>
            <p:nvPr/>
          </p:nvSpPr>
          <p:spPr>
            <a:xfrm>
              <a:off x="6772246" y="1753682"/>
              <a:ext cx="559993" cy="977022"/>
            </a:xfrm>
            <a:custGeom>
              <a:avLst/>
              <a:gdLst/>
              <a:ahLst/>
              <a:cxnLst/>
              <a:rect l="l" t="t" r="r" b="b"/>
              <a:pathLst>
                <a:path w="9491" h="16559" extrusionOk="0">
                  <a:moveTo>
                    <a:pt x="0" y="0"/>
                  </a:moveTo>
                  <a:lnTo>
                    <a:pt x="0" y="16559"/>
                  </a:lnTo>
                  <a:lnTo>
                    <a:pt x="9491" y="16559"/>
                  </a:lnTo>
                  <a:lnTo>
                    <a:pt x="9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5" name="Google Shape;2755;p45"/>
            <p:cNvSpPr/>
            <p:nvPr/>
          </p:nvSpPr>
          <p:spPr>
            <a:xfrm>
              <a:off x="6731179" y="1693971"/>
              <a:ext cx="559993" cy="995726"/>
            </a:xfrm>
            <a:custGeom>
              <a:avLst/>
              <a:gdLst/>
              <a:ahLst/>
              <a:cxnLst/>
              <a:rect l="l" t="t" r="r" b="b"/>
              <a:pathLst>
                <a:path w="9491" h="16876" extrusionOk="0">
                  <a:moveTo>
                    <a:pt x="1" y="1"/>
                  </a:moveTo>
                  <a:lnTo>
                    <a:pt x="1" y="16875"/>
                  </a:lnTo>
                  <a:lnTo>
                    <a:pt x="9491" y="16875"/>
                  </a:lnTo>
                  <a:lnTo>
                    <a:pt x="949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6" name="Google Shape;2756;p45"/>
            <p:cNvSpPr/>
            <p:nvPr/>
          </p:nvSpPr>
          <p:spPr>
            <a:xfrm>
              <a:off x="6727934" y="1690725"/>
              <a:ext cx="566542" cy="1002216"/>
            </a:xfrm>
            <a:custGeom>
              <a:avLst/>
              <a:gdLst/>
              <a:ahLst/>
              <a:cxnLst/>
              <a:rect l="l" t="t" r="r" b="b"/>
              <a:pathLst>
                <a:path w="9602" h="16986" extrusionOk="0">
                  <a:moveTo>
                    <a:pt x="9481" y="112"/>
                  </a:moveTo>
                  <a:lnTo>
                    <a:pt x="9481" y="16865"/>
                  </a:lnTo>
                  <a:lnTo>
                    <a:pt x="111" y="16865"/>
                  </a:lnTo>
                  <a:lnTo>
                    <a:pt x="111" y="112"/>
                  </a:lnTo>
                  <a:close/>
                  <a:moveTo>
                    <a:pt x="56" y="0"/>
                  </a:moveTo>
                  <a:cubicBezTo>
                    <a:pt x="28" y="0"/>
                    <a:pt x="0" y="28"/>
                    <a:pt x="0" y="56"/>
                  </a:cubicBezTo>
                  <a:lnTo>
                    <a:pt x="0" y="16930"/>
                  </a:lnTo>
                  <a:cubicBezTo>
                    <a:pt x="0" y="16958"/>
                    <a:pt x="28" y="16986"/>
                    <a:pt x="56" y="16986"/>
                  </a:cubicBezTo>
                  <a:lnTo>
                    <a:pt x="9546" y="16986"/>
                  </a:lnTo>
                  <a:cubicBezTo>
                    <a:pt x="9574" y="16986"/>
                    <a:pt x="9601" y="16958"/>
                    <a:pt x="9601" y="16930"/>
                  </a:cubicBezTo>
                  <a:lnTo>
                    <a:pt x="9601" y="56"/>
                  </a:lnTo>
                  <a:cubicBezTo>
                    <a:pt x="9601" y="28"/>
                    <a:pt x="9574" y="0"/>
                    <a:pt x="95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7" name="Google Shape;2757;p45"/>
            <p:cNvSpPr/>
            <p:nvPr/>
          </p:nvSpPr>
          <p:spPr>
            <a:xfrm>
              <a:off x="6732301" y="1693971"/>
              <a:ext cx="558341" cy="80538"/>
            </a:xfrm>
            <a:custGeom>
              <a:avLst/>
              <a:gdLst/>
              <a:ahLst/>
              <a:cxnLst/>
              <a:rect l="l" t="t" r="r" b="b"/>
              <a:pathLst>
                <a:path w="9463" h="1365" extrusionOk="0">
                  <a:moveTo>
                    <a:pt x="0" y="1"/>
                  </a:moveTo>
                  <a:lnTo>
                    <a:pt x="0" y="1365"/>
                  </a:lnTo>
                  <a:lnTo>
                    <a:pt x="9463" y="1365"/>
                  </a:lnTo>
                  <a:lnTo>
                    <a:pt x="94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8" name="Google Shape;2758;p45"/>
            <p:cNvSpPr/>
            <p:nvPr/>
          </p:nvSpPr>
          <p:spPr>
            <a:xfrm>
              <a:off x="6728465" y="1690725"/>
              <a:ext cx="565480" cy="87088"/>
            </a:xfrm>
            <a:custGeom>
              <a:avLst/>
              <a:gdLst/>
              <a:ahLst/>
              <a:cxnLst/>
              <a:rect l="l" t="t" r="r" b="b"/>
              <a:pathLst>
                <a:path w="9584" h="1476" extrusionOk="0">
                  <a:moveTo>
                    <a:pt x="9472" y="121"/>
                  </a:moveTo>
                  <a:lnTo>
                    <a:pt x="9472" y="1355"/>
                  </a:lnTo>
                  <a:lnTo>
                    <a:pt x="121" y="1355"/>
                  </a:lnTo>
                  <a:lnTo>
                    <a:pt x="121" y="121"/>
                  </a:lnTo>
                  <a:close/>
                  <a:moveTo>
                    <a:pt x="0" y="0"/>
                  </a:moveTo>
                  <a:lnTo>
                    <a:pt x="0" y="1475"/>
                  </a:lnTo>
                  <a:lnTo>
                    <a:pt x="9583" y="1475"/>
                  </a:lnTo>
                  <a:lnTo>
                    <a:pt x="95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59" name="Google Shape;2759;p45"/>
            <p:cNvSpPr/>
            <p:nvPr/>
          </p:nvSpPr>
          <p:spPr>
            <a:xfrm>
              <a:off x="7140072" y="1723531"/>
              <a:ext cx="24132" cy="24191"/>
            </a:xfrm>
            <a:custGeom>
              <a:avLst/>
              <a:gdLst/>
              <a:ahLst/>
              <a:cxnLst/>
              <a:rect l="l" t="t" r="r" b="b"/>
              <a:pathLst>
                <a:path w="409" h="410" extrusionOk="0">
                  <a:moveTo>
                    <a:pt x="205" y="84"/>
                  </a:moveTo>
                  <a:cubicBezTo>
                    <a:pt x="269" y="84"/>
                    <a:pt x="325" y="140"/>
                    <a:pt x="325" y="205"/>
                  </a:cubicBezTo>
                  <a:cubicBezTo>
                    <a:pt x="325" y="270"/>
                    <a:pt x="269" y="326"/>
                    <a:pt x="205" y="326"/>
                  </a:cubicBezTo>
                  <a:cubicBezTo>
                    <a:pt x="140" y="326"/>
                    <a:pt x="84" y="270"/>
                    <a:pt x="84" y="205"/>
                  </a:cubicBezTo>
                  <a:cubicBezTo>
                    <a:pt x="84" y="140"/>
                    <a:pt x="140" y="84"/>
                    <a:pt x="205" y="84"/>
                  </a:cubicBezTo>
                  <a:close/>
                  <a:moveTo>
                    <a:pt x="205" y="1"/>
                  </a:moveTo>
                  <a:cubicBezTo>
                    <a:pt x="93" y="1"/>
                    <a:pt x="0" y="94"/>
                    <a:pt x="0" y="205"/>
                  </a:cubicBezTo>
                  <a:cubicBezTo>
                    <a:pt x="0"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0" name="Google Shape;2760;p45"/>
            <p:cNvSpPr/>
            <p:nvPr/>
          </p:nvSpPr>
          <p:spPr>
            <a:xfrm>
              <a:off x="7189871" y="1723531"/>
              <a:ext cx="24132" cy="24191"/>
            </a:xfrm>
            <a:custGeom>
              <a:avLst/>
              <a:gdLst/>
              <a:ahLst/>
              <a:cxnLst/>
              <a:rect l="l" t="t" r="r" b="b"/>
              <a:pathLst>
                <a:path w="409" h="410" extrusionOk="0">
                  <a:moveTo>
                    <a:pt x="205" y="84"/>
                  </a:moveTo>
                  <a:cubicBezTo>
                    <a:pt x="270" y="84"/>
                    <a:pt x="325" y="140"/>
                    <a:pt x="325" y="205"/>
                  </a:cubicBezTo>
                  <a:cubicBezTo>
                    <a:pt x="325" y="270"/>
                    <a:pt x="270" y="326"/>
                    <a:pt x="205" y="326"/>
                  </a:cubicBezTo>
                  <a:cubicBezTo>
                    <a:pt x="140" y="326"/>
                    <a:pt x="84" y="270"/>
                    <a:pt x="84" y="205"/>
                  </a:cubicBezTo>
                  <a:cubicBezTo>
                    <a:pt x="84" y="140"/>
                    <a:pt x="140" y="84"/>
                    <a:pt x="205" y="84"/>
                  </a:cubicBezTo>
                  <a:close/>
                  <a:moveTo>
                    <a:pt x="205" y="1"/>
                  </a:moveTo>
                  <a:cubicBezTo>
                    <a:pt x="93" y="1"/>
                    <a:pt x="1" y="94"/>
                    <a:pt x="1" y="205"/>
                  </a:cubicBezTo>
                  <a:cubicBezTo>
                    <a:pt x="1"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1" name="Google Shape;2761;p45"/>
            <p:cNvSpPr/>
            <p:nvPr/>
          </p:nvSpPr>
          <p:spPr>
            <a:xfrm>
              <a:off x="7240791" y="1723531"/>
              <a:ext cx="24132" cy="24191"/>
            </a:xfrm>
            <a:custGeom>
              <a:avLst/>
              <a:gdLst/>
              <a:ahLst/>
              <a:cxnLst/>
              <a:rect l="l" t="t" r="r" b="b"/>
              <a:pathLst>
                <a:path w="409" h="410" extrusionOk="0">
                  <a:moveTo>
                    <a:pt x="204" y="84"/>
                  </a:moveTo>
                  <a:cubicBezTo>
                    <a:pt x="269" y="84"/>
                    <a:pt x="325" y="140"/>
                    <a:pt x="325" y="205"/>
                  </a:cubicBezTo>
                  <a:cubicBezTo>
                    <a:pt x="325" y="270"/>
                    <a:pt x="269" y="326"/>
                    <a:pt x="204" y="326"/>
                  </a:cubicBezTo>
                  <a:cubicBezTo>
                    <a:pt x="139" y="326"/>
                    <a:pt x="84" y="270"/>
                    <a:pt x="84" y="205"/>
                  </a:cubicBezTo>
                  <a:cubicBezTo>
                    <a:pt x="84" y="140"/>
                    <a:pt x="139" y="84"/>
                    <a:pt x="204" y="84"/>
                  </a:cubicBezTo>
                  <a:close/>
                  <a:moveTo>
                    <a:pt x="204" y="1"/>
                  </a:moveTo>
                  <a:cubicBezTo>
                    <a:pt x="93" y="1"/>
                    <a:pt x="0" y="94"/>
                    <a:pt x="0" y="205"/>
                  </a:cubicBezTo>
                  <a:cubicBezTo>
                    <a:pt x="0" y="316"/>
                    <a:pt x="93" y="409"/>
                    <a:pt x="204" y="409"/>
                  </a:cubicBezTo>
                  <a:cubicBezTo>
                    <a:pt x="316" y="409"/>
                    <a:pt x="409" y="316"/>
                    <a:pt x="409" y="205"/>
                  </a:cubicBezTo>
                  <a:cubicBezTo>
                    <a:pt x="409" y="94"/>
                    <a:pt x="316" y="1"/>
                    <a:pt x="2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2" name="Google Shape;2762;p45"/>
            <p:cNvSpPr/>
            <p:nvPr/>
          </p:nvSpPr>
          <p:spPr>
            <a:xfrm>
              <a:off x="6820392" y="1885023"/>
              <a:ext cx="176889" cy="6608"/>
            </a:xfrm>
            <a:custGeom>
              <a:avLst/>
              <a:gdLst/>
              <a:ahLst/>
              <a:cxnLst/>
              <a:rect l="l" t="t" r="r" b="b"/>
              <a:pathLst>
                <a:path w="2998" h="112" extrusionOk="0">
                  <a:moveTo>
                    <a:pt x="57" y="0"/>
                  </a:moveTo>
                  <a:cubicBezTo>
                    <a:pt x="29" y="0"/>
                    <a:pt x="1" y="19"/>
                    <a:pt x="1" y="56"/>
                  </a:cubicBezTo>
                  <a:cubicBezTo>
                    <a:pt x="1" y="84"/>
                    <a:pt x="29" y="112"/>
                    <a:pt x="57" y="112"/>
                  </a:cubicBezTo>
                  <a:lnTo>
                    <a:pt x="2942" y="112"/>
                  </a:lnTo>
                  <a:cubicBezTo>
                    <a:pt x="2969" y="112"/>
                    <a:pt x="2997" y="84"/>
                    <a:pt x="2997" y="56"/>
                  </a:cubicBezTo>
                  <a:cubicBezTo>
                    <a:pt x="2997" y="19"/>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3" name="Google Shape;2763;p45"/>
            <p:cNvSpPr/>
            <p:nvPr/>
          </p:nvSpPr>
          <p:spPr>
            <a:xfrm>
              <a:off x="7032804" y="1885023"/>
              <a:ext cx="67912" cy="6608"/>
            </a:xfrm>
            <a:custGeom>
              <a:avLst/>
              <a:gdLst/>
              <a:ahLst/>
              <a:cxnLst/>
              <a:rect l="l" t="t" r="r" b="b"/>
              <a:pathLst>
                <a:path w="1151" h="112" extrusionOk="0">
                  <a:moveTo>
                    <a:pt x="56" y="0"/>
                  </a:moveTo>
                  <a:cubicBezTo>
                    <a:pt x="28" y="0"/>
                    <a:pt x="0" y="19"/>
                    <a:pt x="0" y="56"/>
                  </a:cubicBezTo>
                  <a:cubicBezTo>
                    <a:pt x="0" y="84"/>
                    <a:pt x="28" y="112"/>
                    <a:pt x="56" y="112"/>
                  </a:cubicBezTo>
                  <a:lnTo>
                    <a:pt x="1095" y="112"/>
                  </a:lnTo>
                  <a:cubicBezTo>
                    <a:pt x="1123" y="112"/>
                    <a:pt x="1151" y="84"/>
                    <a:pt x="1151" y="56"/>
                  </a:cubicBezTo>
                  <a:cubicBezTo>
                    <a:pt x="1151" y="19"/>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4" name="Google Shape;2764;p45"/>
            <p:cNvSpPr/>
            <p:nvPr/>
          </p:nvSpPr>
          <p:spPr>
            <a:xfrm>
              <a:off x="7142255" y="188502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5" name="Google Shape;2765;p45"/>
            <p:cNvSpPr/>
            <p:nvPr/>
          </p:nvSpPr>
          <p:spPr>
            <a:xfrm>
              <a:off x="7027848" y="2016364"/>
              <a:ext cx="176889" cy="7198"/>
            </a:xfrm>
            <a:custGeom>
              <a:avLst/>
              <a:gdLst/>
              <a:ahLst/>
              <a:cxnLst/>
              <a:rect l="l" t="t" r="r" b="b"/>
              <a:pathLst>
                <a:path w="2998" h="122" extrusionOk="0">
                  <a:moveTo>
                    <a:pt x="56" y="1"/>
                  </a:moveTo>
                  <a:cubicBezTo>
                    <a:pt x="29" y="1"/>
                    <a:pt x="1" y="29"/>
                    <a:pt x="1" y="66"/>
                  </a:cubicBezTo>
                  <a:cubicBezTo>
                    <a:pt x="1" y="94"/>
                    <a:pt x="29" y="121"/>
                    <a:pt x="56" y="121"/>
                  </a:cubicBezTo>
                  <a:lnTo>
                    <a:pt x="2941" y="121"/>
                  </a:lnTo>
                  <a:cubicBezTo>
                    <a:pt x="2979" y="121"/>
                    <a:pt x="2997" y="94"/>
                    <a:pt x="2997" y="66"/>
                  </a:cubicBezTo>
                  <a:cubicBezTo>
                    <a:pt x="2997" y="29"/>
                    <a:pt x="2979" y="1"/>
                    <a:pt x="29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6" name="Google Shape;2766;p45"/>
            <p:cNvSpPr/>
            <p:nvPr/>
          </p:nvSpPr>
          <p:spPr>
            <a:xfrm>
              <a:off x="6924415" y="2016364"/>
              <a:ext cx="67912" cy="7198"/>
            </a:xfrm>
            <a:custGeom>
              <a:avLst/>
              <a:gdLst/>
              <a:ahLst/>
              <a:cxnLst/>
              <a:rect l="l" t="t" r="r" b="b"/>
              <a:pathLst>
                <a:path w="1151" h="122" extrusionOk="0">
                  <a:moveTo>
                    <a:pt x="65" y="1"/>
                  </a:moveTo>
                  <a:cubicBezTo>
                    <a:pt x="28" y="1"/>
                    <a:pt x="0" y="29"/>
                    <a:pt x="0" y="66"/>
                  </a:cubicBezTo>
                  <a:cubicBezTo>
                    <a:pt x="0" y="94"/>
                    <a:pt x="28" y="121"/>
                    <a:pt x="65" y="121"/>
                  </a:cubicBezTo>
                  <a:lnTo>
                    <a:pt x="1095" y="121"/>
                  </a:lnTo>
                  <a:cubicBezTo>
                    <a:pt x="1123" y="121"/>
                    <a:pt x="1151" y="94"/>
                    <a:pt x="1151" y="66"/>
                  </a:cubicBezTo>
                  <a:cubicBezTo>
                    <a:pt x="1151" y="29"/>
                    <a:pt x="1123" y="1"/>
                    <a:pt x="10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7" name="Google Shape;2767;p45"/>
            <p:cNvSpPr/>
            <p:nvPr/>
          </p:nvSpPr>
          <p:spPr>
            <a:xfrm>
              <a:off x="6820392" y="2016364"/>
              <a:ext cx="62484" cy="7198"/>
            </a:xfrm>
            <a:custGeom>
              <a:avLst/>
              <a:gdLst/>
              <a:ahLst/>
              <a:cxnLst/>
              <a:rect l="l" t="t" r="r" b="b"/>
              <a:pathLst>
                <a:path w="1059" h="122" extrusionOk="0">
                  <a:moveTo>
                    <a:pt x="57" y="1"/>
                  </a:moveTo>
                  <a:cubicBezTo>
                    <a:pt x="29" y="1"/>
                    <a:pt x="1" y="29"/>
                    <a:pt x="1" y="66"/>
                  </a:cubicBezTo>
                  <a:cubicBezTo>
                    <a:pt x="1" y="94"/>
                    <a:pt x="29" y="121"/>
                    <a:pt x="57" y="121"/>
                  </a:cubicBezTo>
                  <a:lnTo>
                    <a:pt x="1003" y="121"/>
                  </a:lnTo>
                  <a:cubicBezTo>
                    <a:pt x="1031" y="121"/>
                    <a:pt x="1058" y="94"/>
                    <a:pt x="1058" y="66"/>
                  </a:cubicBezTo>
                  <a:cubicBezTo>
                    <a:pt x="1058" y="29"/>
                    <a:pt x="1031" y="1"/>
                    <a:pt x="1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8" name="Google Shape;2768;p45"/>
            <p:cNvSpPr/>
            <p:nvPr/>
          </p:nvSpPr>
          <p:spPr>
            <a:xfrm>
              <a:off x="6820392" y="1950163"/>
              <a:ext cx="94227" cy="6608"/>
            </a:xfrm>
            <a:custGeom>
              <a:avLst/>
              <a:gdLst/>
              <a:ahLst/>
              <a:cxnLst/>
              <a:rect l="l" t="t" r="r" b="b"/>
              <a:pathLst>
                <a:path w="1597" h="112" extrusionOk="0">
                  <a:moveTo>
                    <a:pt x="57" y="0"/>
                  </a:moveTo>
                  <a:cubicBezTo>
                    <a:pt x="29" y="0"/>
                    <a:pt x="1" y="19"/>
                    <a:pt x="1" y="56"/>
                  </a:cubicBezTo>
                  <a:cubicBezTo>
                    <a:pt x="1" y="84"/>
                    <a:pt x="29" y="112"/>
                    <a:pt x="57" y="112"/>
                  </a:cubicBezTo>
                  <a:lnTo>
                    <a:pt x="1541" y="112"/>
                  </a:lnTo>
                  <a:cubicBezTo>
                    <a:pt x="1578" y="112"/>
                    <a:pt x="1596" y="84"/>
                    <a:pt x="1596" y="56"/>
                  </a:cubicBezTo>
                  <a:cubicBezTo>
                    <a:pt x="1596" y="19"/>
                    <a:pt x="1578" y="0"/>
                    <a:pt x="15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69" name="Google Shape;2769;p45"/>
            <p:cNvSpPr/>
            <p:nvPr/>
          </p:nvSpPr>
          <p:spPr>
            <a:xfrm>
              <a:off x="6945184" y="1950163"/>
              <a:ext cx="155531" cy="6608"/>
            </a:xfrm>
            <a:custGeom>
              <a:avLst/>
              <a:gdLst/>
              <a:ahLst/>
              <a:cxnLst/>
              <a:rect l="l" t="t" r="r" b="b"/>
              <a:pathLst>
                <a:path w="2636" h="112" extrusionOk="0">
                  <a:moveTo>
                    <a:pt x="57" y="0"/>
                  </a:moveTo>
                  <a:cubicBezTo>
                    <a:pt x="29" y="0"/>
                    <a:pt x="1" y="19"/>
                    <a:pt x="1" y="56"/>
                  </a:cubicBezTo>
                  <a:cubicBezTo>
                    <a:pt x="1" y="84"/>
                    <a:pt x="29" y="112"/>
                    <a:pt x="57" y="112"/>
                  </a:cubicBezTo>
                  <a:lnTo>
                    <a:pt x="2580" y="112"/>
                  </a:lnTo>
                  <a:cubicBezTo>
                    <a:pt x="2608" y="112"/>
                    <a:pt x="2636" y="84"/>
                    <a:pt x="2636" y="56"/>
                  </a:cubicBezTo>
                  <a:cubicBezTo>
                    <a:pt x="2636" y="19"/>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0" name="Google Shape;2770;p45"/>
            <p:cNvSpPr/>
            <p:nvPr/>
          </p:nvSpPr>
          <p:spPr>
            <a:xfrm>
              <a:off x="7142255" y="195016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1" name="Google Shape;2771;p45"/>
            <p:cNvSpPr/>
            <p:nvPr/>
          </p:nvSpPr>
          <p:spPr>
            <a:xfrm>
              <a:off x="6820392" y="2074955"/>
              <a:ext cx="176889" cy="7198"/>
            </a:xfrm>
            <a:custGeom>
              <a:avLst/>
              <a:gdLst/>
              <a:ahLst/>
              <a:cxnLst/>
              <a:rect l="l" t="t" r="r" b="b"/>
              <a:pathLst>
                <a:path w="2998" h="122" extrusionOk="0">
                  <a:moveTo>
                    <a:pt x="57" y="0"/>
                  </a:moveTo>
                  <a:cubicBezTo>
                    <a:pt x="29" y="0"/>
                    <a:pt x="1" y="28"/>
                    <a:pt x="1" y="56"/>
                  </a:cubicBezTo>
                  <a:cubicBezTo>
                    <a:pt x="1" y="93"/>
                    <a:pt x="29" y="121"/>
                    <a:pt x="57" y="121"/>
                  </a:cubicBezTo>
                  <a:lnTo>
                    <a:pt x="2942" y="121"/>
                  </a:lnTo>
                  <a:cubicBezTo>
                    <a:pt x="2969" y="121"/>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2" name="Google Shape;2772;p45"/>
            <p:cNvSpPr/>
            <p:nvPr/>
          </p:nvSpPr>
          <p:spPr>
            <a:xfrm>
              <a:off x="7032804" y="2074955"/>
              <a:ext cx="67912" cy="7198"/>
            </a:xfrm>
            <a:custGeom>
              <a:avLst/>
              <a:gdLst/>
              <a:ahLst/>
              <a:cxnLst/>
              <a:rect l="l" t="t" r="r" b="b"/>
              <a:pathLst>
                <a:path w="1151" h="122" extrusionOk="0">
                  <a:moveTo>
                    <a:pt x="56" y="0"/>
                  </a:moveTo>
                  <a:cubicBezTo>
                    <a:pt x="28" y="0"/>
                    <a:pt x="0" y="28"/>
                    <a:pt x="0" y="56"/>
                  </a:cubicBezTo>
                  <a:cubicBezTo>
                    <a:pt x="0" y="93"/>
                    <a:pt x="28" y="121"/>
                    <a:pt x="56" y="121"/>
                  </a:cubicBezTo>
                  <a:lnTo>
                    <a:pt x="1095" y="121"/>
                  </a:lnTo>
                  <a:cubicBezTo>
                    <a:pt x="1123" y="12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3" name="Google Shape;2773;p45"/>
            <p:cNvSpPr/>
            <p:nvPr/>
          </p:nvSpPr>
          <p:spPr>
            <a:xfrm>
              <a:off x="6820392" y="2286245"/>
              <a:ext cx="176889" cy="6608"/>
            </a:xfrm>
            <a:custGeom>
              <a:avLst/>
              <a:gdLst/>
              <a:ahLst/>
              <a:cxnLst/>
              <a:rect l="l" t="t" r="r" b="b"/>
              <a:pathLst>
                <a:path w="2998" h="112" extrusionOk="0">
                  <a:moveTo>
                    <a:pt x="57" y="0"/>
                  </a:moveTo>
                  <a:cubicBezTo>
                    <a:pt x="29" y="0"/>
                    <a:pt x="1" y="28"/>
                    <a:pt x="1" y="56"/>
                  </a:cubicBezTo>
                  <a:cubicBezTo>
                    <a:pt x="1" y="93"/>
                    <a:pt x="29" y="112"/>
                    <a:pt x="57" y="112"/>
                  </a:cubicBezTo>
                  <a:lnTo>
                    <a:pt x="2942" y="112"/>
                  </a:lnTo>
                  <a:cubicBezTo>
                    <a:pt x="2969" y="112"/>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4" name="Google Shape;2774;p45"/>
            <p:cNvSpPr/>
            <p:nvPr/>
          </p:nvSpPr>
          <p:spPr>
            <a:xfrm>
              <a:off x="7032804" y="2286245"/>
              <a:ext cx="67912" cy="6608"/>
            </a:xfrm>
            <a:custGeom>
              <a:avLst/>
              <a:gdLst/>
              <a:ahLst/>
              <a:cxnLst/>
              <a:rect l="l" t="t" r="r" b="b"/>
              <a:pathLst>
                <a:path w="1151" h="112" extrusionOk="0">
                  <a:moveTo>
                    <a:pt x="56" y="0"/>
                  </a:moveTo>
                  <a:cubicBezTo>
                    <a:pt x="28" y="0"/>
                    <a:pt x="0" y="28"/>
                    <a:pt x="0" y="56"/>
                  </a:cubicBezTo>
                  <a:cubicBezTo>
                    <a:pt x="0" y="93"/>
                    <a:pt x="28" y="112"/>
                    <a:pt x="56" y="112"/>
                  </a:cubicBezTo>
                  <a:lnTo>
                    <a:pt x="1095" y="112"/>
                  </a:lnTo>
                  <a:cubicBezTo>
                    <a:pt x="1123" y="112"/>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5" name="Google Shape;2775;p45"/>
            <p:cNvSpPr/>
            <p:nvPr/>
          </p:nvSpPr>
          <p:spPr>
            <a:xfrm>
              <a:off x="7142255" y="2074955"/>
              <a:ext cx="62484" cy="7198"/>
            </a:xfrm>
            <a:custGeom>
              <a:avLst/>
              <a:gdLst/>
              <a:ahLst/>
              <a:cxnLst/>
              <a:rect l="l" t="t" r="r" b="b"/>
              <a:pathLst>
                <a:path w="1059" h="122" extrusionOk="0">
                  <a:moveTo>
                    <a:pt x="56" y="0"/>
                  </a:moveTo>
                  <a:cubicBezTo>
                    <a:pt x="28" y="0"/>
                    <a:pt x="1" y="28"/>
                    <a:pt x="1" y="56"/>
                  </a:cubicBezTo>
                  <a:cubicBezTo>
                    <a:pt x="1" y="93"/>
                    <a:pt x="28" y="121"/>
                    <a:pt x="56" y="121"/>
                  </a:cubicBezTo>
                  <a:lnTo>
                    <a:pt x="1002" y="121"/>
                  </a:lnTo>
                  <a:cubicBezTo>
                    <a:pt x="1040" y="121"/>
                    <a:pt x="1058" y="93"/>
                    <a:pt x="1058" y="56"/>
                  </a:cubicBezTo>
                  <a:cubicBezTo>
                    <a:pt x="1058" y="28"/>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6" name="Google Shape;2776;p45"/>
            <p:cNvSpPr/>
            <p:nvPr/>
          </p:nvSpPr>
          <p:spPr>
            <a:xfrm>
              <a:off x="7027848" y="2206886"/>
              <a:ext cx="176889" cy="6608"/>
            </a:xfrm>
            <a:custGeom>
              <a:avLst/>
              <a:gdLst/>
              <a:ahLst/>
              <a:cxnLst/>
              <a:rect l="l" t="t" r="r" b="b"/>
              <a:pathLst>
                <a:path w="2998" h="112" extrusionOk="0">
                  <a:moveTo>
                    <a:pt x="56" y="0"/>
                  </a:moveTo>
                  <a:cubicBezTo>
                    <a:pt x="29" y="0"/>
                    <a:pt x="1" y="28"/>
                    <a:pt x="1" y="56"/>
                  </a:cubicBezTo>
                  <a:cubicBezTo>
                    <a:pt x="1" y="84"/>
                    <a:pt x="29" y="111"/>
                    <a:pt x="56" y="111"/>
                  </a:cubicBezTo>
                  <a:lnTo>
                    <a:pt x="2941" y="111"/>
                  </a:lnTo>
                  <a:cubicBezTo>
                    <a:pt x="2979" y="111"/>
                    <a:pt x="2997" y="93"/>
                    <a:pt x="2997" y="56"/>
                  </a:cubicBezTo>
                  <a:cubicBezTo>
                    <a:pt x="2997" y="28"/>
                    <a:pt x="2979" y="0"/>
                    <a:pt x="29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7" name="Google Shape;2777;p45"/>
            <p:cNvSpPr/>
            <p:nvPr/>
          </p:nvSpPr>
          <p:spPr>
            <a:xfrm>
              <a:off x="6924415" y="2206886"/>
              <a:ext cx="67912" cy="6608"/>
            </a:xfrm>
            <a:custGeom>
              <a:avLst/>
              <a:gdLst/>
              <a:ahLst/>
              <a:cxnLst/>
              <a:rect l="l" t="t" r="r" b="b"/>
              <a:pathLst>
                <a:path w="1151" h="112" extrusionOk="0">
                  <a:moveTo>
                    <a:pt x="65" y="0"/>
                  </a:moveTo>
                  <a:cubicBezTo>
                    <a:pt x="28" y="0"/>
                    <a:pt x="0" y="28"/>
                    <a:pt x="0" y="56"/>
                  </a:cubicBezTo>
                  <a:cubicBezTo>
                    <a:pt x="0" y="84"/>
                    <a:pt x="28" y="111"/>
                    <a:pt x="65" y="111"/>
                  </a:cubicBezTo>
                  <a:lnTo>
                    <a:pt x="1095" y="111"/>
                  </a:lnTo>
                  <a:cubicBezTo>
                    <a:pt x="1123" y="11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8" name="Google Shape;2778;p45"/>
            <p:cNvSpPr/>
            <p:nvPr/>
          </p:nvSpPr>
          <p:spPr>
            <a:xfrm>
              <a:off x="6820392" y="2206886"/>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9" name="Google Shape;2779;p45"/>
            <p:cNvSpPr/>
            <p:nvPr/>
          </p:nvSpPr>
          <p:spPr>
            <a:xfrm>
              <a:off x="7123669" y="2357403"/>
              <a:ext cx="67381" cy="7139"/>
            </a:xfrm>
            <a:custGeom>
              <a:avLst/>
              <a:gdLst/>
              <a:ahLst/>
              <a:cxnLst/>
              <a:rect l="l" t="t" r="r" b="b"/>
              <a:pathLst>
                <a:path w="1142" h="121" extrusionOk="0">
                  <a:moveTo>
                    <a:pt x="56" y="0"/>
                  </a:moveTo>
                  <a:cubicBezTo>
                    <a:pt x="19" y="0"/>
                    <a:pt x="0" y="28"/>
                    <a:pt x="0" y="65"/>
                  </a:cubicBezTo>
                  <a:cubicBezTo>
                    <a:pt x="0" y="93"/>
                    <a:pt x="19" y="121"/>
                    <a:pt x="56" y="121"/>
                  </a:cubicBezTo>
                  <a:lnTo>
                    <a:pt x="1086" y="121"/>
                  </a:lnTo>
                  <a:cubicBezTo>
                    <a:pt x="1123" y="121"/>
                    <a:pt x="1141" y="93"/>
                    <a:pt x="1141" y="65"/>
                  </a:cubicBezTo>
                  <a:cubicBezTo>
                    <a:pt x="1141" y="28"/>
                    <a:pt x="1123" y="0"/>
                    <a:pt x="10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0" name="Google Shape;2780;p45"/>
            <p:cNvSpPr/>
            <p:nvPr/>
          </p:nvSpPr>
          <p:spPr>
            <a:xfrm>
              <a:off x="7019115" y="2357403"/>
              <a:ext cx="63015" cy="7139"/>
            </a:xfrm>
            <a:custGeom>
              <a:avLst/>
              <a:gdLst/>
              <a:ahLst/>
              <a:cxnLst/>
              <a:rect l="l" t="t" r="r" b="b"/>
              <a:pathLst>
                <a:path w="1068" h="121" extrusionOk="0">
                  <a:moveTo>
                    <a:pt x="56" y="0"/>
                  </a:moveTo>
                  <a:cubicBezTo>
                    <a:pt x="28" y="0"/>
                    <a:pt x="0" y="28"/>
                    <a:pt x="0" y="65"/>
                  </a:cubicBezTo>
                  <a:cubicBezTo>
                    <a:pt x="0" y="93"/>
                    <a:pt x="28" y="121"/>
                    <a:pt x="56" y="121"/>
                  </a:cubicBezTo>
                  <a:lnTo>
                    <a:pt x="1002" y="121"/>
                  </a:lnTo>
                  <a:cubicBezTo>
                    <a:pt x="1039" y="121"/>
                    <a:pt x="1067" y="93"/>
                    <a:pt x="1067" y="65"/>
                  </a:cubicBezTo>
                  <a:cubicBezTo>
                    <a:pt x="1067" y="28"/>
                    <a:pt x="1039"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1" name="Google Shape;2781;p45"/>
            <p:cNvSpPr/>
            <p:nvPr/>
          </p:nvSpPr>
          <p:spPr>
            <a:xfrm>
              <a:off x="6820392" y="2140094"/>
              <a:ext cx="94227" cy="7139"/>
            </a:xfrm>
            <a:custGeom>
              <a:avLst/>
              <a:gdLst/>
              <a:ahLst/>
              <a:cxnLst/>
              <a:rect l="l" t="t" r="r" b="b"/>
              <a:pathLst>
                <a:path w="1597" h="121" extrusionOk="0">
                  <a:moveTo>
                    <a:pt x="57" y="0"/>
                  </a:moveTo>
                  <a:cubicBezTo>
                    <a:pt x="29" y="0"/>
                    <a:pt x="1" y="28"/>
                    <a:pt x="1" y="65"/>
                  </a:cubicBezTo>
                  <a:cubicBezTo>
                    <a:pt x="1" y="93"/>
                    <a:pt x="29" y="121"/>
                    <a:pt x="57" y="121"/>
                  </a:cubicBezTo>
                  <a:lnTo>
                    <a:pt x="1541" y="121"/>
                  </a:lnTo>
                  <a:cubicBezTo>
                    <a:pt x="1578" y="121"/>
                    <a:pt x="1596" y="93"/>
                    <a:pt x="1596" y="65"/>
                  </a:cubicBezTo>
                  <a:cubicBezTo>
                    <a:pt x="1596" y="28"/>
                    <a:pt x="1578" y="0"/>
                    <a:pt x="15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2" name="Google Shape;2782;p45"/>
            <p:cNvSpPr/>
            <p:nvPr/>
          </p:nvSpPr>
          <p:spPr>
            <a:xfrm>
              <a:off x="6945184" y="2140094"/>
              <a:ext cx="155531" cy="7139"/>
            </a:xfrm>
            <a:custGeom>
              <a:avLst/>
              <a:gdLst/>
              <a:ahLst/>
              <a:cxnLst/>
              <a:rect l="l" t="t" r="r" b="b"/>
              <a:pathLst>
                <a:path w="2636" h="121" extrusionOk="0">
                  <a:moveTo>
                    <a:pt x="57" y="0"/>
                  </a:moveTo>
                  <a:cubicBezTo>
                    <a:pt x="29" y="0"/>
                    <a:pt x="1" y="28"/>
                    <a:pt x="1" y="65"/>
                  </a:cubicBezTo>
                  <a:cubicBezTo>
                    <a:pt x="1" y="93"/>
                    <a:pt x="29" y="121"/>
                    <a:pt x="57" y="121"/>
                  </a:cubicBezTo>
                  <a:lnTo>
                    <a:pt x="2580" y="121"/>
                  </a:lnTo>
                  <a:cubicBezTo>
                    <a:pt x="2608" y="121"/>
                    <a:pt x="2636" y="93"/>
                    <a:pt x="2636" y="65"/>
                  </a:cubicBezTo>
                  <a:cubicBezTo>
                    <a:pt x="2636" y="28"/>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3" name="Google Shape;2783;p45"/>
            <p:cNvSpPr/>
            <p:nvPr/>
          </p:nvSpPr>
          <p:spPr>
            <a:xfrm>
              <a:off x="7142255" y="2140094"/>
              <a:ext cx="62484" cy="7139"/>
            </a:xfrm>
            <a:custGeom>
              <a:avLst/>
              <a:gdLst/>
              <a:ahLst/>
              <a:cxnLst/>
              <a:rect l="l" t="t" r="r" b="b"/>
              <a:pathLst>
                <a:path w="1059" h="121" extrusionOk="0">
                  <a:moveTo>
                    <a:pt x="56" y="0"/>
                  </a:moveTo>
                  <a:cubicBezTo>
                    <a:pt x="28" y="0"/>
                    <a:pt x="1" y="28"/>
                    <a:pt x="1" y="65"/>
                  </a:cubicBezTo>
                  <a:cubicBezTo>
                    <a:pt x="1" y="93"/>
                    <a:pt x="28" y="121"/>
                    <a:pt x="56" y="121"/>
                  </a:cubicBezTo>
                  <a:lnTo>
                    <a:pt x="1002" y="121"/>
                  </a:lnTo>
                  <a:cubicBezTo>
                    <a:pt x="1040" y="121"/>
                    <a:pt x="1058" y="93"/>
                    <a:pt x="1058" y="65"/>
                  </a:cubicBezTo>
                  <a:cubicBezTo>
                    <a:pt x="1058" y="28"/>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4" name="Google Shape;2784;p45"/>
            <p:cNvSpPr/>
            <p:nvPr/>
          </p:nvSpPr>
          <p:spPr>
            <a:xfrm>
              <a:off x="7017994" y="2427440"/>
              <a:ext cx="155531" cy="7198"/>
            </a:xfrm>
            <a:custGeom>
              <a:avLst/>
              <a:gdLst/>
              <a:ahLst/>
              <a:cxnLst/>
              <a:rect l="l" t="t" r="r" b="b"/>
              <a:pathLst>
                <a:path w="2636" h="122" extrusionOk="0">
                  <a:moveTo>
                    <a:pt x="56" y="1"/>
                  </a:moveTo>
                  <a:cubicBezTo>
                    <a:pt x="29" y="1"/>
                    <a:pt x="1" y="28"/>
                    <a:pt x="1" y="66"/>
                  </a:cubicBezTo>
                  <a:cubicBezTo>
                    <a:pt x="1" y="93"/>
                    <a:pt x="29" y="121"/>
                    <a:pt x="56" y="121"/>
                  </a:cubicBezTo>
                  <a:lnTo>
                    <a:pt x="2580" y="121"/>
                  </a:lnTo>
                  <a:cubicBezTo>
                    <a:pt x="2607" y="121"/>
                    <a:pt x="2635" y="93"/>
                    <a:pt x="2635" y="66"/>
                  </a:cubicBezTo>
                  <a:cubicBezTo>
                    <a:pt x="2635" y="28"/>
                    <a:pt x="2607"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5" name="Google Shape;2785;p45"/>
            <p:cNvSpPr/>
            <p:nvPr/>
          </p:nvSpPr>
          <p:spPr>
            <a:xfrm>
              <a:off x="7018584" y="2493111"/>
              <a:ext cx="62425" cy="7198"/>
            </a:xfrm>
            <a:custGeom>
              <a:avLst/>
              <a:gdLst/>
              <a:ahLst/>
              <a:cxnLst/>
              <a:rect l="l" t="t" r="r" b="b"/>
              <a:pathLst>
                <a:path w="1058" h="122" extrusionOk="0">
                  <a:moveTo>
                    <a:pt x="56" y="1"/>
                  </a:moveTo>
                  <a:cubicBezTo>
                    <a:pt x="28" y="1"/>
                    <a:pt x="0" y="29"/>
                    <a:pt x="0" y="56"/>
                  </a:cubicBezTo>
                  <a:cubicBezTo>
                    <a:pt x="0" y="94"/>
                    <a:pt x="28" y="121"/>
                    <a:pt x="56" y="121"/>
                  </a:cubicBezTo>
                  <a:lnTo>
                    <a:pt x="1002" y="121"/>
                  </a:lnTo>
                  <a:cubicBezTo>
                    <a:pt x="1030" y="121"/>
                    <a:pt x="1058" y="94"/>
                    <a:pt x="1058" y="56"/>
                  </a:cubicBezTo>
                  <a:cubicBezTo>
                    <a:pt x="1058" y="29"/>
                    <a:pt x="1030" y="1"/>
                    <a:pt x="10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6" name="Google Shape;2786;p45"/>
            <p:cNvSpPr/>
            <p:nvPr/>
          </p:nvSpPr>
          <p:spPr>
            <a:xfrm>
              <a:off x="7433436" y="2415403"/>
              <a:ext cx="731867" cy="521700"/>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7" name="Google Shape;2787;p45"/>
            <p:cNvSpPr/>
            <p:nvPr/>
          </p:nvSpPr>
          <p:spPr>
            <a:xfrm>
              <a:off x="7430191" y="2412099"/>
              <a:ext cx="738947" cy="528839"/>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8" name="Google Shape;2788;p45"/>
            <p:cNvSpPr/>
            <p:nvPr/>
          </p:nvSpPr>
          <p:spPr>
            <a:xfrm>
              <a:off x="7474502" y="2375989"/>
              <a:ext cx="731867" cy="88209"/>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9" name="Google Shape;2789;p45"/>
            <p:cNvSpPr/>
            <p:nvPr/>
          </p:nvSpPr>
          <p:spPr>
            <a:xfrm>
              <a:off x="7471198" y="2372685"/>
              <a:ext cx="738475" cy="94758"/>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0" name="Google Shape;2790;p45"/>
            <p:cNvSpPr/>
            <p:nvPr/>
          </p:nvSpPr>
          <p:spPr>
            <a:xfrm>
              <a:off x="7553862" y="2401715"/>
              <a:ext cx="33454" cy="33985"/>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1" name="Google Shape;2791;p45"/>
            <p:cNvSpPr/>
            <p:nvPr/>
          </p:nvSpPr>
          <p:spPr>
            <a:xfrm>
              <a:off x="7606434" y="2401715"/>
              <a:ext cx="33985" cy="33985"/>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2" name="Google Shape;2792;p45"/>
            <p:cNvSpPr/>
            <p:nvPr/>
          </p:nvSpPr>
          <p:spPr>
            <a:xfrm>
              <a:off x="7501349" y="2401715"/>
              <a:ext cx="33985" cy="33985"/>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3" name="Google Shape;2793;p45"/>
            <p:cNvSpPr/>
            <p:nvPr/>
          </p:nvSpPr>
          <p:spPr>
            <a:xfrm>
              <a:off x="7473971" y="2464140"/>
              <a:ext cx="732398" cy="430246"/>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4" name="Google Shape;2794;p45"/>
            <p:cNvSpPr/>
            <p:nvPr/>
          </p:nvSpPr>
          <p:spPr>
            <a:xfrm>
              <a:off x="7470667" y="2460305"/>
              <a:ext cx="739006" cy="437386"/>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5" name="Google Shape;2795;p45"/>
            <p:cNvSpPr/>
            <p:nvPr/>
          </p:nvSpPr>
          <p:spPr>
            <a:xfrm>
              <a:off x="7778310" y="2564859"/>
              <a:ext cx="336078" cy="6608"/>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6" name="Google Shape;2796;p45"/>
            <p:cNvSpPr/>
            <p:nvPr/>
          </p:nvSpPr>
          <p:spPr>
            <a:xfrm>
              <a:off x="7778310" y="2614657"/>
              <a:ext cx="122666" cy="7139"/>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7" name="Google Shape;2797;p45"/>
            <p:cNvSpPr/>
            <p:nvPr/>
          </p:nvSpPr>
          <p:spPr>
            <a:xfrm>
              <a:off x="7941395" y="2614657"/>
              <a:ext cx="147270" cy="7139"/>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8" name="Google Shape;2798;p45"/>
            <p:cNvSpPr/>
            <p:nvPr/>
          </p:nvSpPr>
          <p:spPr>
            <a:xfrm>
              <a:off x="7778310" y="2766237"/>
              <a:ext cx="217896" cy="666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9" name="Google Shape;2799;p45"/>
            <p:cNvSpPr/>
            <p:nvPr/>
          </p:nvSpPr>
          <p:spPr>
            <a:xfrm>
              <a:off x="7778310" y="2667170"/>
              <a:ext cx="338851" cy="7198"/>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0" name="Google Shape;2800;p45"/>
            <p:cNvSpPr/>
            <p:nvPr/>
          </p:nvSpPr>
          <p:spPr>
            <a:xfrm>
              <a:off x="7778310" y="2716969"/>
              <a:ext cx="112223" cy="7198"/>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1" name="Google Shape;2801;p45"/>
            <p:cNvSpPr/>
            <p:nvPr/>
          </p:nvSpPr>
          <p:spPr>
            <a:xfrm>
              <a:off x="7915670" y="2716969"/>
              <a:ext cx="198720" cy="7198"/>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2" name="Google Shape;2802;p45"/>
            <p:cNvSpPr/>
            <p:nvPr/>
          </p:nvSpPr>
          <p:spPr>
            <a:xfrm>
              <a:off x="7525953" y="2548397"/>
              <a:ext cx="219017" cy="219017"/>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3" name="Google Shape;2803;p45"/>
            <p:cNvSpPr/>
            <p:nvPr/>
          </p:nvSpPr>
          <p:spPr>
            <a:xfrm>
              <a:off x="7522649" y="2545151"/>
              <a:ext cx="225567" cy="225567"/>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4" name="Google Shape;2804;p45"/>
            <p:cNvSpPr/>
            <p:nvPr/>
          </p:nvSpPr>
          <p:spPr>
            <a:xfrm>
              <a:off x="7516631" y="2550049"/>
              <a:ext cx="218486" cy="218427"/>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5" name="Google Shape;2805;p45"/>
            <p:cNvSpPr/>
            <p:nvPr/>
          </p:nvSpPr>
          <p:spPr>
            <a:xfrm>
              <a:off x="7513386" y="2546213"/>
              <a:ext cx="225567" cy="225567"/>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6" name="Google Shape;2806;p45"/>
            <p:cNvSpPr/>
            <p:nvPr/>
          </p:nvSpPr>
          <p:spPr>
            <a:xfrm>
              <a:off x="7662251" y="2565921"/>
              <a:ext cx="54813" cy="54813"/>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7" name="Google Shape;2807;p45"/>
            <p:cNvSpPr/>
            <p:nvPr/>
          </p:nvSpPr>
          <p:spPr>
            <a:xfrm>
              <a:off x="7658947" y="2562085"/>
              <a:ext cx="61363" cy="61894"/>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8" name="Google Shape;2808;p45"/>
            <p:cNvSpPr/>
            <p:nvPr/>
          </p:nvSpPr>
          <p:spPr>
            <a:xfrm>
              <a:off x="7985707" y="2216444"/>
              <a:ext cx="377203" cy="339087"/>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9" name="Google Shape;2809;p45"/>
            <p:cNvSpPr/>
            <p:nvPr/>
          </p:nvSpPr>
          <p:spPr>
            <a:xfrm>
              <a:off x="8001047" y="2212904"/>
              <a:ext cx="345991" cy="345991"/>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0" name="Google Shape;2810;p45"/>
            <p:cNvSpPr/>
            <p:nvPr/>
          </p:nvSpPr>
          <p:spPr>
            <a:xfrm>
              <a:off x="7997212" y="2199923"/>
              <a:ext cx="384873" cy="339382"/>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1" name="Google Shape;2811;p45"/>
            <p:cNvSpPr/>
            <p:nvPr/>
          </p:nvSpPr>
          <p:spPr>
            <a:xfrm>
              <a:off x="8016388" y="2196442"/>
              <a:ext cx="345991" cy="345991"/>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2" name="Google Shape;2812;p45"/>
            <p:cNvSpPr/>
            <p:nvPr/>
          </p:nvSpPr>
          <p:spPr>
            <a:xfrm>
              <a:off x="8070553" y="2285655"/>
              <a:ext cx="224505" cy="141842"/>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3" name="Google Shape;2813;p45"/>
            <p:cNvSpPr/>
            <p:nvPr/>
          </p:nvSpPr>
          <p:spPr>
            <a:xfrm>
              <a:off x="8066718" y="2282410"/>
              <a:ext cx="231585" cy="148391"/>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 name="Text Box 1"/>
          <p:cNvSpPr txBox="1"/>
          <p:nvPr/>
        </p:nvSpPr>
        <p:spPr>
          <a:xfrm>
            <a:off x="650240" y="1184275"/>
            <a:ext cx="4680585" cy="737235"/>
          </a:xfrm>
          <a:prstGeom prst="rect">
            <a:avLst/>
          </a:prstGeom>
          <a:noFill/>
        </p:spPr>
        <p:txBody>
          <a:bodyPr wrap="square" rtlCol="0">
            <a:spAutoFit/>
          </a:bodyPr>
          <a:p>
            <a:pPr algn="l"/>
            <a:r>
              <a:rPr lang="en-US" dirty="0">
                <a:solidFill>
                  <a:schemeClr val="tx1"/>
                </a:solidFill>
                <a:effectLst/>
                <a:latin typeface="Poppins" panose="00000500000000000000" pitchFamily="2" charset="0"/>
                <a:cs typeface="Poppins" panose="00000500000000000000" pitchFamily="2" charset="0"/>
                <a:sym typeface="+mn-ea"/>
              </a:rPr>
              <a:t>Wi-Fi 7 In Depth: Your guide to mastering Wi-Fi 7, the 802.11be protocol, and their deployment</a:t>
            </a:r>
            <a:endParaRPr lang="en-US" b="0" i="0" dirty="0">
              <a:solidFill>
                <a:schemeClr val="tx1"/>
              </a:solidFill>
              <a:effectLst/>
              <a:latin typeface="Poppins" panose="00000500000000000000" pitchFamily="2" charset="0"/>
              <a:cs typeface="Poppins" panose="00000500000000000000" pitchFamily="2" charset="0"/>
            </a:endParaRPr>
          </a:p>
          <a:p>
            <a:endParaRPr lang="en-US"/>
          </a:p>
        </p:txBody>
      </p:sp>
      <p:sp>
        <p:nvSpPr>
          <p:cNvPr id="4" name="Text Box 3"/>
          <p:cNvSpPr txBox="1"/>
          <p:nvPr/>
        </p:nvSpPr>
        <p:spPr>
          <a:xfrm>
            <a:off x="650240" y="1762760"/>
            <a:ext cx="4680585" cy="521970"/>
          </a:xfrm>
          <a:prstGeom prst="rect">
            <a:avLst/>
          </a:prstGeom>
          <a:noFill/>
        </p:spPr>
        <p:txBody>
          <a:bodyPr wrap="square" rtlCol="0">
            <a:spAutoFit/>
          </a:bodyPr>
          <a:p>
            <a:pPr algn="l"/>
            <a:r>
              <a:rPr lang="en-US" dirty="0">
                <a:solidFill>
                  <a:schemeClr val="tx1"/>
                </a:solidFill>
                <a:latin typeface="Poppins" panose="00000500000000000000" pitchFamily="2" charset="0"/>
                <a:cs typeface="Poppins" panose="00000500000000000000" pitchFamily="2" charset="0"/>
                <a:sym typeface="+mn-ea"/>
              </a:rPr>
              <a:t>https://flylib.com/books/2/519/1/html/2/images/0596100523/figs/wireless802dot112_0908.gif</a:t>
            </a:r>
            <a:endParaRPr lang="en-US"/>
          </a:p>
        </p:txBody>
      </p:sp>
      <p:sp>
        <p:nvSpPr>
          <p:cNvPr id="5" name="Text Box 4"/>
          <p:cNvSpPr txBox="1"/>
          <p:nvPr/>
        </p:nvSpPr>
        <p:spPr>
          <a:xfrm>
            <a:off x="650240" y="2366645"/>
            <a:ext cx="4680585" cy="521970"/>
          </a:xfrm>
          <a:prstGeom prst="rect">
            <a:avLst/>
          </a:prstGeom>
          <a:noFill/>
        </p:spPr>
        <p:txBody>
          <a:bodyPr wrap="square" rtlCol="0">
            <a:spAutoFit/>
          </a:bodyPr>
          <a:p>
            <a:pPr algn="l"/>
            <a:r>
              <a:rPr lang="en-US" dirty="0">
                <a:solidFill>
                  <a:schemeClr val="tx1"/>
                </a:solidFill>
                <a:latin typeface="Poppins" panose="00000500000000000000" pitchFamily="2" charset="0"/>
                <a:cs typeface="Poppins" panose="00000500000000000000" pitchFamily="2" charset="0"/>
                <a:sym typeface="+mn-ea"/>
              </a:rPr>
              <a:t>https://web.maths.unsw.edu.au/~lafaye/CCM/wifi/wifimac.htm</a:t>
            </a:r>
            <a:endParaRPr lang="en-US" dirty="0">
              <a:solidFill>
                <a:schemeClr val="tx1"/>
              </a:solidFill>
              <a:latin typeface="Poppins" panose="00000500000000000000" pitchFamily="2" charset="0"/>
              <a:cs typeface="Poppins" panose="00000500000000000000" pitchFamily="2" charset="0"/>
              <a:sym typeface="+mn-ea"/>
            </a:endParaRPr>
          </a:p>
        </p:txBody>
      </p:sp>
      <p:sp>
        <p:nvSpPr>
          <p:cNvPr id="6" name="Text Box 5"/>
          <p:cNvSpPr txBox="1"/>
          <p:nvPr/>
        </p:nvSpPr>
        <p:spPr>
          <a:xfrm>
            <a:off x="650240" y="2962910"/>
            <a:ext cx="4680585" cy="521970"/>
          </a:xfrm>
          <a:prstGeom prst="rect">
            <a:avLst/>
          </a:prstGeom>
          <a:noFill/>
        </p:spPr>
        <p:txBody>
          <a:bodyPr wrap="square" rtlCol="0">
            <a:spAutoFit/>
          </a:bodyPr>
          <a:p>
            <a:pPr algn="l"/>
            <a:r>
              <a:rPr lang="en-US" dirty="0">
                <a:solidFill>
                  <a:schemeClr val="tx1"/>
                </a:solidFill>
                <a:latin typeface="Poppins" panose="00000500000000000000" pitchFamily="2" charset="0"/>
                <a:cs typeface="Poppins" panose="00000500000000000000" pitchFamily="2" charset="0"/>
                <a:sym typeface="+mn-ea"/>
              </a:rPr>
              <a:t>https://www-npa.lip6.fr/~fourmaux/www-l2ti.univ-paris13.fr/~fourmaux/stages/TER_wifi/</a:t>
            </a:r>
            <a:endParaRPr lang="en-US" dirty="0">
              <a:solidFill>
                <a:schemeClr val="tx1"/>
              </a:solidFill>
              <a:latin typeface="Poppins" panose="00000500000000000000" pitchFamily="2" charset="0"/>
              <a:cs typeface="Poppins" panose="00000500000000000000" pitchFamily="2" charset="0"/>
              <a:sym typeface="+mn-ea"/>
            </a:endParaRPr>
          </a:p>
        </p:txBody>
      </p:sp>
    </p:spTree>
  </p:cSld>
  <p:clrMapOvr>
    <a:masterClrMapping/>
  </p:clrMapOvr>
</p:sld>
</file>

<file path=ppt/theme/theme1.xml><?xml version="1.0" encoding="utf-8"?>
<a:theme xmlns:a="http://schemas.openxmlformats.org/drawingml/2006/main" name="Software Engineering Business Plan by Slidesgo">
  <a:themeElements>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4762</Words>
  <Application>WPS Presentation</Application>
  <PresentationFormat/>
  <Paragraphs>106</Paragraphs>
  <Slides>10</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10</vt:i4>
      </vt:variant>
    </vt:vector>
  </HeadingPairs>
  <TitlesOfParts>
    <vt:vector size="26" baseType="lpstr">
      <vt:lpstr>Arial</vt:lpstr>
      <vt:lpstr>SimSun</vt:lpstr>
      <vt:lpstr>Wingdings</vt:lpstr>
      <vt:lpstr>Arial</vt:lpstr>
      <vt:lpstr>Sora</vt:lpstr>
      <vt:lpstr>Gubbi</vt:lpstr>
      <vt:lpstr>Open Sans</vt:lpstr>
      <vt:lpstr>Nunito Light</vt:lpstr>
      <vt:lpstr>Open Sans</vt:lpstr>
      <vt:lpstr>Microsoft YaHei</vt:lpstr>
      <vt:lpstr>Droid Sans Fallback</vt:lpstr>
      <vt:lpstr>Arial Unicode MS</vt:lpstr>
      <vt:lpstr>Poppins</vt:lpstr>
      <vt:lpstr>C059</vt:lpstr>
      <vt:lpstr>OpenSymbol</vt:lpstr>
      <vt:lpstr>Software Engineering Business Plan by Slidesgo</vt:lpstr>
      <vt:lpstr>La trame  CF-end + CF-ACK Numero (011111)</vt:lpstr>
      <vt:lpstr>Le schéma de la trame</vt:lpstr>
      <vt:lpstr>Expliquation de chaque champ</vt:lpstr>
      <vt:lpstr>PowerPoint 演示文稿</vt:lpstr>
      <vt:lpstr>PowerPoint 演示文稿</vt:lpstr>
      <vt:lpstr>L’émetteur et le récepteur de la trame</vt:lpstr>
      <vt:lpstr>Le mode infrastructure de la trame PCF</vt:lpstr>
      <vt:lpstr>Le diagramme temporel des échanges en communication</vt:lpstr>
      <vt:lpstr>La next generation de l’extension de la IEEE 802.11x </vt:lpstr>
      <vt:lpstr>Les références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trame  CF-end + CF-ACK Num (011111)</dc:title>
  <dc:creator/>
  <cp:lastModifiedBy>shito</cp:lastModifiedBy>
  <cp:revision>72</cp:revision>
  <dcterms:created xsi:type="dcterms:W3CDTF">2025-01-09T09:32:06Z</dcterms:created>
  <dcterms:modified xsi:type="dcterms:W3CDTF">2025-01-09T09:32:06Z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