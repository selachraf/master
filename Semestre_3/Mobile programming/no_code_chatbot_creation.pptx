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Inter"/>
      <p:regular r:id="rId29"/>
      <p:bold r:id="rId30"/>
      <p:italic r:id="rId31"/>
      <p:boldItalic r:id="rId32"/>
    </p:embeddedFont>
    <p:embeddedFont>
      <p:font typeface="Lat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DA010F1-A2D6-4C54-AA0B-A2E732CF9EFB}">
  <a:tblStyle styleId="{8DA010F1-A2D6-4C54-AA0B-A2E732CF9EF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-italic.fntdata"/><Relationship Id="rId30" Type="http://schemas.openxmlformats.org/officeDocument/2006/relationships/font" Target="fonts/Inter-bold.fntdata"/><Relationship Id="rId11" Type="http://schemas.openxmlformats.org/officeDocument/2006/relationships/slide" Target="slides/slide6.xml"/><Relationship Id="rId33" Type="http://schemas.openxmlformats.org/officeDocument/2006/relationships/font" Target="fonts/Lato-regular.fntdata"/><Relationship Id="rId10" Type="http://schemas.openxmlformats.org/officeDocument/2006/relationships/slide" Target="slides/slide5.xml"/><Relationship Id="rId32" Type="http://schemas.openxmlformats.org/officeDocument/2006/relationships/font" Target="fonts/Inter-boldItalic.fntdata"/><Relationship Id="rId13" Type="http://schemas.openxmlformats.org/officeDocument/2006/relationships/slide" Target="slides/slide8.xml"/><Relationship Id="rId35" Type="http://schemas.openxmlformats.org/officeDocument/2006/relationships/font" Target="fonts/Lato-italic.fntdata"/><Relationship Id="rId12" Type="http://schemas.openxmlformats.org/officeDocument/2006/relationships/slide" Target="slides/slide7.xml"/><Relationship Id="rId34" Type="http://schemas.openxmlformats.org/officeDocument/2006/relationships/font" Target="fonts/Lato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Lat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999e6bb88f_5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2999e6bb88f_5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1ff18b49f31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1ff18b49f31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13376c3136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13376c313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110860aa57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110860aa57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b01a6c928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3b01a6c928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125d80b419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125d80b419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b03c6a590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3b03c6a590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10fb8bc67f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10fb8bc67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b03c6a5908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b03c6a5908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3b03c6a5908_1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3b03c6a5908_1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3b03c6a5908_1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3b03c6a5908_1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3b03c6a5908_1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3b03c6a5908_1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2518228900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251822890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29ab3017844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7" name="Google Shape;1027;g29ab3017844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3b03c6a5908_2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2" name="Google Shape;1032;g3b03c6a5908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3b03c6a5908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3b03c6a5908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3b03c6a5908_2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2" name="Google Shape;1042;g3b03c6a5908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3b03c6a5908_2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7" name="Google Shape;1047;g3b03c6a5908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3b03c6a5908_2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2" name="Google Shape;1052;g3b03c6a5908_2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3b03c6a5908_2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7" name="Google Shape;1057;g3b03c6a5908_2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g3b03c6a5908_2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2" name="Google Shape;1062;g3b03c6a5908_2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3b044900d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g3b044900d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3b044900db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2" name="Google Shape;1072;g3b044900db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233650" y="111350"/>
            <a:ext cx="8675100" cy="4932325"/>
            <a:chOff x="233650" y="111350"/>
            <a:chExt cx="8675100" cy="4932325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233650" y="111350"/>
              <a:ext cx="8675100" cy="4932325"/>
              <a:chOff x="233650" y="111350"/>
              <a:chExt cx="8675100" cy="4932325"/>
            </a:xfrm>
          </p:grpSpPr>
          <p:sp>
            <p:nvSpPr>
              <p:cNvPr id="11" name="Google Shape;11;p2"/>
              <p:cNvSpPr/>
              <p:nvPr/>
            </p:nvSpPr>
            <p:spPr>
              <a:xfrm flipH="1" rot="10800000">
                <a:off x="233650" y="292875"/>
                <a:ext cx="8675100" cy="4750800"/>
              </a:xfrm>
              <a:prstGeom prst="round2SameRect">
                <a:avLst>
                  <a:gd fmla="val 1911" name="adj1"/>
                  <a:gd fmla="val 0" name="adj2"/>
                </a:avLst>
              </a:prstGeom>
              <a:solidFill>
                <a:srgbClr val="DDD0FB">
                  <a:alpha val="15000"/>
                </a:srgbClr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" name="Google Shape;12;p2"/>
              <p:cNvSpPr/>
              <p:nvPr/>
            </p:nvSpPr>
            <p:spPr>
              <a:xfrm>
                <a:off x="233650" y="111350"/>
                <a:ext cx="8675100" cy="300000"/>
              </a:xfrm>
              <a:prstGeom prst="round2SameRect">
                <a:avLst>
                  <a:gd fmla="val 31225" name="adj1"/>
                  <a:gd fmla="val 0" name="adj2"/>
                </a:avLst>
              </a:prstGeom>
              <a:solidFill>
                <a:schemeClr val="lt2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" name="Google Shape;13;p2"/>
            <p:cNvGrpSpPr/>
            <p:nvPr/>
          </p:nvGrpSpPr>
          <p:grpSpPr>
            <a:xfrm>
              <a:off x="8249059" y="184274"/>
              <a:ext cx="571201" cy="152149"/>
              <a:chOff x="7873475" y="173025"/>
              <a:chExt cx="645425" cy="171900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7873475" y="173025"/>
                <a:ext cx="171600" cy="1719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8110388" y="173025"/>
                <a:ext cx="171600" cy="171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8347300" y="173025"/>
                <a:ext cx="171600" cy="171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17" name="Google Shape;17;p2"/>
          <p:cNvSpPr txBox="1"/>
          <p:nvPr>
            <p:ph type="ctrTitle"/>
          </p:nvPr>
        </p:nvSpPr>
        <p:spPr>
          <a:xfrm>
            <a:off x="715100" y="1573375"/>
            <a:ext cx="4300800" cy="144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849300" y="3249125"/>
            <a:ext cx="4100100" cy="367800"/>
          </a:xfrm>
          <a:prstGeom prst="rect">
            <a:avLst/>
          </a:prstGeom>
          <a:solidFill>
            <a:schemeClr val="dk2"/>
          </a:solidFill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233650" y="111350"/>
            <a:ext cx="8675100" cy="4932325"/>
            <a:chOff x="233650" y="111350"/>
            <a:chExt cx="8675100" cy="4932325"/>
          </a:xfrm>
        </p:grpSpPr>
        <p:grpSp>
          <p:nvGrpSpPr>
            <p:cNvPr id="21" name="Google Shape;21;p3"/>
            <p:cNvGrpSpPr/>
            <p:nvPr/>
          </p:nvGrpSpPr>
          <p:grpSpPr>
            <a:xfrm>
              <a:off x="233650" y="111350"/>
              <a:ext cx="8675100" cy="4932325"/>
              <a:chOff x="233650" y="111350"/>
              <a:chExt cx="8675100" cy="4932325"/>
            </a:xfrm>
          </p:grpSpPr>
          <p:sp>
            <p:nvSpPr>
              <p:cNvPr id="22" name="Google Shape;22;p3"/>
              <p:cNvSpPr/>
              <p:nvPr/>
            </p:nvSpPr>
            <p:spPr>
              <a:xfrm flipH="1" rot="10800000">
                <a:off x="233650" y="292875"/>
                <a:ext cx="8675100" cy="4750800"/>
              </a:xfrm>
              <a:prstGeom prst="round2SameRect">
                <a:avLst>
                  <a:gd fmla="val 1911" name="adj1"/>
                  <a:gd fmla="val 0" name="adj2"/>
                </a:avLst>
              </a:prstGeom>
              <a:solidFill>
                <a:srgbClr val="DDD0FB">
                  <a:alpha val="15000"/>
                </a:srgbClr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" name="Google Shape;23;p3"/>
              <p:cNvSpPr/>
              <p:nvPr/>
            </p:nvSpPr>
            <p:spPr>
              <a:xfrm>
                <a:off x="233650" y="111350"/>
                <a:ext cx="8675100" cy="300000"/>
              </a:xfrm>
              <a:prstGeom prst="round2SameRect">
                <a:avLst>
                  <a:gd fmla="val 31225" name="adj1"/>
                  <a:gd fmla="val 0" name="adj2"/>
                </a:avLst>
              </a:prstGeom>
              <a:solidFill>
                <a:schemeClr val="lt2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24" name="Google Shape;24;p3"/>
            <p:cNvGrpSpPr/>
            <p:nvPr/>
          </p:nvGrpSpPr>
          <p:grpSpPr>
            <a:xfrm>
              <a:off x="8249059" y="184274"/>
              <a:ext cx="571201" cy="152149"/>
              <a:chOff x="7873475" y="173025"/>
              <a:chExt cx="645425" cy="171900"/>
            </a:xfrm>
          </p:grpSpPr>
          <p:sp>
            <p:nvSpPr>
              <p:cNvPr id="25" name="Google Shape;25;p3"/>
              <p:cNvSpPr/>
              <p:nvPr/>
            </p:nvSpPr>
            <p:spPr>
              <a:xfrm>
                <a:off x="7873475" y="173025"/>
                <a:ext cx="171600" cy="1719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6" name="Google Shape;26;p3"/>
              <p:cNvSpPr/>
              <p:nvPr/>
            </p:nvSpPr>
            <p:spPr>
              <a:xfrm>
                <a:off x="8110388" y="173025"/>
                <a:ext cx="171600" cy="171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" name="Google Shape;27;p3"/>
              <p:cNvSpPr/>
              <p:nvPr/>
            </p:nvSpPr>
            <p:spPr>
              <a:xfrm>
                <a:off x="8347300" y="173025"/>
                <a:ext cx="171600" cy="171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28" name="Google Shape;28;p3"/>
          <p:cNvSpPr txBox="1"/>
          <p:nvPr>
            <p:ph type="title"/>
          </p:nvPr>
        </p:nvSpPr>
        <p:spPr>
          <a:xfrm>
            <a:off x="5209900" y="2627600"/>
            <a:ext cx="3219000" cy="9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29" name="Google Shape;29;p3"/>
          <p:cNvSpPr txBox="1"/>
          <p:nvPr>
            <p:ph hasCustomPrompt="1" idx="2" type="title"/>
          </p:nvPr>
        </p:nvSpPr>
        <p:spPr>
          <a:xfrm>
            <a:off x="7104400" y="1755138"/>
            <a:ext cx="1229700" cy="748500"/>
          </a:xfrm>
          <a:prstGeom prst="rect">
            <a:avLst/>
          </a:prstGeom>
          <a:solidFill>
            <a:schemeClr val="accent3"/>
          </a:solidFill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4"/>
          <p:cNvGrpSpPr/>
          <p:nvPr/>
        </p:nvGrpSpPr>
        <p:grpSpPr>
          <a:xfrm>
            <a:off x="233650" y="111350"/>
            <a:ext cx="8675100" cy="4932325"/>
            <a:chOff x="233650" y="111350"/>
            <a:chExt cx="8675100" cy="4932325"/>
          </a:xfrm>
        </p:grpSpPr>
        <p:grpSp>
          <p:nvGrpSpPr>
            <p:cNvPr id="32" name="Google Shape;32;p4"/>
            <p:cNvGrpSpPr/>
            <p:nvPr/>
          </p:nvGrpSpPr>
          <p:grpSpPr>
            <a:xfrm>
              <a:off x="233650" y="111350"/>
              <a:ext cx="8675100" cy="4932325"/>
              <a:chOff x="233650" y="111350"/>
              <a:chExt cx="8675100" cy="4932325"/>
            </a:xfrm>
          </p:grpSpPr>
          <p:sp>
            <p:nvSpPr>
              <p:cNvPr id="33" name="Google Shape;33;p4"/>
              <p:cNvSpPr/>
              <p:nvPr/>
            </p:nvSpPr>
            <p:spPr>
              <a:xfrm flipH="1" rot="10800000">
                <a:off x="233650" y="292875"/>
                <a:ext cx="8675100" cy="4750800"/>
              </a:xfrm>
              <a:prstGeom prst="round2SameRect">
                <a:avLst>
                  <a:gd fmla="val 1911" name="adj1"/>
                  <a:gd fmla="val 0" name="adj2"/>
                </a:avLst>
              </a:prstGeom>
              <a:solidFill>
                <a:srgbClr val="DDD0FB">
                  <a:alpha val="15000"/>
                </a:srgbClr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" name="Google Shape;34;p4"/>
              <p:cNvSpPr/>
              <p:nvPr/>
            </p:nvSpPr>
            <p:spPr>
              <a:xfrm>
                <a:off x="233650" y="111350"/>
                <a:ext cx="8675100" cy="300000"/>
              </a:xfrm>
              <a:prstGeom prst="round2SameRect">
                <a:avLst>
                  <a:gd fmla="val 31225" name="adj1"/>
                  <a:gd fmla="val 0" name="adj2"/>
                </a:avLst>
              </a:prstGeom>
              <a:solidFill>
                <a:schemeClr val="lt2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5" name="Google Shape;35;p4"/>
            <p:cNvGrpSpPr/>
            <p:nvPr/>
          </p:nvGrpSpPr>
          <p:grpSpPr>
            <a:xfrm>
              <a:off x="8249059" y="184274"/>
              <a:ext cx="571201" cy="152149"/>
              <a:chOff x="7873475" y="173025"/>
              <a:chExt cx="645425" cy="171900"/>
            </a:xfrm>
          </p:grpSpPr>
          <p:sp>
            <p:nvSpPr>
              <p:cNvPr id="36" name="Google Shape;36;p4"/>
              <p:cNvSpPr/>
              <p:nvPr/>
            </p:nvSpPr>
            <p:spPr>
              <a:xfrm>
                <a:off x="7873475" y="173025"/>
                <a:ext cx="171600" cy="1719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7" name="Google Shape;37;p4"/>
              <p:cNvSpPr/>
              <p:nvPr/>
            </p:nvSpPr>
            <p:spPr>
              <a:xfrm>
                <a:off x="8110388" y="173025"/>
                <a:ext cx="171600" cy="171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8" name="Google Shape;38;p4"/>
              <p:cNvSpPr/>
              <p:nvPr/>
            </p:nvSpPr>
            <p:spPr>
              <a:xfrm>
                <a:off x="8347300" y="173025"/>
                <a:ext cx="171600" cy="171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39" name="Google Shape;39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" type="body"/>
          </p:nvPr>
        </p:nvSpPr>
        <p:spPr>
          <a:xfrm>
            <a:off x="720000" y="1152475"/>
            <a:ext cx="7704000" cy="31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5"/>
          <p:cNvGrpSpPr/>
          <p:nvPr/>
        </p:nvGrpSpPr>
        <p:grpSpPr>
          <a:xfrm>
            <a:off x="233650" y="111350"/>
            <a:ext cx="8675100" cy="4932325"/>
            <a:chOff x="233650" y="111350"/>
            <a:chExt cx="8675100" cy="4932325"/>
          </a:xfrm>
        </p:grpSpPr>
        <p:grpSp>
          <p:nvGrpSpPr>
            <p:cNvPr id="43" name="Google Shape;43;p5"/>
            <p:cNvGrpSpPr/>
            <p:nvPr/>
          </p:nvGrpSpPr>
          <p:grpSpPr>
            <a:xfrm>
              <a:off x="233650" y="111350"/>
              <a:ext cx="8675100" cy="4932325"/>
              <a:chOff x="233650" y="111350"/>
              <a:chExt cx="8675100" cy="4932325"/>
            </a:xfrm>
          </p:grpSpPr>
          <p:sp>
            <p:nvSpPr>
              <p:cNvPr id="44" name="Google Shape;44;p5"/>
              <p:cNvSpPr/>
              <p:nvPr/>
            </p:nvSpPr>
            <p:spPr>
              <a:xfrm flipH="1" rot="10800000">
                <a:off x="233650" y="292875"/>
                <a:ext cx="8675100" cy="4750800"/>
              </a:xfrm>
              <a:prstGeom prst="round2SameRect">
                <a:avLst>
                  <a:gd fmla="val 1911" name="adj1"/>
                  <a:gd fmla="val 0" name="adj2"/>
                </a:avLst>
              </a:prstGeom>
              <a:solidFill>
                <a:srgbClr val="DDD0FB">
                  <a:alpha val="15000"/>
                </a:srgbClr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5" name="Google Shape;45;p5"/>
              <p:cNvSpPr/>
              <p:nvPr/>
            </p:nvSpPr>
            <p:spPr>
              <a:xfrm>
                <a:off x="233650" y="111350"/>
                <a:ext cx="8675100" cy="300000"/>
              </a:xfrm>
              <a:prstGeom prst="round2SameRect">
                <a:avLst>
                  <a:gd fmla="val 31225" name="adj1"/>
                  <a:gd fmla="val 0" name="adj2"/>
                </a:avLst>
              </a:prstGeom>
              <a:solidFill>
                <a:schemeClr val="lt2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46" name="Google Shape;46;p5"/>
            <p:cNvGrpSpPr/>
            <p:nvPr/>
          </p:nvGrpSpPr>
          <p:grpSpPr>
            <a:xfrm>
              <a:off x="8249059" y="184274"/>
              <a:ext cx="571201" cy="152149"/>
              <a:chOff x="7873475" y="173025"/>
              <a:chExt cx="645425" cy="171900"/>
            </a:xfrm>
          </p:grpSpPr>
          <p:sp>
            <p:nvSpPr>
              <p:cNvPr id="47" name="Google Shape;47;p5"/>
              <p:cNvSpPr/>
              <p:nvPr/>
            </p:nvSpPr>
            <p:spPr>
              <a:xfrm>
                <a:off x="7873475" y="173025"/>
                <a:ext cx="171600" cy="1719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" name="Google Shape;48;p5"/>
              <p:cNvSpPr/>
              <p:nvPr/>
            </p:nvSpPr>
            <p:spPr>
              <a:xfrm>
                <a:off x="8110388" y="173025"/>
                <a:ext cx="171600" cy="171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" name="Google Shape;49;p5"/>
              <p:cNvSpPr/>
              <p:nvPr/>
            </p:nvSpPr>
            <p:spPr>
              <a:xfrm>
                <a:off x="8347300" y="173025"/>
                <a:ext cx="171600" cy="171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50" name="Google Shape;50;p5"/>
          <p:cNvSpPr txBox="1"/>
          <p:nvPr>
            <p:ph idx="1" type="subTitle"/>
          </p:nvPr>
        </p:nvSpPr>
        <p:spPr>
          <a:xfrm>
            <a:off x="720000" y="2400800"/>
            <a:ext cx="3413400" cy="47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1" name="Google Shape;51;p5"/>
          <p:cNvSpPr txBox="1"/>
          <p:nvPr>
            <p:ph idx="2" type="subTitle"/>
          </p:nvPr>
        </p:nvSpPr>
        <p:spPr>
          <a:xfrm>
            <a:off x="4572003" y="2400800"/>
            <a:ext cx="3413400" cy="47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2" name="Google Shape;52;p5"/>
          <p:cNvSpPr txBox="1"/>
          <p:nvPr>
            <p:ph idx="3" type="subTitle"/>
          </p:nvPr>
        </p:nvSpPr>
        <p:spPr>
          <a:xfrm>
            <a:off x="720000" y="2878100"/>
            <a:ext cx="3413400" cy="12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4" type="subTitle"/>
          </p:nvPr>
        </p:nvSpPr>
        <p:spPr>
          <a:xfrm>
            <a:off x="4572003" y="2878100"/>
            <a:ext cx="3413400" cy="12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33650" y="111350"/>
            <a:ext cx="8675100" cy="4932325"/>
            <a:chOff x="233650" y="111350"/>
            <a:chExt cx="8675100" cy="4932325"/>
          </a:xfrm>
        </p:grpSpPr>
        <p:grpSp>
          <p:nvGrpSpPr>
            <p:cNvPr id="57" name="Google Shape;57;p6"/>
            <p:cNvGrpSpPr/>
            <p:nvPr/>
          </p:nvGrpSpPr>
          <p:grpSpPr>
            <a:xfrm>
              <a:off x="233650" y="111350"/>
              <a:ext cx="8675100" cy="4932325"/>
              <a:chOff x="233650" y="111350"/>
              <a:chExt cx="8675100" cy="4932325"/>
            </a:xfrm>
          </p:grpSpPr>
          <p:sp>
            <p:nvSpPr>
              <p:cNvPr id="58" name="Google Shape;58;p6"/>
              <p:cNvSpPr/>
              <p:nvPr/>
            </p:nvSpPr>
            <p:spPr>
              <a:xfrm flipH="1" rot="10800000">
                <a:off x="233650" y="292875"/>
                <a:ext cx="8675100" cy="4750800"/>
              </a:xfrm>
              <a:prstGeom prst="round2SameRect">
                <a:avLst>
                  <a:gd fmla="val 1911" name="adj1"/>
                  <a:gd fmla="val 0" name="adj2"/>
                </a:avLst>
              </a:prstGeom>
              <a:solidFill>
                <a:srgbClr val="DDD0FB">
                  <a:alpha val="15000"/>
                </a:srgbClr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" name="Google Shape;59;p6"/>
              <p:cNvSpPr/>
              <p:nvPr/>
            </p:nvSpPr>
            <p:spPr>
              <a:xfrm>
                <a:off x="233650" y="111350"/>
                <a:ext cx="8675100" cy="300000"/>
              </a:xfrm>
              <a:prstGeom prst="round2SameRect">
                <a:avLst>
                  <a:gd fmla="val 31225" name="adj1"/>
                  <a:gd fmla="val 0" name="adj2"/>
                </a:avLst>
              </a:prstGeom>
              <a:solidFill>
                <a:schemeClr val="lt2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60" name="Google Shape;60;p6"/>
            <p:cNvGrpSpPr/>
            <p:nvPr/>
          </p:nvGrpSpPr>
          <p:grpSpPr>
            <a:xfrm>
              <a:off x="8249059" y="184274"/>
              <a:ext cx="571201" cy="152149"/>
              <a:chOff x="7873475" y="173025"/>
              <a:chExt cx="645425" cy="171900"/>
            </a:xfrm>
          </p:grpSpPr>
          <p:sp>
            <p:nvSpPr>
              <p:cNvPr id="61" name="Google Shape;61;p6"/>
              <p:cNvSpPr/>
              <p:nvPr/>
            </p:nvSpPr>
            <p:spPr>
              <a:xfrm>
                <a:off x="7873475" y="173025"/>
                <a:ext cx="171600" cy="1719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2" name="Google Shape;62;p6"/>
              <p:cNvSpPr/>
              <p:nvPr/>
            </p:nvSpPr>
            <p:spPr>
              <a:xfrm>
                <a:off x="8110388" y="173025"/>
                <a:ext cx="171600" cy="171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" name="Google Shape;63;p6"/>
              <p:cNvSpPr/>
              <p:nvPr/>
            </p:nvSpPr>
            <p:spPr>
              <a:xfrm>
                <a:off x="8347300" y="173025"/>
                <a:ext cx="171600" cy="171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64" name="Google Shape;64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5" name="Google Shape;65;p6"/>
          <p:cNvGrpSpPr/>
          <p:nvPr/>
        </p:nvGrpSpPr>
        <p:grpSpPr>
          <a:xfrm flipH="1">
            <a:off x="8282243" y="4127874"/>
            <a:ext cx="552498" cy="824489"/>
            <a:chOff x="521091" y="295974"/>
            <a:chExt cx="804804" cy="1201003"/>
          </a:xfrm>
        </p:grpSpPr>
        <p:grpSp>
          <p:nvGrpSpPr>
            <p:cNvPr id="66" name="Google Shape;66;p6"/>
            <p:cNvGrpSpPr/>
            <p:nvPr/>
          </p:nvGrpSpPr>
          <p:grpSpPr>
            <a:xfrm>
              <a:off x="521091" y="642074"/>
              <a:ext cx="480545" cy="481555"/>
              <a:chOff x="5471892" y="3290059"/>
              <a:chExt cx="174300" cy="174654"/>
            </a:xfrm>
          </p:grpSpPr>
          <p:sp>
            <p:nvSpPr>
              <p:cNvPr id="67" name="Google Shape;67;p6"/>
              <p:cNvSpPr/>
              <p:nvPr/>
            </p:nvSpPr>
            <p:spPr>
              <a:xfrm>
                <a:off x="5471892" y="3290059"/>
                <a:ext cx="174300" cy="17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6"/>
              <p:cNvSpPr/>
              <p:nvPr/>
            </p:nvSpPr>
            <p:spPr>
              <a:xfrm>
                <a:off x="5529353" y="3328218"/>
                <a:ext cx="58800" cy="57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6"/>
              <p:cNvSpPr/>
              <p:nvPr/>
            </p:nvSpPr>
            <p:spPr>
              <a:xfrm>
                <a:off x="5522965" y="3396863"/>
                <a:ext cx="71826" cy="67850"/>
              </a:xfrm>
              <a:custGeom>
                <a:rect b="b" l="l" r="r" t="t"/>
                <a:pathLst>
                  <a:path extrusionOk="0" h="25" w="21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4"/>
                      <a:pt x="7" y="25"/>
                      <a:pt x="11" y="25"/>
                    </a:cubicBezTo>
                    <a:cubicBezTo>
                      <a:pt x="15" y="25"/>
                      <a:pt x="18" y="24"/>
                      <a:pt x="21" y="22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5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" name="Google Shape;70;p6"/>
            <p:cNvGrpSpPr/>
            <p:nvPr/>
          </p:nvGrpSpPr>
          <p:grpSpPr>
            <a:xfrm>
              <a:off x="825789" y="295974"/>
              <a:ext cx="243759" cy="244271"/>
              <a:chOff x="5404415" y="3299980"/>
              <a:chExt cx="174300" cy="174654"/>
            </a:xfrm>
          </p:grpSpPr>
          <p:sp>
            <p:nvSpPr>
              <p:cNvPr id="71" name="Google Shape;71;p6"/>
              <p:cNvSpPr/>
              <p:nvPr/>
            </p:nvSpPr>
            <p:spPr>
              <a:xfrm>
                <a:off x="5404415" y="3299980"/>
                <a:ext cx="174300" cy="17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6"/>
              <p:cNvSpPr/>
              <p:nvPr/>
            </p:nvSpPr>
            <p:spPr>
              <a:xfrm>
                <a:off x="5461877" y="3343752"/>
                <a:ext cx="58800" cy="57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6"/>
              <p:cNvSpPr/>
              <p:nvPr/>
            </p:nvSpPr>
            <p:spPr>
              <a:xfrm>
                <a:off x="5455489" y="3406785"/>
                <a:ext cx="71826" cy="67850"/>
              </a:xfrm>
              <a:custGeom>
                <a:rect b="b" l="l" r="r" t="t"/>
                <a:pathLst>
                  <a:path extrusionOk="0" h="25" w="21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4"/>
                      <a:pt x="7" y="25"/>
                      <a:pt x="11" y="25"/>
                    </a:cubicBezTo>
                    <a:cubicBezTo>
                      <a:pt x="15" y="25"/>
                      <a:pt x="18" y="24"/>
                      <a:pt x="21" y="22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5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4" name="Google Shape;74;p6"/>
            <p:cNvGrpSpPr/>
            <p:nvPr/>
          </p:nvGrpSpPr>
          <p:grpSpPr>
            <a:xfrm>
              <a:off x="953295" y="1123620"/>
              <a:ext cx="372601" cy="373357"/>
              <a:chOff x="5449281" y="3276071"/>
              <a:chExt cx="174300" cy="174654"/>
            </a:xfrm>
          </p:grpSpPr>
          <p:sp>
            <p:nvSpPr>
              <p:cNvPr id="75" name="Google Shape;75;p6"/>
              <p:cNvSpPr/>
              <p:nvPr/>
            </p:nvSpPr>
            <p:spPr>
              <a:xfrm>
                <a:off x="5449281" y="3276071"/>
                <a:ext cx="174300" cy="17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6"/>
              <p:cNvSpPr/>
              <p:nvPr/>
            </p:nvSpPr>
            <p:spPr>
              <a:xfrm>
                <a:off x="5506742" y="3319843"/>
                <a:ext cx="58800" cy="57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6"/>
              <p:cNvSpPr/>
              <p:nvPr/>
            </p:nvSpPr>
            <p:spPr>
              <a:xfrm>
                <a:off x="5500354" y="3382875"/>
                <a:ext cx="71826" cy="67850"/>
              </a:xfrm>
              <a:custGeom>
                <a:rect b="b" l="l" r="r" t="t"/>
                <a:pathLst>
                  <a:path extrusionOk="0" h="25" w="21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4"/>
                      <a:pt x="7" y="25"/>
                      <a:pt x="11" y="25"/>
                    </a:cubicBezTo>
                    <a:cubicBezTo>
                      <a:pt x="15" y="25"/>
                      <a:pt x="18" y="24"/>
                      <a:pt x="21" y="22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5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79;p7"/>
          <p:cNvGrpSpPr/>
          <p:nvPr/>
        </p:nvGrpSpPr>
        <p:grpSpPr>
          <a:xfrm>
            <a:off x="233650" y="111350"/>
            <a:ext cx="8675100" cy="4932325"/>
            <a:chOff x="233650" y="111350"/>
            <a:chExt cx="8675100" cy="4932325"/>
          </a:xfrm>
        </p:grpSpPr>
        <p:grpSp>
          <p:nvGrpSpPr>
            <p:cNvPr id="80" name="Google Shape;80;p7"/>
            <p:cNvGrpSpPr/>
            <p:nvPr/>
          </p:nvGrpSpPr>
          <p:grpSpPr>
            <a:xfrm>
              <a:off x="233650" y="111350"/>
              <a:ext cx="8675100" cy="4932325"/>
              <a:chOff x="233650" y="111350"/>
              <a:chExt cx="8675100" cy="4932325"/>
            </a:xfrm>
          </p:grpSpPr>
          <p:sp>
            <p:nvSpPr>
              <p:cNvPr id="81" name="Google Shape;81;p7"/>
              <p:cNvSpPr/>
              <p:nvPr/>
            </p:nvSpPr>
            <p:spPr>
              <a:xfrm flipH="1" rot="10800000">
                <a:off x="233650" y="292875"/>
                <a:ext cx="8675100" cy="4750800"/>
              </a:xfrm>
              <a:prstGeom prst="round2SameRect">
                <a:avLst>
                  <a:gd fmla="val 1911" name="adj1"/>
                  <a:gd fmla="val 0" name="adj2"/>
                </a:avLst>
              </a:prstGeom>
              <a:solidFill>
                <a:srgbClr val="DDD0FB">
                  <a:alpha val="15000"/>
                </a:srgbClr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2" name="Google Shape;82;p7"/>
              <p:cNvSpPr/>
              <p:nvPr/>
            </p:nvSpPr>
            <p:spPr>
              <a:xfrm>
                <a:off x="233650" y="111350"/>
                <a:ext cx="8675100" cy="300000"/>
              </a:xfrm>
              <a:prstGeom prst="round2SameRect">
                <a:avLst>
                  <a:gd fmla="val 31225" name="adj1"/>
                  <a:gd fmla="val 0" name="adj2"/>
                </a:avLst>
              </a:prstGeom>
              <a:solidFill>
                <a:schemeClr val="lt2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83" name="Google Shape;83;p7"/>
            <p:cNvGrpSpPr/>
            <p:nvPr/>
          </p:nvGrpSpPr>
          <p:grpSpPr>
            <a:xfrm>
              <a:off x="8249059" y="184274"/>
              <a:ext cx="571201" cy="152149"/>
              <a:chOff x="7873475" y="173025"/>
              <a:chExt cx="645425" cy="171900"/>
            </a:xfrm>
          </p:grpSpPr>
          <p:sp>
            <p:nvSpPr>
              <p:cNvPr id="84" name="Google Shape;84;p7"/>
              <p:cNvSpPr/>
              <p:nvPr/>
            </p:nvSpPr>
            <p:spPr>
              <a:xfrm>
                <a:off x="7873475" y="173025"/>
                <a:ext cx="171600" cy="1719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" name="Google Shape;85;p7"/>
              <p:cNvSpPr/>
              <p:nvPr/>
            </p:nvSpPr>
            <p:spPr>
              <a:xfrm>
                <a:off x="8110388" y="173025"/>
                <a:ext cx="171600" cy="171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" name="Google Shape;86;p7"/>
              <p:cNvSpPr/>
              <p:nvPr/>
            </p:nvSpPr>
            <p:spPr>
              <a:xfrm>
                <a:off x="8347300" y="173025"/>
                <a:ext cx="171600" cy="171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87" name="Google Shape;87;p7"/>
          <p:cNvSpPr txBox="1"/>
          <p:nvPr>
            <p:ph type="title"/>
          </p:nvPr>
        </p:nvSpPr>
        <p:spPr>
          <a:xfrm>
            <a:off x="720000" y="445025"/>
            <a:ext cx="4549500" cy="5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" name="Google Shape;88;p7"/>
          <p:cNvSpPr txBox="1"/>
          <p:nvPr>
            <p:ph idx="1" type="body"/>
          </p:nvPr>
        </p:nvSpPr>
        <p:spPr>
          <a:xfrm>
            <a:off x="720000" y="1420500"/>
            <a:ext cx="4244400" cy="266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89" name="Google Shape;89;p7"/>
          <p:cNvSpPr/>
          <p:nvPr>
            <p:ph idx="2" type="pic"/>
          </p:nvPr>
        </p:nvSpPr>
        <p:spPr>
          <a:xfrm>
            <a:off x="5945700" y="1234550"/>
            <a:ext cx="2310000" cy="3382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8"/>
          <p:cNvGrpSpPr/>
          <p:nvPr/>
        </p:nvGrpSpPr>
        <p:grpSpPr>
          <a:xfrm>
            <a:off x="233650" y="111350"/>
            <a:ext cx="8675100" cy="4932325"/>
            <a:chOff x="233650" y="111350"/>
            <a:chExt cx="8675100" cy="4932325"/>
          </a:xfrm>
        </p:grpSpPr>
        <p:grpSp>
          <p:nvGrpSpPr>
            <p:cNvPr id="92" name="Google Shape;92;p8"/>
            <p:cNvGrpSpPr/>
            <p:nvPr/>
          </p:nvGrpSpPr>
          <p:grpSpPr>
            <a:xfrm>
              <a:off x="233650" y="111350"/>
              <a:ext cx="8675100" cy="4932325"/>
              <a:chOff x="233650" y="111350"/>
              <a:chExt cx="8675100" cy="4932325"/>
            </a:xfrm>
          </p:grpSpPr>
          <p:sp>
            <p:nvSpPr>
              <p:cNvPr id="93" name="Google Shape;93;p8"/>
              <p:cNvSpPr/>
              <p:nvPr/>
            </p:nvSpPr>
            <p:spPr>
              <a:xfrm flipH="1" rot="10800000">
                <a:off x="233650" y="292875"/>
                <a:ext cx="8675100" cy="4750800"/>
              </a:xfrm>
              <a:prstGeom prst="round2SameRect">
                <a:avLst>
                  <a:gd fmla="val 1911" name="adj1"/>
                  <a:gd fmla="val 0" name="adj2"/>
                </a:avLst>
              </a:prstGeom>
              <a:solidFill>
                <a:srgbClr val="DDD0FB">
                  <a:alpha val="15000"/>
                </a:srgbClr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4" name="Google Shape;94;p8"/>
              <p:cNvSpPr/>
              <p:nvPr/>
            </p:nvSpPr>
            <p:spPr>
              <a:xfrm>
                <a:off x="233650" y="111350"/>
                <a:ext cx="8675100" cy="300000"/>
              </a:xfrm>
              <a:prstGeom prst="round2SameRect">
                <a:avLst>
                  <a:gd fmla="val 31225" name="adj1"/>
                  <a:gd fmla="val 0" name="adj2"/>
                </a:avLst>
              </a:prstGeom>
              <a:solidFill>
                <a:schemeClr val="lt2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95" name="Google Shape;95;p8"/>
            <p:cNvGrpSpPr/>
            <p:nvPr/>
          </p:nvGrpSpPr>
          <p:grpSpPr>
            <a:xfrm>
              <a:off x="8249059" y="184274"/>
              <a:ext cx="571201" cy="152149"/>
              <a:chOff x="7873475" y="173025"/>
              <a:chExt cx="645425" cy="171900"/>
            </a:xfrm>
          </p:grpSpPr>
          <p:sp>
            <p:nvSpPr>
              <p:cNvPr id="96" name="Google Shape;96;p8"/>
              <p:cNvSpPr/>
              <p:nvPr/>
            </p:nvSpPr>
            <p:spPr>
              <a:xfrm>
                <a:off x="7873475" y="173025"/>
                <a:ext cx="171600" cy="1719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7" name="Google Shape;97;p8"/>
              <p:cNvSpPr/>
              <p:nvPr/>
            </p:nvSpPr>
            <p:spPr>
              <a:xfrm>
                <a:off x="8110388" y="173025"/>
                <a:ext cx="171600" cy="171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8" name="Google Shape;98;p8"/>
              <p:cNvSpPr/>
              <p:nvPr/>
            </p:nvSpPr>
            <p:spPr>
              <a:xfrm>
                <a:off x="8347300" y="173025"/>
                <a:ext cx="171600" cy="171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99" name="Google Shape;99;p8"/>
          <p:cNvSpPr txBox="1"/>
          <p:nvPr>
            <p:ph type="title"/>
          </p:nvPr>
        </p:nvSpPr>
        <p:spPr>
          <a:xfrm>
            <a:off x="715100" y="1307100"/>
            <a:ext cx="49872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100" name="Google Shape;100;p8"/>
          <p:cNvGrpSpPr/>
          <p:nvPr/>
        </p:nvGrpSpPr>
        <p:grpSpPr>
          <a:xfrm>
            <a:off x="6866163" y="2116831"/>
            <a:ext cx="1467536" cy="1659770"/>
            <a:chOff x="6866163" y="2116831"/>
            <a:chExt cx="1467536" cy="1659770"/>
          </a:xfrm>
        </p:grpSpPr>
        <p:sp>
          <p:nvSpPr>
            <p:cNvPr id="101" name="Google Shape;101;p8"/>
            <p:cNvSpPr/>
            <p:nvPr/>
          </p:nvSpPr>
          <p:spPr>
            <a:xfrm>
              <a:off x="7019556" y="2460219"/>
              <a:ext cx="1314143" cy="131638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8"/>
            <p:cNvSpPr/>
            <p:nvPr/>
          </p:nvSpPr>
          <p:spPr>
            <a:xfrm>
              <a:off x="7148588" y="2590812"/>
              <a:ext cx="1053255" cy="1055121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8"/>
            <p:cNvSpPr/>
            <p:nvPr/>
          </p:nvSpPr>
          <p:spPr>
            <a:xfrm>
              <a:off x="7578365" y="2988661"/>
              <a:ext cx="194080" cy="9815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8"/>
            <p:cNvSpPr/>
            <p:nvPr/>
          </p:nvSpPr>
          <p:spPr>
            <a:xfrm>
              <a:off x="7665549" y="2172089"/>
              <a:ext cx="22021" cy="18885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8"/>
            <p:cNvSpPr/>
            <p:nvPr/>
          </p:nvSpPr>
          <p:spPr>
            <a:xfrm>
              <a:off x="7627482" y="2116831"/>
              <a:ext cx="95920" cy="981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8"/>
            <p:cNvSpPr/>
            <p:nvPr/>
          </p:nvSpPr>
          <p:spPr>
            <a:xfrm>
              <a:off x="7595556" y="2340315"/>
              <a:ext cx="159631" cy="87183"/>
            </a:xfrm>
            <a:custGeom>
              <a:rect b="b" l="l" r="r" t="t"/>
              <a:pathLst>
                <a:path extrusionOk="0" h="30" w="55">
                  <a:moveTo>
                    <a:pt x="55" y="30"/>
                  </a:moveTo>
                  <a:cubicBezTo>
                    <a:pt x="0" y="30"/>
                    <a:pt x="0" y="30"/>
                    <a:pt x="0" y="3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5"/>
                    <a:pt x="5" y="0"/>
                    <a:pt x="1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1" y="0"/>
                    <a:pt x="55" y="5"/>
                    <a:pt x="55" y="10"/>
                  </a:cubicBezTo>
                  <a:lnTo>
                    <a:pt x="55" y="3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8"/>
            <p:cNvSpPr/>
            <p:nvPr/>
          </p:nvSpPr>
          <p:spPr>
            <a:xfrm>
              <a:off x="7249279" y="2587129"/>
              <a:ext cx="82272" cy="238218"/>
            </a:xfrm>
            <a:custGeom>
              <a:rect b="b" l="l" r="r" t="t"/>
              <a:pathLst>
                <a:path extrusionOk="0" h="82" w="28">
                  <a:moveTo>
                    <a:pt x="28" y="82"/>
                  </a:moveTo>
                  <a:cubicBezTo>
                    <a:pt x="11" y="82"/>
                    <a:pt x="11" y="82"/>
                    <a:pt x="11" y="82"/>
                  </a:cubicBezTo>
                  <a:cubicBezTo>
                    <a:pt x="5" y="82"/>
                    <a:pt x="0" y="77"/>
                    <a:pt x="0" y="7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28" y="0"/>
                    <a:pt x="28" y="0"/>
                    <a:pt x="28" y="0"/>
                  </a:cubicBezTo>
                  <a:lnTo>
                    <a:pt x="28" y="8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8"/>
            <p:cNvSpPr/>
            <p:nvPr/>
          </p:nvSpPr>
          <p:spPr>
            <a:xfrm>
              <a:off x="8019194" y="2587129"/>
              <a:ext cx="81044" cy="238218"/>
            </a:xfrm>
            <a:custGeom>
              <a:rect b="b" l="l" r="r" t="t"/>
              <a:pathLst>
                <a:path extrusionOk="0" h="82" w="28">
                  <a:moveTo>
                    <a:pt x="17" y="82"/>
                  </a:moveTo>
                  <a:cubicBezTo>
                    <a:pt x="0" y="82"/>
                    <a:pt x="0" y="82"/>
                    <a:pt x="0" y="8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23" y="0"/>
                    <a:pt x="28" y="5"/>
                    <a:pt x="28" y="11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7"/>
                    <a:pt x="23" y="82"/>
                    <a:pt x="17" y="8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8"/>
            <p:cNvSpPr/>
            <p:nvPr/>
          </p:nvSpPr>
          <p:spPr>
            <a:xfrm>
              <a:off x="7331551" y="2425042"/>
              <a:ext cx="690099" cy="572215"/>
            </a:xfrm>
            <a:custGeom>
              <a:rect b="b" l="l" r="r" t="t"/>
              <a:pathLst>
                <a:path extrusionOk="0" h="197" w="238">
                  <a:moveTo>
                    <a:pt x="209" y="197"/>
                  </a:moveTo>
                  <a:cubicBezTo>
                    <a:pt x="29" y="197"/>
                    <a:pt x="29" y="197"/>
                    <a:pt x="29" y="197"/>
                  </a:cubicBezTo>
                  <a:cubicBezTo>
                    <a:pt x="13" y="197"/>
                    <a:pt x="0" y="184"/>
                    <a:pt x="0" y="168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25" y="0"/>
                    <a:pt x="238" y="13"/>
                    <a:pt x="238" y="29"/>
                  </a:cubicBezTo>
                  <a:cubicBezTo>
                    <a:pt x="238" y="168"/>
                    <a:pt x="238" y="168"/>
                    <a:pt x="238" y="168"/>
                  </a:cubicBezTo>
                  <a:cubicBezTo>
                    <a:pt x="238" y="184"/>
                    <a:pt x="225" y="197"/>
                    <a:pt x="209" y="19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8"/>
            <p:cNvSpPr/>
            <p:nvPr/>
          </p:nvSpPr>
          <p:spPr>
            <a:xfrm>
              <a:off x="7525564" y="2550291"/>
              <a:ext cx="61397" cy="127705"/>
            </a:xfrm>
            <a:custGeom>
              <a:rect b="b" l="l" r="r" t="t"/>
              <a:pathLst>
                <a:path extrusionOk="0" h="44" w="21">
                  <a:moveTo>
                    <a:pt x="13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4" y="44"/>
                    <a:pt x="0" y="40"/>
                    <a:pt x="0" y="3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7" y="0"/>
                    <a:pt x="21" y="4"/>
                    <a:pt x="21" y="9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40"/>
                    <a:pt x="17" y="44"/>
                    <a:pt x="13" y="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8"/>
            <p:cNvSpPr/>
            <p:nvPr/>
          </p:nvSpPr>
          <p:spPr>
            <a:xfrm>
              <a:off x="7763784" y="2550291"/>
              <a:ext cx="61397" cy="127705"/>
            </a:xfrm>
            <a:custGeom>
              <a:rect b="b" l="l" r="r" t="t"/>
              <a:pathLst>
                <a:path extrusionOk="0" h="44" w="21">
                  <a:moveTo>
                    <a:pt x="13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4" y="44"/>
                    <a:pt x="0" y="40"/>
                    <a:pt x="0" y="3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8" y="0"/>
                    <a:pt x="21" y="4"/>
                    <a:pt x="21" y="9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40"/>
                    <a:pt x="18" y="44"/>
                    <a:pt x="13" y="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8"/>
            <p:cNvSpPr/>
            <p:nvPr/>
          </p:nvSpPr>
          <p:spPr>
            <a:xfrm>
              <a:off x="7438381" y="2773774"/>
              <a:ext cx="473983" cy="147352"/>
            </a:xfrm>
            <a:custGeom>
              <a:rect b="b" l="l" r="r" t="t"/>
              <a:pathLst>
                <a:path extrusionOk="0" h="51" w="163">
                  <a:moveTo>
                    <a:pt x="163" y="0"/>
                  </a:moveTo>
                  <a:cubicBezTo>
                    <a:pt x="148" y="30"/>
                    <a:pt x="117" y="51"/>
                    <a:pt x="82" y="51"/>
                  </a:cubicBezTo>
                  <a:cubicBezTo>
                    <a:pt x="46" y="51"/>
                    <a:pt x="15" y="30"/>
                    <a:pt x="0" y="1"/>
                  </a:cubicBezTo>
                  <a:lnTo>
                    <a:pt x="1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8"/>
            <p:cNvSpPr/>
            <p:nvPr/>
          </p:nvSpPr>
          <p:spPr>
            <a:xfrm>
              <a:off x="6866163" y="2517136"/>
              <a:ext cx="493629" cy="752722"/>
            </a:xfrm>
            <a:custGeom>
              <a:rect b="b" l="l" r="r" t="t"/>
              <a:pathLst>
                <a:path extrusionOk="0" h="259" w="170">
                  <a:moveTo>
                    <a:pt x="163" y="259"/>
                  </a:moveTo>
                  <a:cubicBezTo>
                    <a:pt x="108" y="259"/>
                    <a:pt x="56" y="224"/>
                    <a:pt x="29" y="170"/>
                  </a:cubicBezTo>
                  <a:cubicBezTo>
                    <a:pt x="0" y="112"/>
                    <a:pt x="8" y="49"/>
                    <a:pt x="48" y="0"/>
                  </a:cubicBezTo>
                  <a:cubicBezTo>
                    <a:pt x="67" y="16"/>
                    <a:pt x="67" y="16"/>
                    <a:pt x="67" y="16"/>
                  </a:cubicBezTo>
                  <a:cubicBezTo>
                    <a:pt x="33" y="57"/>
                    <a:pt x="27" y="110"/>
                    <a:pt x="51" y="159"/>
                  </a:cubicBezTo>
                  <a:cubicBezTo>
                    <a:pt x="75" y="207"/>
                    <a:pt x="121" y="236"/>
                    <a:pt x="169" y="234"/>
                  </a:cubicBezTo>
                  <a:cubicBezTo>
                    <a:pt x="170" y="258"/>
                    <a:pt x="170" y="258"/>
                    <a:pt x="170" y="258"/>
                  </a:cubicBezTo>
                  <a:cubicBezTo>
                    <a:pt x="168" y="258"/>
                    <a:pt x="165" y="259"/>
                    <a:pt x="163" y="2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8"/>
            <p:cNvSpPr/>
            <p:nvPr/>
          </p:nvSpPr>
          <p:spPr>
            <a:xfrm>
              <a:off x="6988957" y="2334175"/>
              <a:ext cx="243131" cy="235762"/>
            </a:xfrm>
            <a:custGeom>
              <a:rect b="b" l="l" r="r" t="t"/>
              <a:pathLst>
                <a:path extrusionOk="0" h="81" w="84">
                  <a:moveTo>
                    <a:pt x="23" y="69"/>
                  </a:moveTo>
                  <a:cubicBezTo>
                    <a:pt x="4" y="57"/>
                    <a:pt x="0" y="33"/>
                    <a:pt x="12" y="14"/>
                  </a:cubicBezTo>
                  <a:cubicBezTo>
                    <a:pt x="16" y="8"/>
                    <a:pt x="23" y="2"/>
                    <a:pt x="30" y="0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5" y="22"/>
                    <a:pt x="33" y="24"/>
                    <a:pt x="31" y="27"/>
                  </a:cubicBezTo>
                  <a:cubicBezTo>
                    <a:pt x="26" y="35"/>
                    <a:pt x="28" y="45"/>
                    <a:pt x="35" y="50"/>
                  </a:cubicBezTo>
                  <a:cubicBezTo>
                    <a:pt x="43" y="55"/>
                    <a:pt x="53" y="53"/>
                    <a:pt x="58" y="45"/>
                  </a:cubicBezTo>
                  <a:cubicBezTo>
                    <a:pt x="60" y="42"/>
                    <a:pt x="61" y="39"/>
                    <a:pt x="61" y="35"/>
                  </a:cubicBezTo>
                  <a:cubicBezTo>
                    <a:pt x="84" y="34"/>
                    <a:pt x="84" y="34"/>
                    <a:pt x="84" y="34"/>
                  </a:cubicBezTo>
                  <a:cubicBezTo>
                    <a:pt x="84" y="43"/>
                    <a:pt x="82" y="51"/>
                    <a:pt x="77" y="58"/>
                  </a:cubicBezTo>
                  <a:cubicBezTo>
                    <a:pt x="65" y="76"/>
                    <a:pt x="41" y="81"/>
                    <a:pt x="23" y="6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8"/>
            <p:cNvSpPr/>
            <p:nvPr/>
          </p:nvSpPr>
          <p:spPr>
            <a:xfrm>
              <a:off x="6991412" y="2497490"/>
              <a:ext cx="87184" cy="84728"/>
            </a:xfrm>
            <a:custGeom>
              <a:rect b="b" l="l" r="r" t="t"/>
              <a:pathLst>
                <a:path extrusionOk="0" h="29" w="30">
                  <a:moveTo>
                    <a:pt x="19" y="28"/>
                  </a:moveTo>
                  <a:cubicBezTo>
                    <a:pt x="2" y="13"/>
                    <a:pt x="2" y="13"/>
                    <a:pt x="2" y="13"/>
                  </a:cubicBezTo>
                  <a:cubicBezTo>
                    <a:pt x="0" y="12"/>
                    <a:pt x="0" y="9"/>
                    <a:pt x="1" y="7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7" y="1"/>
                    <a:pt x="9" y="0"/>
                    <a:pt x="11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30" y="18"/>
                    <a:pt x="30" y="20"/>
                    <a:pt x="29" y="22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3" y="29"/>
                    <a:pt x="21" y="29"/>
                    <a:pt x="19" y="2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8"/>
            <p:cNvSpPr/>
            <p:nvPr/>
          </p:nvSpPr>
          <p:spPr>
            <a:xfrm>
              <a:off x="7353653" y="3159344"/>
              <a:ext cx="84728" cy="142440"/>
            </a:xfrm>
            <a:custGeom>
              <a:rect b="b" l="l" r="r" t="t"/>
              <a:pathLst>
                <a:path extrusionOk="0" h="49" w="29">
                  <a:moveTo>
                    <a:pt x="29" y="49"/>
                  </a:moveTo>
                  <a:cubicBezTo>
                    <a:pt x="7" y="49"/>
                    <a:pt x="7" y="49"/>
                    <a:pt x="7" y="49"/>
                  </a:cubicBezTo>
                  <a:cubicBezTo>
                    <a:pt x="3" y="49"/>
                    <a:pt x="0" y="46"/>
                    <a:pt x="0" y="41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29" y="4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8"/>
            <p:cNvSpPr/>
            <p:nvPr/>
          </p:nvSpPr>
          <p:spPr>
            <a:xfrm>
              <a:off x="7972532" y="3186359"/>
              <a:ext cx="214889" cy="133845"/>
            </a:xfrm>
            <a:custGeom>
              <a:rect b="b" l="l" r="r" t="t"/>
              <a:pathLst>
                <a:path extrusionOk="0" h="46" w="74">
                  <a:moveTo>
                    <a:pt x="0" y="6"/>
                  </a:moveTo>
                  <a:cubicBezTo>
                    <a:pt x="6" y="30"/>
                    <a:pt x="6" y="30"/>
                    <a:pt x="6" y="30"/>
                  </a:cubicBezTo>
                  <a:cubicBezTo>
                    <a:pt x="27" y="25"/>
                    <a:pt x="50" y="31"/>
                    <a:pt x="65" y="46"/>
                  </a:cubicBezTo>
                  <a:cubicBezTo>
                    <a:pt x="69" y="38"/>
                    <a:pt x="72" y="30"/>
                    <a:pt x="74" y="21"/>
                  </a:cubicBezTo>
                  <a:cubicBezTo>
                    <a:pt x="53" y="6"/>
                    <a:pt x="25" y="0"/>
                    <a:pt x="0" y="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8"/>
            <p:cNvSpPr/>
            <p:nvPr/>
          </p:nvSpPr>
          <p:spPr>
            <a:xfrm>
              <a:off x="7914819" y="3159344"/>
              <a:ext cx="81044" cy="142440"/>
            </a:xfrm>
            <a:custGeom>
              <a:rect b="b" l="l" r="r" t="t"/>
              <a:pathLst>
                <a:path extrusionOk="0" h="49" w="28">
                  <a:moveTo>
                    <a:pt x="0" y="49"/>
                  </a:moveTo>
                  <a:cubicBezTo>
                    <a:pt x="21" y="49"/>
                    <a:pt x="21" y="49"/>
                    <a:pt x="21" y="49"/>
                  </a:cubicBezTo>
                  <a:cubicBezTo>
                    <a:pt x="25" y="49"/>
                    <a:pt x="28" y="46"/>
                    <a:pt x="28" y="41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4"/>
                    <a:pt x="25" y="0"/>
                    <a:pt x="21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4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8"/>
            <p:cNvSpPr/>
            <p:nvPr/>
          </p:nvSpPr>
          <p:spPr>
            <a:xfrm>
              <a:off x="7412594" y="3063566"/>
              <a:ext cx="525556" cy="582038"/>
            </a:xfrm>
            <a:custGeom>
              <a:rect b="b" l="l" r="r" t="t"/>
              <a:pathLst>
                <a:path extrusionOk="0" h="200" w="181">
                  <a:moveTo>
                    <a:pt x="164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8"/>
                    <a:pt x="0" y="17"/>
                  </a:cubicBezTo>
                  <a:cubicBezTo>
                    <a:pt x="0" y="176"/>
                    <a:pt x="0" y="176"/>
                    <a:pt x="0" y="176"/>
                  </a:cubicBezTo>
                  <a:cubicBezTo>
                    <a:pt x="27" y="192"/>
                    <a:pt x="58" y="200"/>
                    <a:pt x="91" y="200"/>
                  </a:cubicBezTo>
                  <a:cubicBezTo>
                    <a:pt x="124" y="200"/>
                    <a:pt x="155" y="192"/>
                    <a:pt x="181" y="176"/>
                  </a:cubicBezTo>
                  <a:cubicBezTo>
                    <a:pt x="181" y="17"/>
                    <a:pt x="181" y="17"/>
                    <a:pt x="181" y="17"/>
                  </a:cubicBezTo>
                  <a:cubicBezTo>
                    <a:pt x="181" y="8"/>
                    <a:pt x="174" y="0"/>
                    <a:pt x="1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8"/>
            <p:cNvSpPr/>
            <p:nvPr/>
          </p:nvSpPr>
          <p:spPr>
            <a:xfrm>
              <a:off x="7502233" y="3150748"/>
              <a:ext cx="345050" cy="494856"/>
            </a:xfrm>
            <a:custGeom>
              <a:rect b="b" l="l" r="r" t="t"/>
              <a:pathLst>
                <a:path extrusionOk="0" h="170" w="119">
                  <a:moveTo>
                    <a:pt x="104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19" y="167"/>
                    <a:pt x="39" y="170"/>
                    <a:pt x="60" y="170"/>
                  </a:cubicBezTo>
                  <a:cubicBezTo>
                    <a:pt x="81" y="170"/>
                    <a:pt x="101" y="167"/>
                    <a:pt x="119" y="160"/>
                  </a:cubicBezTo>
                  <a:cubicBezTo>
                    <a:pt x="119" y="14"/>
                    <a:pt x="119" y="14"/>
                    <a:pt x="119" y="14"/>
                  </a:cubicBezTo>
                  <a:cubicBezTo>
                    <a:pt x="119" y="6"/>
                    <a:pt x="113" y="0"/>
                    <a:pt x="1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8"/>
            <p:cNvSpPr/>
            <p:nvPr/>
          </p:nvSpPr>
          <p:spPr>
            <a:xfrm>
              <a:off x="7740452" y="3206005"/>
              <a:ext cx="40682" cy="2272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8"/>
            <p:cNvSpPr/>
            <p:nvPr/>
          </p:nvSpPr>
          <p:spPr>
            <a:xfrm>
              <a:off x="7647129" y="3203550"/>
              <a:ext cx="46654" cy="429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8"/>
            <p:cNvSpPr/>
            <p:nvPr/>
          </p:nvSpPr>
          <p:spPr>
            <a:xfrm>
              <a:off x="7647129" y="3275997"/>
              <a:ext cx="46654" cy="15713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8"/>
            <p:cNvSpPr/>
            <p:nvPr/>
          </p:nvSpPr>
          <p:spPr>
            <a:xfrm>
              <a:off x="7568542" y="3206005"/>
              <a:ext cx="35457" cy="1373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8"/>
            <p:cNvSpPr/>
            <p:nvPr/>
          </p:nvSpPr>
          <p:spPr>
            <a:xfrm>
              <a:off x="7568542" y="3371776"/>
              <a:ext cx="35457" cy="6158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8"/>
            <p:cNvSpPr/>
            <p:nvPr/>
          </p:nvSpPr>
          <p:spPr>
            <a:xfrm>
              <a:off x="7568542" y="3465098"/>
              <a:ext cx="212368" cy="429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8"/>
            <p:cNvSpPr/>
            <p:nvPr/>
          </p:nvSpPr>
          <p:spPr>
            <a:xfrm>
              <a:off x="7572226" y="3543686"/>
              <a:ext cx="209009" cy="466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" name="Google Shape;128;p8"/>
          <p:cNvGrpSpPr/>
          <p:nvPr/>
        </p:nvGrpSpPr>
        <p:grpSpPr>
          <a:xfrm>
            <a:off x="5944556" y="1378331"/>
            <a:ext cx="1270410" cy="863625"/>
            <a:chOff x="1227909" y="519121"/>
            <a:chExt cx="1584250" cy="1076973"/>
          </a:xfrm>
        </p:grpSpPr>
        <p:sp>
          <p:nvSpPr>
            <p:cNvPr id="129" name="Google Shape;129;p8"/>
            <p:cNvSpPr/>
            <p:nvPr/>
          </p:nvSpPr>
          <p:spPr>
            <a:xfrm>
              <a:off x="1227909" y="519121"/>
              <a:ext cx="1584250" cy="1076973"/>
            </a:xfrm>
            <a:custGeom>
              <a:rect b="b" l="l" r="r" t="t"/>
              <a:pathLst>
                <a:path extrusionOk="0" h="408" w="601">
                  <a:moveTo>
                    <a:pt x="547" y="0"/>
                  </a:moveTo>
                  <a:cubicBezTo>
                    <a:pt x="55" y="0"/>
                    <a:pt x="55" y="0"/>
                    <a:pt x="55" y="0"/>
                  </a:cubicBezTo>
                  <a:cubicBezTo>
                    <a:pt x="24" y="0"/>
                    <a:pt x="0" y="25"/>
                    <a:pt x="0" y="55"/>
                  </a:cubicBezTo>
                  <a:cubicBezTo>
                    <a:pt x="0" y="285"/>
                    <a:pt x="0" y="285"/>
                    <a:pt x="0" y="285"/>
                  </a:cubicBezTo>
                  <a:cubicBezTo>
                    <a:pt x="0" y="315"/>
                    <a:pt x="24" y="339"/>
                    <a:pt x="55" y="339"/>
                  </a:cubicBezTo>
                  <a:cubicBezTo>
                    <a:pt x="508" y="339"/>
                    <a:pt x="508" y="339"/>
                    <a:pt x="508" y="339"/>
                  </a:cubicBezTo>
                  <a:cubicBezTo>
                    <a:pt x="564" y="394"/>
                    <a:pt x="564" y="394"/>
                    <a:pt x="564" y="394"/>
                  </a:cubicBezTo>
                  <a:cubicBezTo>
                    <a:pt x="577" y="408"/>
                    <a:pt x="601" y="399"/>
                    <a:pt x="601" y="379"/>
                  </a:cubicBezTo>
                  <a:cubicBezTo>
                    <a:pt x="601" y="285"/>
                    <a:pt x="601" y="285"/>
                    <a:pt x="601" y="285"/>
                  </a:cubicBezTo>
                  <a:cubicBezTo>
                    <a:pt x="601" y="189"/>
                    <a:pt x="601" y="189"/>
                    <a:pt x="601" y="189"/>
                  </a:cubicBezTo>
                  <a:cubicBezTo>
                    <a:pt x="601" y="55"/>
                    <a:pt x="601" y="55"/>
                    <a:pt x="601" y="55"/>
                  </a:cubicBezTo>
                  <a:cubicBezTo>
                    <a:pt x="601" y="25"/>
                    <a:pt x="577" y="0"/>
                    <a:pt x="5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0" name="Google Shape;130;p8"/>
            <p:cNvGrpSpPr/>
            <p:nvPr/>
          </p:nvGrpSpPr>
          <p:grpSpPr>
            <a:xfrm>
              <a:off x="1411722" y="835588"/>
              <a:ext cx="1216601" cy="297517"/>
              <a:chOff x="4942131" y="1560511"/>
              <a:chExt cx="867947" cy="212270"/>
            </a:xfrm>
          </p:grpSpPr>
          <p:sp>
            <p:nvSpPr>
              <p:cNvPr id="131" name="Google Shape;131;p8"/>
              <p:cNvSpPr/>
              <p:nvPr/>
            </p:nvSpPr>
            <p:spPr>
              <a:xfrm>
                <a:off x="4942131" y="1560511"/>
                <a:ext cx="867947" cy="23586"/>
              </a:xfrm>
              <a:custGeom>
                <a:rect b="b" l="l" r="r" t="t"/>
                <a:pathLst>
                  <a:path extrusionOk="0" h="8" w="277">
                    <a:moveTo>
                      <a:pt x="274" y="8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2" y="8"/>
                      <a:pt x="0" y="7"/>
                      <a:pt x="0" y="4"/>
                    </a:cubicBezTo>
                    <a:cubicBezTo>
                      <a:pt x="0" y="2"/>
                      <a:pt x="2" y="0"/>
                      <a:pt x="3" y="0"/>
                    </a:cubicBezTo>
                    <a:cubicBezTo>
                      <a:pt x="274" y="0"/>
                      <a:pt x="274" y="0"/>
                      <a:pt x="274" y="0"/>
                    </a:cubicBezTo>
                    <a:cubicBezTo>
                      <a:pt x="275" y="0"/>
                      <a:pt x="277" y="2"/>
                      <a:pt x="277" y="4"/>
                    </a:cubicBezTo>
                    <a:cubicBezTo>
                      <a:pt x="277" y="7"/>
                      <a:pt x="275" y="8"/>
                      <a:pt x="274" y="8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8"/>
              <p:cNvSpPr/>
              <p:nvPr/>
            </p:nvSpPr>
            <p:spPr>
              <a:xfrm>
                <a:off x="4942131" y="1652494"/>
                <a:ext cx="867947" cy="25944"/>
              </a:xfrm>
              <a:custGeom>
                <a:rect b="b" l="l" r="r" t="t"/>
                <a:pathLst>
                  <a:path extrusionOk="0" h="8" w="277">
                    <a:moveTo>
                      <a:pt x="274" y="8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2" y="8"/>
                      <a:pt x="0" y="7"/>
                      <a:pt x="0" y="4"/>
                    </a:cubicBezTo>
                    <a:cubicBezTo>
                      <a:pt x="0" y="2"/>
                      <a:pt x="2" y="0"/>
                      <a:pt x="3" y="0"/>
                    </a:cubicBezTo>
                    <a:cubicBezTo>
                      <a:pt x="274" y="0"/>
                      <a:pt x="274" y="0"/>
                      <a:pt x="274" y="0"/>
                    </a:cubicBezTo>
                    <a:cubicBezTo>
                      <a:pt x="275" y="0"/>
                      <a:pt x="277" y="2"/>
                      <a:pt x="277" y="4"/>
                    </a:cubicBezTo>
                    <a:cubicBezTo>
                      <a:pt x="277" y="7"/>
                      <a:pt x="275" y="8"/>
                      <a:pt x="274" y="8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8"/>
              <p:cNvSpPr/>
              <p:nvPr/>
            </p:nvSpPr>
            <p:spPr>
              <a:xfrm>
                <a:off x="4942131" y="1746837"/>
                <a:ext cx="867947" cy="25944"/>
              </a:xfrm>
              <a:custGeom>
                <a:rect b="b" l="l" r="r" t="t"/>
                <a:pathLst>
                  <a:path extrusionOk="0" h="8" w="277">
                    <a:moveTo>
                      <a:pt x="274" y="8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2" y="8"/>
                      <a:pt x="0" y="6"/>
                      <a:pt x="0" y="4"/>
                    </a:cubicBezTo>
                    <a:cubicBezTo>
                      <a:pt x="0" y="2"/>
                      <a:pt x="2" y="0"/>
                      <a:pt x="3" y="0"/>
                    </a:cubicBezTo>
                    <a:cubicBezTo>
                      <a:pt x="274" y="0"/>
                      <a:pt x="274" y="0"/>
                      <a:pt x="274" y="0"/>
                    </a:cubicBezTo>
                    <a:cubicBezTo>
                      <a:pt x="275" y="0"/>
                      <a:pt x="277" y="2"/>
                      <a:pt x="277" y="4"/>
                    </a:cubicBezTo>
                    <a:cubicBezTo>
                      <a:pt x="277" y="6"/>
                      <a:pt x="275" y="8"/>
                      <a:pt x="274" y="8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p9"/>
          <p:cNvGrpSpPr/>
          <p:nvPr/>
        </p:nvGrpSpPr>
        <p:grpSpPr>
          <a:xfrm>
            <a:off x="233650" y="111350"/>
            <a:ext cx="8675100" cy="4932325"/>
            <a:chOff x="233650" y="111350"/>
            <a:chExt cx="8675100" cy="4932325"/>
          </a:xfrm>
        </p:grpSpPr>
        <p:grpSp>
          <p:nvGrpSpPr>
            <p:cNvPr id="136" name="Google Shape;136;p9"/>
            <p:cNvGrpSpPr/>
            <p:nvPr/>
          </p:nvGrpSpPr>
          <p:grpSpPr>
            <a:xfrm>
              <a:off x="233650" y="111350"/>
              <a:ext cx="8675100" cy="4932325"/>
              <a:chOff x="233650" y="111350"/>
              <a:chExt cx="8675100" cy="4932325"/>
            </a:xfrm>
          </p:grpSpPr>
          <p:sp>
            <p:nvSpPr>
              <p:cNvPr id="137" name="Google Shape;137;p9"/>
              <p:cNvSpPr/>
              <p:nvPr/>
            </p:nvSpPr>
            <p:spPr>
              <a:xfrm flipH="1" rot="10800000">
                <a:off x="233650" y="292875"/>
                <a:ext cx="8675100" cy="4750800"/>
              </a:xfrm>
              <a:prstGeom prst="round2SameRect">
                <a:avLst>
                  <a:gd fmla="val 1911" name="adj1"/>
                  <a:gd fmla="val 0" name="adj2"/>
                </a:avLst>
              </a:prstGeom>
              <a:solidFill>
                <a:srgbClr val="DDD0FB">
                  <a:alpha val="15000"/>
                </a:srgbClr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" name="Google Shape;138;p9"/>
              <p:cNvSpPr/>
              <p:nvPr/>
            </p:nvSpPr>
            <p:spPr>
              <a:xfrm>
                <a:off x="233650" y="111350"/>
                <a:ext cx="8675100" cy="300000"/>
              </a:xfrm>
              <a:prstGeom prst="round2SameRect">
                <a:avLst>
                  <a:gd fmla="val 31225" name="adj1"/>
                  <a:gd fmla="val 0" name="adj2"/>
                </a:avLst>
              </a:prstGeom>
              <a:solidFill>
                <a:schemeClr val="lt2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9" name="Google Shape;139;p9"/>
            <p:cNvGrpSpPr/>
            <p:nvPr/>
          </p:nvGrpSpPr>
          <p:grpSpPr>
            <a:xfrm>
              <a:off x="8249059" y="184274"/>
              <a:ext cx="571201" cy="152149"/>
              <a:chOff x="7873475" y="173025"/>
              <a:chExt cx="645425" cy="171900"/>
            </a:xfrm>
          </p:grpSpPr>
          <p:sp>
            <p:nvSpPr>
              <p:cNvPr id="140" name="Google Shape;140;p9"/>
              <p:cNvSpPr/>
              <p:nvPr/>
            </p:nvSpPr>
            <p:spPr>
              <a:xfrm>
                <a:off x="7873475" y="173025"/>
                <a:ext cx="171600" cy="1719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" name="Google Shape;141;p9"/>
              <p:cNvSpPr/>
              <p:nvPr/>
            </p:nvSpPr>
            <p:spPr>
              <a:xfrm>
                <a:off x="8110388" y="173025"/>
                <a:ext cx="171600" cy="171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" name="Google Shape;142;p9"/>
              <p:cNvSpPr/>
              <p:nvPr/>
            </p:nvSpPr>
            <p:spPr>
              <a:xfrm>
                <a:off x="8347300" y="173025"/>
                <a:ext cx="171600" cy="171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143" name="Google Shape;143;p9"/>
          <p:cNvSpPr txBox="1"/>
          <p:nvPr>
            <p:ph type="title"/>
          </p:nvPr>
        </p:nvSpPr>
        <p:spPr>
          <a:xfrm>
            <a:off x="2241425" y="1293100"/>
            <a:ext cx="46611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4" name="Google Shape;144;p9"/>
          <p:cNvSpPr txBox="1"/>
          <p:nvPr>
            <p:ph idx="1" type="subTitle"/>
          </p:nvPr>
        </p:nvSpPr>
        <p:spPr>
          <a:xfrm>
            <a:off x="2241475" y="2168600"/>
            <a:ext cx="4661100" cy="16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45" name="Google Shape;145;p9"/>
          <p:cNvGrpSpPr/>
          <p:nvPr/>
        </p:nvGrpSpPr>
        <p:grpSpPr>
          <a:xfrm>
            <a:off x="1034636" y="642332"/>
            <a:ext cx="1874069" cy="605026"/>
            <a:chOff x="5920514" y="3046552"/>
            <a:chExt cx="2337911" cy="754773"/>
          </a:xfrm>
        </p:grpSpPr>
        <p:sp>
          <p:nvSpPr>
            <p:cNvPr id="146" name="Google Shape;146;p9"/>
            <p:cNvSpPr/>
            <p:nvPr/>
          </p:nvSpPr>
          <p:spPr>
            <a:xfrm>
              <a:off x="5920514" y="3231622"/>
              <a:ext cx="2150611" cy="569703"/>
            </a:xfrm>
            <a:custGeom>
              <a:rect b="b" l="l" r="r" t="t"/>
              <a:pathLst>
                <a:path extrusionOk="0" h="216" w="816">
                  <a:moveTo>
                    <a:pt x="747" y="0"/>
                  </a:moveTo>
                  <a:cubicBezTo>
                    <a:pt x="110" y="0"/>
                    <a:pt x="110" y="0"/>
                    <a:pt x="110" y="0"/>
                  </a:cubicBezTo>
                  <a:cubicBezTo>
                    <a:pt x="77" y="0"/>
                    <a:pt x="50" y="27"/>
                    <a:pt x="50" y="60"/>
                  </a:cubicBezTo>
                  <a:cubicBezTo>
                    <a:pt x="50" y="156"/>
                    <a:pt x="50" y="156"/>
                    <a:pt x="50" y="156"/>
                  </a:cubicBezTo>
                  <a:cubicBezTo>
                    <a:pt x="50" y="160"/>
                    <a:pt x="51" y="163"/>
                    <a:pt x="51" y="166"/>
                  </a:cubicBezTo>
                  <a:cubicBezTo>
                    <a:pt x="6" y="203"/>
                    <a:pt x="6" y="203"/>
                    <a:pt x="6" y="203"/>
                  </a:cubicBezTo>
                  <a:cubicBezTo>
                    <a:pt x="0" y="207"/>
                    <a:pt x="3" y="216"/>
                    <a:pt x="10" y="216"/>
                  </a:cubicBezTo>
                  <a:cubicBezTo>
                    <a:pt x="110" y="216"/>
                    <a:pt x="110" y="216"/>
                    <a:pt x="110" y="216"/>
                  </a:cubicBezTo>
                  <a:cubicBezTo>
                    <a:pt x="139" y="216"/>
                    <a:pt x="139" y="216"/>
                    <a:pt x="139" y="216"/>
                  </a:cubicBezTo>
                  <a:cubicBezTo>
                    <a:pt x="747" y="216"/>
                    <a:pt x="747" y="216"/>
                    <a:pt x="747" y="216"/>
                  </a:cubicBezTo>
                  <a:cubicBezTo>
                    <a:pt x="785" y="216"/>
                    <a:pt x="816" y="185"/>
                    <a:pt x="816" y="147"/>
                  </a:cubicBezTo>
                  <a:cubicBezTo>
                    <a:pt x="816" y="70"/>
                    <a:pt x="816" y="70"/>
                    <a:pt x="816" y="70"/>
                  </a:cubicBezTo>
                  <a:cubicBezTo>
                    <a:pt x="816" y="31"/>
                    <a:pt x="785" y="0"/>
                    <a:pt x="7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9"/>
            <p:cNvSpPr/>
            <p:nvPr/>
          </p:nvSpPr>
          <p:spPr>
            <a:xfrm>
              <a:off x="7966325" y="3046552"/>
              <a:ext cx="34562" cy="150509"/>
            </a:xfrm>
            <a:custGeom>
              <a:rect b="b" l="l" r="r" t="t"/>
              <a:pathLst>
                <a:path extrusionOk="0" h="57" w="13">
                  <a:moveTo>
                    <a:pt x="7" y="57"/>
                  </a:moveTo>
                  <a:cubicBezTo>
                    <a:pt x="3" y="57"/>
                    <a:pt x="0" y="54"/>
                    <a:pt x="0" y="51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0" y="0"/>
                    <a:pt x="13" y="3"/>
                    <a:pt x="13" y="6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3" y="54"/>
                    <a:pt x="10" y="57"/>
                    <a:pt x="7" y="5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9"/>
            <p:cNvSpPr/>
            <p:nvPr/>
          </p:nvSpPr>
          <p:spPr>
            <a:xfrm>
              <a:off x="8087847" y="3125709"/>
              <a:ext cx="108144" cy="111488"/>
            </a:xfrm>
            <a:custGeom>
              <a:rect b="b" l="l" r="r" t="t"/>
              <a:pathLst>
                <a:path extrusionOk="0" h="42" w="41">
                  <a:moveTo>
                    <a:pt x="7" y="42"/>
                  </a:moveTo>
                  <a:cubicBezTo>
                    <a:pt x="5" y="42"/>
                    <a:pt x="3" y="42"/>
                    <a:pt x="2" y="41"/>
                  </a:cubicBezTo>
                  <a:cubicBezTo>
                    <a:pt x="0" y="38"/>
                    <a:pt x="0" y="34"/>
                    <a:pt x="2" y="32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2" y="0"/>
                    <a:pt x="36" y="0"/>
                    <a:pt x="39" y="3"/>
                  </a:cubicBezTo>
                  <a:cubicBezTo>
                    <a:pt x="41" y="5"/>
                    <a:pt x="41" y="9"/>
                    <a:pt x="39" y="12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0" y="42"/>
                    <a:pt x="8" y="42"/>
                    <a:pt x="7" y="4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9"/>
            <p:cNvSpPr/>
            <p:nvPr/>
          </p:nvSpPr>
          <p:spPr>
            <a:xfrm>
              <a:off x="8124638" y="3331962"/>
              <a:ext cx="133786" cy="33446"/>
            </a:xfrm>
            <a:custGeom>
              <a:rect b="b" l="l" r="r" t="t"/>
              <a:pathLst>
                <a:path extrusionOk="0" h="13" w="51">
                  <a:moveTo>
                    <a:pt x="44" y="13"/>
                  </a:moveTo>
                  <a:cubicBezTo>
                    <a:pt x="6" y="13"/>
                    <a:pt x="6" y="13"/>
                    <a:pt x="6" y="13"/>
                  </a:cubicBezTo>
                  <a:cubicBezTo>
                    <a:pt x="3" y="13"/>
                    <a:pt x="0" y="10"/>
                    <a:pt x="0" y="7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8" y="0"/>
                    <a:pt x="51" y="3"/>
                    <a:pt x="51" y="7"/>
                  </a:cubicBezTo>
                  <a:cubicBezTo>
                    <a:pt x="51" y="10"/>
                    <a:pt x="48" y="13"/>
                    <a:pt x="44" y="1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9"/>
            <p:cNvSpPr/>
            <p:nvPr/>
          </p:nvSpPr>
          <p:spPr>
            <a:xfrm>
              <a:off x="6273932" y="3355374"/>
              <a:ext cx="1570871" cy="28987"/>
            </a:xfrm>
            <a:custGeom>
              <a:rect b="b" l="l" r="r" t="t"/>
              <a:pathLst>
                <a:path extrusionOk="0" h="11" w="596">
                  <a:moveTo>
                    <a:pt x="590" y="0"/>
                  </a:moveTo>
                  <a:cubicBezTo>
                    <a:pt x="473" y="0"/>
                    <a:pt x="473" y="0"/>
                    <a:pt x="473" y="0"/>
                  </a:cubicBezTo>
                  <a:cubicBezTo>
                    <a:pt x="458" y="0"/>
                    <a:pt x="458" y="0"/>
                    <a:pt x="458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5"/>
                  </a:cubicBezTo>
                  <a:cubicBezTo>
                    <a:pt x="0" y="9"/>
                    <a:pt x="3" y="11"/>
                    <a:pt x="6" y="11"/>
                  </a:cubicBezTo>
                  <a:cubicBezTo>
                    <a:pt x="458" y="11"/>
                    <a:pt x="458" y="11"/>
                    <a:pt x="458" y="11"/>
                  </a:cubicBezTo>
                  <a:cubicBezTo>
                    <a:pt x="473" y="11"/>
                    <a:pt x="473" y="11"/>
                    <a:pt x="473" y="11"/>
                  </a:cubicBezTo>
                  <a:cubicBezTo>
                    <a:pt x="590" y="11"/>
                    <a:pt x="590" y="11"/>
                    <a:pt x="590" y="11"/>
                  </a:cubicBezTo>
                  <a:cubicBezTo>
                    <a:pt x="594" y="11"/>
                    <a:pt x="596" y="9"/>
                    <a:pt x="596" y="5"/>
                  </a:cubicBezTo>
                  <a:cubicBezTo>
                    <a:pt x="596" y="2"/>
                    <a:pt x="594" y="0"/>
                    <a:pt x="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9"/>
            <p:cNvSpPr/>
            <p:nvPr/>
          </p:nvSpPr>
          <p:spPr>
            <a:xfrm>
              <a:off x="6273932" y="3490274"/>
              <a:ext cx="1570871" cy="28987"/>
            </a:xfrm>
            <a:custGeom>
              <a:rect b="b" l="l" r="r" t="t"/>
              <a:pathLst>
                <a:path extrusionOk="0" h="11" w="596">
                  <a:moveTo>
                    <a:pt x="590" y="0"/>
                  </a:moveTo>
                  <a:cubicBezTo>
                    <a:pt x="462" y="0"/>
                    <a:pt x="462" y="0"/>
                    <a:pt x="462" y="0"/>
                  </a:cubicBezTo>
                  <a:cubicBezTo>
                    <a:pt x="458" y="0"/>
                    <a:pt x="458" y="0"/>
                    <a:pt x="458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5"/>
                  </a:cubicBezTo>
                  <a:cubicBezTo>
                    <a:pt x="0" y="8"/>
                    <a:pt x="3" y="11"/>
                    <a:pt x="6" y="11"/>
                  </a:cubicBezTo>
                  <a:cubicBezTo>
                    <a:pt x="458" y="11"/>
                    <a:pt x="458" y="11"/>
                    <a:pt x="458" y="11"/>
                  </a:cubicBezTo>
                  <a:cubicBezTo>
                    <a:pt x="462" y="11"/>
                    <a:pt x="462" y="11"/>
                    <a:pt x="462" y="11"/>
                  </a:cubicBezTo>
                  <a:cubicBezTo>
                    <a:pt x="590" y="11"/>
                    <a:pt x="590" y="11"/>
                    <a:pt x="590" y="11"/>
                  </a:cubicBezTo>
                  <a:cubicBezTo>
                    <a:pt x="594" y="11"/>
                    <a:pt x="596" y="8"/>
                    <a:pt x="596" y="5"/>
                  </a:cubicBezTo>
                  <a:cubicBezTo>
                    <a:pt x="596" y="2"/>
                    <a:pt x="594" y="0"/>
                    <a:pt x="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9"/>
            <p:cNvSpPr/>
            <p:nvPr/>
          </p:nvSpPr>
          <p:spPr>
            <a:xfrm>
              <a:off x="6273932" y="3621830"/>
              <a:ext cx="1093701" cy="31217"/>
            </a:xfrm>
            <a:custGeom>
              <a:rect b="b" l="l" r="r" t="t"/>
              <a:pathLst>
                <a:path extrusionOk="0" h="12" w="415">
                  <a:moveTo>
                    <a:pt x="410" y="0"/>
                  </a:moveTo>
                  <a:cubicBezTo>
                    <a:pt x="396" y="0"/>
                    <a:pt x="396" y="0"/>
                    <a:pt x="396" y="0"/>
                  </a:cubicBezTo>
                  <a:cubicBezTo>
                    <a:pt x="277" y="0"/>
                    <a:pt x="277" y="0"/>
                    <a:pt x="277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2"/>
                    <a:pt x="6" y="12"/>
                  </a:cubicBezTo>
                  <a:cubicBezTo>
                    <a:pt x="277" y="12"/>
                    <a:pt x="277" y="12"/>
                    <a:pt x="277" y="12"/>
                  </a:cubicBezTo>
                  <a:cubicBezTo>
                    <a:pt x="396" y="12"/>
                    <a:pt x="396" y="12"/>
                    <a:pt x="396" y="12"/>
                  </a:cubicBezTo>
                  <a:cubicBezTo>
                    <a:pt x="410" y="12"/>
                    <a:pt x="410" y="12"/>
                    <a:pt x="410" y="12"/>
                  </a:cubicBezTo>
                  <a:cubicBezTo>
                    <a:pt x="413" y="12"/>
                    <a:pt x="415" y="9"/>
                    <a:pt x="415" y="6"/>
                  </a:cubicBezTo>
                  <a:cubicBezTo>
                    <a:pt x="415" y="3"/>
                    <a:pt x="413" y="0"/>
                    <a:pt x="4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9"/>
            <p:cNvSpPr/>
            <p:nvPr/>
          </p:nvSpPr>
          <p:spPr>
            <a:xfrm>
              <a:off x="7470201" y="3621830"/>
              <a:ext cx="374601" cy="31217"/>
            </a:xfrm>
            <a:custGeom>
              <a:rect b="b" l="l" r="r" t="t"/>
              <a:pathLst>
                <a:path extrusionOk="0" h="12" w="142">
                  <a:moveTo>
                    <a:pt x="137" y="0"/>
                  </a:moveTo>
                  <a:cubicBezTo>
                    <a:pt x="123" y="0"/>
                    <a:pt x="123" y="0"/>
                    <a:pt x="1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3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9"/>
                    <a:pt x="2" y="12"/>
                    <a:pt x="5" y="12"/>
                  </a:cubicBezTo>
                  <a:cubicBezTo>
                    <a:pt x="123" y="12"/>
                    <a:pt x="123" y="12"/>
                    <a:pt x="123" y="12"/>
                  </a:cubicBezTo>
                  <a:cubicBezTo>
                    <a:pt x="137" y="12"/>
                    <a:pt x="137" y="12"/>
                    <a:pt x="137" y="12"/>
                  </a:cubicBezTo>
                  <a:cubicBezTo>
                    <a:pt x="140" y="12"/>
                    <a:pt x="142" y="9"/>
                    <a:pt x="142" y="6"/>
                  </a:cubicBezTo>
                  <a:cubicBezTo>
                    <a:pt x="142" y="3"/>
                    <a:pt x="140" y="0"/>
                    <a:pt x="1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9"/>
          <p:cNvGrpSpPr/>
          <p:nvPr/>
        </p:nvGrpSpPr>
        <p:grpSpPr>
          <a:xfrm>
            <a:off x="615857" y="872472"/>
            <a:ext cx="372601" cy="373357"/>
            <a:chOff x="5471892" y="3290059"/>
            <a:chExt cx="174300" cy="174654"/>
          </a:xfrm>
        </p:grpSpPr>
        <p:sp>
          <p:nvSpPr>
            <p:cNvPr id="155" name="Google Shape;155;p9"/>
            <p:cNvSpPr/>
            <p:nvPr/>
          </p:nvSpPr>
          <p:spPr>
            <a:xfrm>
              <a:off x="5471892" y="3290059"/>
              <a:ext cx="174300" cy="17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9"/>
            <p:cNvSpPr/>
            <p:nvPr/>
          </p:nvSpPr>
          <p:spPr>
            <a:xfrm>
              <a:off x="5529353" y="3333831"/>
              <a:ext cx="58800" cy="57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9"/>
            <p:cNvSpPr/>
            <p:nvPr/>
          </p:nvSpPr>
          <p:spPr>
            <a:xfrm>
              <a:off x="5522965" y="3396863"/>
              <a:ext cx="71826" cy="67850"/>
            </a:xfrm>
            <a:custGeom>
              <a:rect b="b" l="l" r="r" t="t"/>
              <a:pathLst>
                <a:path extrusionOk="0" h="25" w="21">
                  <a:moveTo>
                    <a:pt x="11" y="0"/>
                  </a:moveTo>
                  <a:cubicBezTo>
                    <a:pt x="5" y="0"/>
                    <a:pt x="0" y="5"/>
                    <a:pt x="0" y="11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3" y="24"/>
                    <a:pt x="7" y="25"/>
                    <a:pt x="11" y="25"/>
                  </a:cubicBezTo>
                  <a:cubicBezTo>
                    <a:pt x="15" y="25"/>
                    <a:pt x="18" y="24"/>
                    <a:pt x="21" y="22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1" y="5"/>
                    <a:pt x="17" y="0"/>
                    <a:pt x="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/>
          <p:nvPr>
            <p:ph idx="2" type="pic"/>
          </p:nvPr>
        </p:nvSpPr>
        <p:spPr>
          <a:xfrm>
            <a:off x="-16312" y="0"/>
            <a:ext cx="9176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60" name="Google Shape;160;p10"/>
          <p:cNvSpPr txBox="1"/>
          <p:nvPr>
            <p:ph type="title"/>
          </p:nvPr>
        </p:nvSpPr>
        <p:spPr>
          <a:xfrm>
            <a:off x="720000" y="4140600"/>
            <a:ext cx="7704000" cy="46800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11"/>
          <p:cNvGrpSpPr/>
          <p:nvPr/>
        </p:nvGrpSpPr>
        <p:grpSpPr>
          <a:xfrm>
            <a:off x="233650" y="111350"/>
            <a:ext cx="8675100" cy="4932325"/>
            <a:chOff x="233650" y="111350"/>
            <a:chExt cx="8675100" cy="4932325"/>
          </a:xfrm>
        </p:grpSpPr>
        <p:grpSp>
          <p:nvGrpSpPr>
            <p:cNvPr id="163" name="Google Shape;163;p11"/>
            <p:cNvGrpSpPr/>
            <p:nvPr/>
          </p:nvGrpSpPr>
          <p:grpSpPr>
            <a:xfrm>
              <a:off x="233650" y="111350"/>
              <a:ext cx="8675100" cy="4932325"/>
              <a:chOff x="233650" y="111350"/>
              <a:chExt cx="8675100" cy="4932325"/>
            </a:xfrm>
          </p:grpSpPr>
          <p:sp>
            <p:nvSpPr>
              <p:cNvPr id="164" name="Google Shape;164;p11"/>
              <p:cNvSpPr/>
              <p:nvPr/>
            </p:nvSpPr>
            <p:spPr>
              <a:xfrm flipH="1" rot="10800000">
                <a:off x="233650" y="292875"/>
                <a:ext cx="8675100" cy="4750800"/>
              </a:xfrm>
              <a:prstGeom prst="round2SameRect">
                <a:avLst>
                  <a:gd fmla="val 1911" name="adj1"/>
                  <a:gd fmla="val 0" name="adj2"/>
                </a:avLst>
              </a:prstGeom>
              <a:solidFill>
                <a:srgbClr val="DDD0FB">
                  <a:alpha val="15000"/>
                </a:srgbClr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>
                <a:off x="233650" y="111350"/>
                <a:ext cx="8675100" cy="300000"/>
              </a:xfrm>
              <a:prstGeom prst="round2SameRect">
                <a:avLst>
                  <a:gd fmla="val 31225" name="adj1"/>
                  <a:gd fmla="val 0" name="adj2"/>
                </a:avLst>
              </a:prstGeom>
              <a:solidFill>
                <a:schemeClr val="lt2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66" name="Google Shape;166;p11"/>
            <p:cNvGrpSpPr/>
            <p:nvPr/>
          </p:nvGrpSpPr>
          <p:grpSpPr>
            <a:xfrm>
              <a:off x="8249059" y="184274"/>
              <a:ext cx="571201" cy="152149"/>
              <a:chOff x="7873475" y="173025"/>
              <a:chExt cx="645425" cy="171900"/>
            </a:xfrm>
          </p:grpSpPr>
          <p:sp>
            <p:nvSpPr>
              <p:cNvPr id="167" name="Google Shape;167;p11"/>
              <p:cNvSpPr/>
              <p:nvPr/>
            </p:nvSpPr>
            <p:spPr>
              <a:xfrm>
                <a:off x="7873475" y="173025"/>
                <a:ext cx="171600" cy="1719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>
                <a:off x="8110388" y="173025"/>
                <a:ext cx="171600" cy="171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9" name="Google Shape;169;p11"/>
              <p:cNvSpPr/>
              <p:nvPr/>
            </p:nvSpPr>
            <p:spPr>
              <a:xfrm>
                <a:off x="8347300" y="173025"/>
                <a:ext cx="171600" cy="171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170" name="Google Shape;170;p11"/>
          <p:cNvSpPr txBox="1"/>
          <p:nvPr>
            <p:ph hasCustomPrompt="1" type="title"/>
          </p:nvPr>
        </p:nvSpPr>
        <p:spPr>
          <a:xfrm>
            <a:off x="715100" y="1553888"/>
            <a:ext cx="4015200" cy="1172400"/>
          </a:xfrm>
          <a:prstGeom prst="rect">
            <a:avLst/>
          </a:prstGeom>
          <a:solidFill>
            <a:schemeClr val="accent3"/>
          </a:solidFill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71" name="Google Shape;171;p11"/>
          <p:cNvSpPr txBox="1"/>
          <p:nvPr>
            <p:ph idx="1" type="subTitle"/>
          </p:nvPr>
        </p:nvSpPr>
        <p:spPr>
          <a:xfrm>
            <a:off x="715100" y="3030789"/>
            <a:ext cx="4015200" cy="367800"/>
          </a:xfrm>
          <a:prstGeom prst="rect">
            <a:avLst/>
          </a:prstGeom>
          <a:solidFill>
            <a:schemeClr val="dk2"/>
          </a:solidFill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13"/>
          <p:cNvGrpSpPr/>
          <p:nvPr/>
        </p:nvGrpSpPr>
        <p:grpSpPr>
          <a:xfrm>
            <a:off x="233650" y="111350"/>
            <a:ext cx="8675100" cy="4932325"/>
            <a:chOff x="233650" y="111350"/>
            <a:chExt cx="8675100" cy="4932325"/>
          </a:xfrm>
        </p:grpSpPr>
        <p:grpSp>
          <p:nvGrpSpPr>
            <p:cNvPr id="175" name="Google Shape;175;p13"/>
            <p:cNvGrpSpPr/>
            <p:nvPr/>
          </p:nvGrpSpPr>
          <p:grpSpPr>
            <a:xfrm>
              <a:off x="233650" y="111350"/>
              <a:ext cx="8675100" cy="4932325"/>
              <a:chOff x="233650" y="111350"/>
              <a:chExt cx="8675100" cy="4932325"/>
            </a:xfrm>
          </p:grpSpPr>
          <p:sp>
            <p:nvSpPr>
              <p:cNvPr id="176" name="Google Shape;176;p13"/>
              <p:cNvSpPr/>
              <p:nvPr/>
            </p:nvSpPr>
            <p:spPr>
              <a:xfrm flipH="1" rot="10800000">
                <a:off x="233650" y="292875"/>
                <a:ext cx="8675100" cy="4750800"/>
              </a:xfrm>
              <a:prstGeom prst="round2SameRect">
                <a:avLst>
                  <a:gd fmla="val 1911" name="adj1"/>
                  <a:gd fmla="val 0" name="adj2"/>
                </a:avLst>
              </a:prstGeom>
              <a:solidFill>
                <a:srgbClr val="DDD0FB">
                  <a:alpha val="15000"/>
                </a:srgbClr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7" name="Google Shape;177;p13"/>
              <p:cNvSpPr/>
              <p:nvPr/>
            </p:nvSpPr>
            <p:spPr>
              <a:xfrm>
                <a:off x="233650" y="111350"/>
                <a:ext cx="8675100" cy="300000"/>
              </a:xfrm>
              <a:prstGeom prst="round2SameRect">
                <a:avLst>
                  <a:gd fmla="val 31225" name="adj1"/>
                  <a:gd fmla="val 0" name="adj2"/>
                </a:avLst>
              </a:prstGeom>
              <a:solidFill>
                <a:schemeClr val="lt2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78" name="Google Shape;178;p13"/>
            <p:cNvGrpSpPr/>
            <p:nvPr/>
          </p:nvGrpSpPr>
          <p:grpSpPr>
            <a:xfrm>
              <a:off x="8249059" y="184274"/>
              <a:ext cx="571201" cy="152149"/>
              <a:chOff x="7873475" y="173025"/>
              <a:chExt cx="645425" cy="171900"/>
            </a:xfrm>
          </p:grpSpPr>
          <p:sp>
            <p:nvSpPr>
              <p:cNvPr id="179" name="Google Shape;179;p13"/>
              <p:cNvSpPr/>
              <p:nvPr/>
            </p:nvSpPr>
            <p:spPr>
              <a:xfrm>
                <a:off x="7873475" y="173025"/>
                <a:ext cx="171600" cy="1719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0" name="Google Shape;180;p13"/>
              <p:cNvSpPr/>
              <p:nvPr/>
            </p:nvSpPr>
            <p:spPr>
              <a:xfrm>
                <a:off x="8110388" y="173025"/>
                <a:ext cx="171600" cy="171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1" name="Google Shape;181;p13"/>
              <p:cNvSpPr/>
              <p:nvPr/>
            </p:nvSpPr>
            <p:spPr>
              <a:xfrm>
                <a:off x="8347300" y="173025"/>
                <a:ext cx="171600" cy="171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182" name="Google Shape;182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3" name="Google Shape;183;p13"/>
          <p:cNvSpPr txBox="1"/>
          <p:nvPr>
            <p:ph hasCustomPrompt="1" idx="2" type="title"/>
          </p:nvPr>
        </p:nvSpPr>
        <p:spPr>
          <a:xfrm>
            <a:off x="848600" y="1202483"/>
            <a:ext cx="734700" cy="447600"/>
          </a:xfrm>
          <a:prstGeom prst="rect">
            <a:avLst/>
          </a:prstGeom>
          <a:solidFill>
            <a:schemeClr val="accent3"/>
          </a:solidFill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4" name="Google Shape;184;p13"/>
          <p:cNvSpPr txBox="1"/>
          <p:nvPr>
            <p:ph hasCustomPrompt="1" idx="3" type="title"/>
          </p:nvPr>
        </p:nvSpPr>
        <p:spPr>
          <a:xfrm>
            <a:off x="3547450" y="2389766"/>
            <a:ext cx="734700" cy="447600"/>
          </a:xfrm>
          <a:prstGeom prst="rect">
            <a:avLst/>
          </a:prstGeom>
          <a:solidFill>
            <a:schemeClr val="accent3"/>
          </a:solidFill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5" name="Google Shape;185;p13"/>
          <p:cNvSpPr txBox="1"/>
          <p:nvPr>
            <p:ph hasCustomPrompt="1" idx="4" type="title"/>
          </p:nvPr>
        </p:nvSpPr>
        <p:spPr>
          <a:xfrm>
            <a:off x="3547875" y="1202483"/>
            <a:ext cx="734700" cy="447600"/>
          </a:xfrm>
          <a:prstGeom prst="rect">
            <a:avLst/>
          </a:prstGeom>
          <a:solidFill>
            <a:schemeClr val="accent3"/>
          </a:solidFill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6" name="Google Shape;186;p13"/>
          <p:cNvSpPr txBox="1"/>
          <p:nvPr>
            <p:ph hasCustomPrompt="1" idx="5" type="title"/>
          </p:nvPr>
        </p:nvSpPr>
        <p:spPr>
          <a:xfrm>
            <a:off x="843700" y="3577116"/>
            <a:ext cx="734700" cy="447600"/>
          </a:xfrm>
          <a:prstGeom prst="rect">
            <a:avLst/>
          </a:prstGeom>
          <a:solidFill>
            <a:schemeClr val="accent3"/>
          </a:solidFill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7" name="Google Shape;187;p13"/>
          <p:cNvSpPr txBox="1"/>
          <p:nvPr>
            <p:ph hasCustomPrompt="1" idx="6" type="title"/>
          </p:nvPr>
        </p:nvSpPr>
        <p:spPr>
          <a:xfrm>
            <a:off x="848600" y="2389783"/>
            <a:ext cx="734700" cy="447600"/>
          </a:xfrm>
          <a:prstGeom prst="rect">
            <a:avLst/>
          </a:prstGeom>
          <a:solidFill>
            <a:schemeClr val="accent3"/>
          </a:solidFill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8" name="Google Shape;188;p13"/>
          <p:cNvSpPr txBox="1"/>
          <p:nvPr>
            <p:ph hasCustomPrompt="1" idx="7" type="title"/>
          </p:nvPr>
        </p:nvSpPr>
        <p:spPr>
          <a:xfrm>
            <a:off x="3542975" y="3577116"/>
            <a:ext cx="734700" cy="447600"/>
          </a:xfrm>
          <a:prstGeom prst="rect">
            <a:avLst/>
          </a:prstGeom>
          <a:solidFill>
            <a:schemeClr val="accent3"/>
          </a:solidFill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9" name="Google Shape;189;p13"/>
          <p:cNvSpPr txBox="1"/>
          <p:nvPr>
            <p:ph idx="1" type="subTitle"/>
          </p:nvPr>
        </p:nvSpPr>
        <p:spPr>
          <a:xfrm>
            <a:off x="720000" y="1800488"/>
            <a:ext cx="2305500" cy="4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0" name="Google Shape;190;p13"/>
          <p:cNvSpPr txBox="1"/>
          <p:nvPr>
            <p:ph idx="8" type="subTitle"/>
          </p:nvPr>
        </p:nvSpPr>
        <p:spPr>
          <a:xfrm>
            <a:off x="3419275" y="1800488"/>
            <a:ext cx="2305500" cy="4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1" name="Google Shape;191;p13"/>
          <p:cNvSpPr txBox="1"/>
          <p:nvPr>
            <p:ph idx="9" type="subTitle"/>
          </p:nvPr>
        </p:nvSpPr>
        <p:spPr>
          <a:xfrm>
            <a:off x="720000" y="2987788"/>
            <a:ext cx="2305500" cy="4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2" name="Google Shape;192;p13"/>
          <p:cNvSpPr txBox="1"/>
          <p:nvPr>
            <p:ph idx="13" type="subTitle"/>
          </p:nvPr>
        </p:nvSpPr>
        <p:spPr>
          <a:xfrm>
            <a:off x="3418850" y="2987834"/>
            <a:ext cx="2305500" cy="4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3" name="Google Shape;193;p13"/>
          <p:cNvSpPr txBox="1"/>
          <p:nvPr>
            <p:ph idx="14" type="subTitle"/>
          </p:nvPr>
        </p:nvSpPr>
        <p:spPr>
          <a:xfrm>
            <a:off x="715100" y="4175188"/>
            <a:ext cx="2305500" cy="4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4" name="Google Shape;194;p13"/>
          <p:cNvSpPr txBox="1"/>
          <p:nvPr>
            <p:ph idx="15" type="subTitle"/>
          </p:nvPr>
        </p:nvSpPr>
        <p:spPr>
          <a:xfrm>
            <a:off x="3414375" y="4175188"/>
            <a:ext cx="2305500" cy="4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_1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oogle Shape;196;p14"/>
          <p:cNvGrpSpPr/>
          <p:nvPr/>
        </p:nvGrpSpPr>
        <p:grpSpPr>
          <a:xfrm>
            <a:off x="233650" y="111350"/>
            <a:ext cx="8675100" cy="4932325"/>
            <a:chOff x="233650" y="111350"/>
            <a:chExt cx="8675100" cy="4932325"/>
          </a:xfrm>
        </p:grpSpPr>
        <p:grpSp>
          <p:nvGrpSpPr>
            <p:cNvPr id="197" name="Google Shape;197;p14"/>
            <p:cNvGrpSpPr/>
            <p:nvPr/>
          </p:nvGrpSpPr>
          <p:grpSpPr>
            <a:xfrm>
              <a:off x="233650" y="111350"/>
              <a:ext cx="8675100" cy="4932325"/>
              <a:chOff x="233650" y="111350"/>
              <a:chExt cx="8675100" cy="4932325"/>
            </a:xfrm>
          </p:grpSpPr>
          <p:sp>
            <p:nvSpPr>
              <p:cNvPr id="198" name="Google Shape;198;p14"/>
              <p:cNvSpPr/>
              <p:nvPr/>
            </p:nvSpPr>
            <p:spPr>
              <a:xfrm flipH="1" rot="10800000">
                <a:off x="233650" y="292875"/>
                <a:ext cx="8675100" cy="4750800"/>
              </a:xfrm>
              <a:prstGeom prst="round2SameRect">
                <a:avLst>
                  <a:gd fmla="val 1911" name="adj1"/>
                  <a:gd fmla="val 0" name="adj2"/>
                </a:avLst>
              </a:prstGeom>
              <a:solidFill>
                <a:srgbClr val="DDD0FB">
                  <a:alpha val="15000"/>
                </a:srgbClr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9" name="Google Shape;199;p14"/>
              <p:cNvSpPr/>
              <p:nvPr/>
            </p:nvSpPr>
            <p:spPr>
              <a:xfrm>
                <a:off x="233650" y="111350"/>
                <a:ext cx="8675100" cy="300000"/>
              </a:xfrm>
              <a:prstGeom prst="round2SameRect">
                <a:avLst>
                  <a:gd fmla="val 31225" name="adj1"/>
                  <a:gd fmla="val 0" name="adj2"/>
                </a:avLst>
              </a:prstGeom>
              <a:solidFill>
                <a:schemeClr val="lt2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200" name="Google Shape;200;p14"/>
            <p:cNvGrpSpPr/>
            <p:nvPr/>
          </p:nvGrpSpPr>
          <p:grpSpPr>
            <a:xfrm>
              <a:off x="8249059" y="184274"/>
              <a:ext cx="571201" cy="152149"/>
              <a:chOff x="7873475" y="173025"/>
              <a:chExt cx="645425" cy="171900"/>
            </a:xfrm>
          </p:grpSpPr>
          <p:sp>
            <p:nvSpPr>
              <p:cNvPr id="201" name="Google Shape;201;p14"/>
              <p:cNvSpPr/>
              <p:nvPr/>
            </p:nvSpPr>
            <p:spPr>
              <a:xfrm>
                <a:off x="7873475" y="173025"/>
                <a:ext cx="171600" cy="1719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2" name="Google Shape;202;p14"/>
              <p:cNvSpPr/>
              <p:nvPr/>
            </p:nvSpPr>
            <p:spPr>
              <a:xfrm>
                <a:off x="8110388" y="173025"/>
                <a:ext cx="171600" cy="171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3" name="Google Shape;203;p14"/>
              <p:cNvSpPr/>
              <p:nvPr/>
            </p:nvSpPr>
            <p:spPr>
              <a:xfrm>
                <a:off x="8347300" y="173025"/>
                <a:ext cx="171600" cy="171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204" name="Google Shape;204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Google Shape;206;p15"/>
          <p:cNvGrpSpPr/>
          <p:nvPr/>
        </p:nvGrpSpPr>
        <p:grpSpPr>
          <a:xfrm>
            <a:off x="233650" y="111350"/>
            <a:ext cx="8675100" cy="4932325"/>
            <a:chOff x="233650" y="111350"/>
            <a:chExt cx="8675100" cy="4932325"/>
          </a:xfrm>
        </p:grpSpPr>
        <p:grpSp>
          <p:nvGrpSpPr>
            <p:cNvPr id="207" name="Google Shape;207;p15"/>
            <p:cNvGrpSpPr/>
            <p:nvPr/>
          </p:nvGrpSpPr>
          <p:grpSpPr>
            <a:xfrm>
              <a:off x="233650" y="111350"/>
              <a:ext cx="8675100" cy="4932325"/>
              <a:chOff x="233650" y="111350"/>
              <a:chExt cx="8675100" cy="4932325"/>
            </a:xfrm>
          </p:grpSpPr>
          <p:sp>
            <p:nvSpPr>
              <p:cNvPr id="208" name="Google Shape;208;p15"/>
              <p:cNvSpPr/>
              <p:nvPr/>
            </p:nvSpPr>
            <p:spPr>
              <a:xfrm flipH="1" rot="10800000">
                <a:off x="233650" y="292875"/>
                <a:ext cx="8675100" cy="4750800"/>
              </a:xfrm>
              <a:prstGeom prst="round2SameRect">
                <a:avLst>
                  <a:gd fmla="val 1911" name="adj1"/>
                  <a:gd fmla="val 0" name="adj2"/>
                </a:avLst>
              </a:prstGeom>
              <a:solidFill>
                <a:srgbClr val="DDD0FB">
                  <a:alpha val="15000"/>
                </a:srgbClr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9" name="Google Shape;209;p15"/>
              <p:cNvSpPr/>
              <p:nvPr/>
            </p:nvSpPr>
            <p:spPr>
              <a:xfrm>
                <a:off x="233650" y="111350"/>
                <a:ext cx="8675100" cy="300000"/>
              </a:xfrm>
              <a:prstGeom prst="round2SameRect">
                <a:avLst>
                  <a:gd fmla="val 31225" name="adj1"/>
                  <a:gd fmla="val 0" name="adj2"/>
                </a:avLst>
              </a:prstGeom>
              <a:solidFill>
                <a:schemeClr val="lt2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210" name="Google Shape;210;p15"/>
            <p:cNvGrpSpPr/>
            <p:nvPr/>
          </p:nvGrpSpPr>
          <p:grpSpPr>
            <a:xfrm>
              <a:off x="8249059" y="184274"/>
              <a:ext cx="571201" cy="152149"/>
              <a:chOff x="7873475" y="173025"/>
              <a:chExt cx="645425" cy="171900"/>
            </a:xfrm>
          </p:grpSpPr>
          <p:sp>
            <p:nvSpPr>
              <p:cNvPr id="211" name="Google Shape;211;p15"/>
              <p:cNvSpPr/>
              <p:nvPr/>
            </p:nvSpPr>
            <p:spPr>
              <a:xfrm>
                <a:off x="7873475" y="173025"/>
                <a:ext cx="171600" cy="1719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2" name="Google Shape;212;p15"/>
              <p:cNvSpPr/>
              <p:nvPr/>
            </p:nvSpPr>
            <p:spPr>
              <a:xfrm>
                <a:off x="8110388" y="173025"/>
                <a:ext cx="171600" cy="171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3" name="Google Shape;213;p15"/>
              <p:cNvSpPr/>
              <p:nvPr/>
            </p:nvSpPr>
            <p:spPr>
              <a:xfrm>
                <a:off x="8347300" y="173025"/>
                <a:ext cx="171600" cy="171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214" name="Google Shape;214;p15"/>
          <p:cNvSpPr txBox="1"/>
          <p:nvPr>
            <p:ph idx="1" type="subTitle"/>
          </p:nvPr>
        </p:nvSpPr>
        <p:spPr>
          <a:xfrm>
            <a:off x="4572000" y="1782050"/>
            <a:ext cx="3857100" cy="14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 sz="1600"/>
            </a:lvl9pPr>
          </a:lstStyle>
          <a:p/>
        </p:txBody>
      </p:sp>
      <p:sp>
        <p:nvSpPr>
          <p:cNvPr id="215" name="Google Shape;215;p15"/>
          <p:cNvSpPr txBox="1"/>
          <p:nvPr>
            <p:ph type="title"/>
          </p:nvPr>
        </p:nvSpPr>
        <p:spPr>
          <a:xfrm>
            <a:off x="4572000" y="666871"/>
            <a:ext cx="3857100" cy="109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oogle Shape;217;p16"/>
          <p:cNvGrpSpPr/>
          <p:nvPr/>
        </p:nvGrpSpPr>
        <p:grpSpPr>
          <a:xfrm>
            <a:off x="233650" y="111350"/>
            <a:ext cx="8675100" cy="4932325"/>
            <a:chOff x="233650" y="111350"/>
            <a:chExt cx="8675100" cy="4932325"/>
          </a:xfrm>
        </p:grpSpPr>
        <p:grpSp>
          <p:nvGrpSpPr>
            <p:cNvPr id="218" name="Google Shape;218;p16"/>
            <p:cNvGrpSpPr/>
            <p:nvPr/>
          </p:nvGrpSpPr>
          <p:grpSpPr>
            <a:xfrm>
              <a:off x="233650" y="111350"/>
              <a:ext cx="8675100" cy="4932325"/>
              <a:chOff x="233650" y="111350"/>
              <a:chExt cx="8675100" cy="4932325"/>
            </a:xfrm>
          </p:grpSpPr>
          <p:sp>
            <p:nvSpPr>
              <p:cNvPr id="219" name="Google Shape;219;p16"/>
              <p:cNvSpPr/>
              <p:nvPr/>
            </p:nvSpPr>
            <p:spPr>
              <a:xfrm flipH="1" rot="10800000">
                <a:off x="233650" y="292875"/>
                <a:ext cx="8675100" cy="4750800"/>
              </a:xfrm>
              <a:prstGeom prst="round2SameRect">
                <a:avLst>
                  <a:gd fmla="val 1911" name="adj1"/>
                  <a:gd fmla="val 0" name="adj2"/>
                </a:avLst>
              </a:prstGeom>
              <a:solidFill>
                <a:srgbClr val="DDD0FB">
                  <a:alpha val="15000"/>
                </a:srgbClr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20" name="Google Shape;220;p16"/>
              <p:cNvSpPr/>
              <p:nvPr/>
            </p:nvSpPr>
            <p:spPr>
              <a:xfrm>
                <a:off x="233650" y="111350"/>
                <a:ext cx="8675100" cy="300000"/>
              </a:xfrm>
              <a:prstGeom prst="round2SameRect">
                <a:avLst>
                  <a:gd fmla="val 31225" name="adj1"/>
                  <a:gd fmla="val 0" name="adj2"/>
                </a:avLst>
              </a:prstGeom>
              <a:solidFill>
                <a:schemeClr val="lt2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221" name="Google Shape;221;p16"/>
            <p:cNvGrpSpPr/>
            <p:nvPr/>
          </p:nvGrpSpPr>
          <p:grpSpPr>
            <a:xfrm>
              <a:off x="8249059" y="184274"/>
              <a:ext cx="571201" cy="152149"/>
              <a:chOff x="7873475" y="173025"/>
              <a:chExt cx="645425" cy="171900"/>
            </a:xfrm>
          </p:grpSpPr>
          <p:sp>
            <p:nvSpPr>
              <p:cNvPr id="222" name="Google Shape;222;p16"/>
              <p:cNvSpPr/>
              <p:nvPr/>
            </p:nvSpPr>
            <p:spPr>
              <a:xfrm>
                <a:off x="7873475" y="173025"/>
                <a:ext cx="171600" cy="1719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23" name="Google Shape;223;p16"/>
              <p:cNvSpPr/>
              <p:nvPr/>
            </p:nvSpPr>
            <p:spPr>
              <a:xfrm>
                <a:off x="8110388" y="173025"/>
                <a:ext cx="171600" cy="171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24" name="Google Shape;224;p16"/>
              <p:cNvSpPr/>
              <p:nvPr/>
            </p:nvSpPr>
            <p:spPr>
              <a:xfrm>
                <a:off x="8347300" y="173025"/>
                <a:ext cx="171600" cy="171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225" name="Google Shape;225;p16"/>
          <p:cNvSpPr txBox="1"/>
          <p:nvPr>
            <p:ph idx="1" type="subTitle"/>
          </p:nvPr>
        </p:nvSpPr>
        <p:spPr>
          <a:xfrm>
            <a:off x="715100" y="2233400"/>
            <a:ext cx="3006600" cy="5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26" name="Google Shape;226;p16"/>
          <p:cNvSpPr txBox="1"/>
          <p:nvPr>
            <p:ph type="title"/>
          </p:nvPr>
        </p:nvSpPr>
        <p:spPr>
          <a:xfrm>
            <a:off x="715100" y="1098813"/>
            <a:ext cx="3006600" cy="109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7" name="Google Shape;227;p16"/>
          <p:cNvSpPr/>
          <p:nvPr>
            <p:ph idx="2" type="pic"/>
          </p:nvPr>
        </p:nvSpPr>
        <p:spPr>
          <a:xfrm>
            <a:off x="5782600" y="740600"/>
            <a:ext cx="2646300" cy="3867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6"/>
          <p:cNvSpPr/>
          <p:nvPr>
            <p:ph idx="3" type="pic"/>
          </p:nvPr>
        </p:nvSpPr>
        <p:spPr>
          <a:xfrm>
            <a:off x="830150" y="2976188"/>
            <a:ext cx="4686300" cy="1632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6"/>
          <p:cNvSpPr/>
          <p:nvPr>
            <p:ph idx="4" type="pic"/>
          </p:nvPr>
        </p:nvSpPr>
        <p:spPr>
          <a:xfrm>
            <a:off x="3951601" y="740600"/>
            <a:ext cx="1565400" cy="2002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BODY_1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17"/>
          <p:cNvGrpSpPr/>
          <p:nvPr/>
        </p:nvGrpSpPr>
        <p:grpSpPr>
          <a:xfrm>
            <a:off x="233650" y="111350"/>
            <a:ext cx="8675100" cy="4932325"/>
            <a:chOff x="233650" y="111350"/>
            <a:chExt cx="8675100" cy="4932325"/>
          </a:xfrm>
        </p:grpSpPr>
        <p:grpSp>
          <p:nvGrpSpPr>
            <p:cNvPr id="232" name="Google Shape;232;p17"/>
            <p:cNvGrpSpPr/>
            <p:nvPr/>
          </p:nvGrpSpPr>
          <p:grpSpPr>
            <a:xfrm>
              <a:off x="233650" y="111350"/>
              <a:ext cx="8675100" cy="4932325"/>
              <a:chOff x="233650" y="111350"/>
              <a:chExt cx="8675100" cy="4932325"/>
            </a:xfrm>
          </p:grpSpPr>
          <p:sp>
            <p:nvSpPr>
              <p:cNvPr id="233" name="Google Shape;233;p17"/>
              <p:cNvSpPr/>
              <p:nvPr/>
            </p:nvSpPr>
            <p:spPr>
              <a:xfrm flipH="1" rot="10800000">
                <a:off x="233650" y="292875"/>
                <a:ext cx="8675100" cy="4750800"/>
              </a:xfrm>
              <a:prstGeom prst="round2SameRect">
                <a:avLst>
                  <a:gd fmla="val 1911" name="adj1"/>
                  <a:gd fmla="val 0" name="adj2"/>
                </a:avLst>
              </a:prstGeom>
              <a:solidFill>
                <a:srgbClr val="DDD0FB">
                  <a:alpha val="15000"/>
                </a:srgbClr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4" name="Google Shape;234;p17"/>
              <p:cNvSpPr/>
              <p:nvPr/>
            </p:nvSpPr>
            <p:spPr>
              <a:xfrm>
                <a:off x="233650" y="111350"/>
                <a:ext cx="8675100" cy="300000"/>
              </a:xfrm>
              <a:prstGeom prst="round2SameRect">
                <a:avLst>
                  <a:gd fmla="val 31225" name="adj1"/>
                  <a:gd fmla="val 0" name="adj2"/>
                </a:avLst>
              </a:prstGeom>
              <a:solidFill>
                <a:schemeClr val="lt2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235" name="Google Shape;235;p17"/>
            <p:cNvGrpSpPr/>
            <p:nvPr/>
          </p:nvGrpSpPr>
          <p:grpSpPr>
            <a:xfrm>
              <a:off x="8249059" y="184274"/>
              <a:ext cx="571201" cy="152149"/>
              <a:chOff x="7873475" y="173025"/>
              <a:chExt cx="645425" cy="171900"/>
            </a:xfrm>
          </p:grpSpPr>
          <p:sp>
            <p:nvSpPr>
              <p:cNvPr id="236" name="Google Shape;236;p17"/>
              <p:cNvSpPr/>
              <p:nvPr/>
            </p:nvSpPr>
            <p:spPr>
              <a:xfrm>
                <a:off x="7873475" y="173025"/>
                <a:ext cx="171600" cy="1719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7" name="Google Shape;237;p17"/>
              <p:cNvSpPr/>
              <p:nvPr/>
            </p:nvSpPr>
            <p:spPr>
              <a:xfrm>
                <a:off x="8110388" y="173025"/>
                <a:ext cx="171600" cy="171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8" name="Google Shape;238;p17"/>
              <p:cNvSpPr/>
              <p:nvPr/>
            </p:nvSpPr>
            <p:spPr>
              <a:xfrm>
                <a:off x="8347300" y="173025"/>
                <a:ext cx="171600" cy="171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239" name="Google Shape;239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0" name="Google Shape;240;p17"/>
          <p:cNvSpPr txBox="1"/>
          <p:nvPr>
            <p:ph idx="1" type="body"/>
          </p:nvPr>
        </p:nvSpPr>
        <p:spPr>
          <a:xfrm>
            <a:off x="720000" y="1152475"/>
            <a:ext cx="3852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chivo"/>
              <a:buChar char="●"/>
              <a:defRPr sz="11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a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a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a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a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a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a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a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ato Light"/>
              <a:buChar char="■"/>
              <a:defRPr/>
            </a:lvl9pPr>
          </a:lstStyle>
          <a:p/>
        </p:txBody>
      </p:sp>
      <p:sp>
        <p:nvSpPr>
          <p:cNvPr id="241" name="Google Shape;241;p17"/>
          <p:cNvSpPr txBox="1"/>
          <p:nvPr>
            <p:ph idx="2" type="body"/>
          </p:nvPr>
        </p:nvSpPr>
        <p:spPr>
          <a:xfrm>
            <a:off x="4570850" y="1152475"/>
            <a:ext cx="3852000" cy="16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100"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oogle Shape;243;p18"/>
          <p:cNvGrpSpPr/>
          <p:nvPr/>
        </p:nvGrpSpPr>
        <p:grpSpPr>
          <a:xfrm>
            <a:off x="233650" y="111350"/>
            <a:ext cx="8675100" cy="4932325"/>
            <a:chOff x="233650" y="111350"/>
            <a:chExt cx="8675100" cy="4932325"/>
          </a:xfrm>
        </p:grpSpPr>
        <p:grpSp>
          <p:nvGrpSpPr>
            <p:cNvPr id="244" name="Google Shape;244;p18"/>
            <p:cNvGrpSpPr/>
            <p:nvPr/>
          </p:nvGrpSpPr>
          <p:grpSpPr>
            <a:xfrm>
              <a:off x="233650" y="111350"/>
              <a:ext cx="8675100" cy="4932325"/>
              <a:chOff x="233650" y="111350"/>
              <a:chExt cx="8675100" cy="4932325"/>
            </a:xfrm>
          </p:grpSpPr>
          <p:sp>
            <p:nvSpPr>
              <p:cNvPr id="245" name="Google Shape;245;p18"/>
              <p:cNvSpPr/>
              <p:nvPr/>
            </p:nvSpPr>
            <p:spPr>
              <a:xfrm flipH="1" rot="10800000">
                <a:off x="233650" y="292875"/>
                <a:ext cx="8675100" cy="4750800"/>
              </a:xfrm>
              <a:prstGeom prst="round2SameRect">
                <a:avLst>
                  <a:gd fmla="val 1911" name="adj1"/>
                  <a:gd fmla="val 0" name="adj2"/>
                </a:avLst>
              </a:prstGeom>
              <a:solidFill>
                <a:srgbClr val="DDD0FB">
                  <a:alpha val="15000"/>
                </a:srgbClr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6" name="Google Shape;246;p18"/>
              <p:cNvSpPr/>
              <p:nvPr/>
            </p:nvSpPr>
            <p:spPr>
              <a:xfrm>
                <a:off x="233650" y="111350"/>
                <a:ext cx="8675100" cy="300000"/>
              </a:xfrm>
              <a:prstGeom prst="round2SameRect">
                <a:avLst>
                  <a:gd fmla="val 31225" name="adj1"/>
                  <a:gd fmla="val 0" name="adj2"/>
                </a:avLst>
              </a:prstGeom>
              <a:solidFill>
                <a:schemeClr val="lt2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247" name="Google Shape;247;p18"/>
            <p:cNvGrpSpPr/>
            <p:nvPr/>
          </p:nvGrpSpPr>
          <p:grpSpPr>
            <a:xfrm>
              <a:off x="8249059" y="184274"/>
              <a:ext cx="571201" cy="152149"/>
              <a:chOff x="7873475" y="173025"/>
              <a:chExt cx="645425" cy="171900"/>
            </a:xfrm>
          </p:grpSpPr>
          <p:sp>
            <p:nvSpPr>
              <p:cNvPr id="248" name="Google Shape;248;p18"/>
              <p:cNvSpPr/>
              <p:nvPr/>
            </p:nvSpPr>
            <p:spPr>
              <a:xfrm>
                <a:off x="7873475" y="173025"/>
                <a:ext cx="171600" cy="1719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9" name="Google Shape;249;p18"/>
              <p:cNvSpPr/>
              <p:nvPr/>
            </p:nvSpPr>
            <p:spPr>
              <a:xfrm>
                <a:off x="8110388" y="173025"/>
                <a:ext cx="171600" cy="171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50" name="Google Shape;250;p18"/>
              <p:cNvSpPr/>
              <p:nvPr/>
            </p:nvSpPr>
            <p:spPr>
              <a:xfrm>
                <a:off x="8347300" y="173025"/>
                <a:ext cx="171600" cy="171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251" name="Google Shape;251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2" name="Google Shape;252;p18"/>
          <p:cNvSpPr txBox="1"/>
          <p:nvPr>
            <p:ph idx="1" type="subTitle"/>
          </p:nvPr>
        </p:nvSpPr>
        <p:spPr>
          <a:xfrm>
            <a:off x="1671175" y="1090975"/>
            <a:ext cx="4615500" cy="418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3" name="Google Shape;253;p18"/>
          <p:cNvSpPr txBox="1"/>
          <p:nvPr>
            <p:ph idx="2" type="subTitle"/>
          </p:nvPr>
        </p:nvSpPr>
        <p:spPr>
          <a:xfrm>
            <a:off x="1671175" y="1509175"/>
            <a:ext cx="4615500" cy="6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4" name="Google Shape;254;p18"/>
          <p:cNvSpPr txBox="1"/>
          <p:nvPr>
            <p:ph idx="3" type="subTitle"/>
          </p:nvPr>
        </p:nvSpPr>
        <p:spPr>
          <a:xfrm>
            <a:off x="1671175" y="2721353"/>
            <a:ext cx="4615500" cy="6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5" name="Google Shape;255;p18"/>
          <p:cNvSpPr txBox="1"/>
          <p:nvPr>
            <p:ph idx="4" type="subTitle"/>
          </p:nvPr>
        </p:nvSpPr>
        <p:spPr>
          <a:xfrm>
            <a:off x="1671175" y="3933500"/>
            <a:ext cx="4615500" cy="6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6" name="Google Shape;256;p18"/>
          <p:cNvSpPr txBox="1"/>
          <p:nvPr>
            <p:ph idx="5" type="subTitle"/>
          </p:nvPr>
        </p:nvSpPr>
        <p:spPr>
          <a:xfrm>
            <a:off x="1671180" y="2303138"/>
            <a:ext cx="4615500" cy="418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7" name="Google Shape;257;p18"/>
          <p:cNvSpPr txBox="1"/>
          <p:nvPr>
            <p:ph idx="6" type="subTitle"/>
          </p:nvPr>
        </p:nvSpPr>
        <p:spPr>
          <a:xfrm>
            <a:off x="1671182" y="3515300"/>
            <a:ext cx="4615500" cy="418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259;p19"/>
          <p:cNvGrpSpPr/>
          <p:nvPr/>
        </p:nvGrpSpPr>
        <p:grpSpPr>
          <a:xfrm>
            <a:off x="233650" y="111350"/>
            <a:ext cx="8675100" cy="4932325"/>
            <a:chOff x="233650" y="111350"/>
            <a:chExt cx="8675100" cy="4932325"/>
          </a:xfrm>
        </p:grpSpPr>
        <p:grpSp>
          <p:nvGrpSpPr>
            <p:cNvPr id="260" name="Google Shape;260;p19"/>
            <p:cNvGrpSpPr/>
            <p:nvPr/>
          </p:nvGrpSpPr>
          <p:grpSpPr>
            <a:xfrm>
              <a:off x="233650" y="111350"/>
              <a:ext cx="8675100" cy="4932325"/>
              <a:chOff x="233650" y="111350"/>
              <a:chExt cx="8675100" cy="4932325"/>
            </a:xfrm>
          </p:grpSpPr>
          <p:sp>
            <p:nvSpPr>
              <p:cNvPr id="261" name="Google Shape;261;p19"/>
              <p:cNvSpPr/>
              <p:nvPr/>
            </p:nvSpPr>
            <p:spPr>
              <a:xfrm flipH="1" rot="10800000">
                <a:off x="233650" y="292875"/>
                <a:ext cx="8675100" cy="4750800"/>
              </a:xfrm>
              <a:prstGeom prst="round2SameRect">
                <a:avLst>
                  <a:gd fmla="val 1911" name="adj1"/>
                  <a:gd fmla="val 0" name="adj2"/>
                </a:avLst>
              </a:prstGeom>
              <a:solidFill>
                <a:srgbClr val="DDD0FB">
                  <a:alpha val="15000"/>
                </a:srgbClr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62" name="Google Shape;262;p19"/>
              <p:cNvSpPr/>
              <p:nvPr/>
            </p:nvSpPr>
            <p:spPr>
              <a:xfrm>
                <a:off x="233650" y="111350"/>
                <a:ext cx="8675100" cy="300000"/>
              </a:xfrm>
              <a:prstGeom prst="round2SameRect">
                <a:avLst>
                  <a:gd fmla="val 31225" name="adj1"/>
                  <a:gd fmla="val 0" name="adj2"/>
                </a:avLst>
              </a:prstGeom>
              <a:solidFill>
                <a:schemeClr val="lt2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263" name="Google Shape;263;p19"/>
            <p:cNvGrpSpPr/>
            <p:nvPr/>
          </p:nvGrpSpPr>
          <p:grpSpPr>
            <a:xfrm>
              <a:off x="8249059" y="184274"/>
              <a:ext cx="571201" cy="152149"/>
              <a:chOff x="7873475" y="173025"/>
              <a:chExt cx="645425" cy="171900"/>
            </a:xfrm>
          </p:grpSpPr>
          <p:sp>
            <p:nvSpPr>
              <p:cNvPr id="264" name="Google Shape;264;p19"/>
              <p:cNvSpPr/>
              <p:nvPr/>
            </p:nvSpPr>
            <p:spPr>
              <a:xfrm>
                <a:off x="7873475" y="173025"/>
                <a:ext cx="171600" cy="1719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65" name="Google Shape;265;p19"/>
              <p:cNvSpPr/>
              <p:nvPr/>
            </p:nvSpPr>
            <p:spPr>
              <a:xfrm>
                <a:off x="8110388" y="173025"/>
                <a:ext cx="171600" cy="171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66" name="Google Shape;266;p19"/>
              <p:cNvSpPr/>
              <p:nvPr/>
            </p:nvSpPr>
            <p:spPr>
              <a:xfrm>
                <a:off x="8347300" y="173025"/>
                <a:ext cx="171600" cy="171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267" name="Google Shape;267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8" name="Google Shape;268;p19"/>
          <p:cNvSpPr txBox="1"/>
          <p:nvPr>
            <p:ph idx="1" type="subTitle"/>
          </p:nvPr>
        </p:nvSpPr>
        <p:spPr>
          <a:xfrm>
            <a:off x="2926538" y="1808975"/>
            <a:ext cx="5280300" cy="385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69" name="Google Shape;269;p19"/>
          <p:cNvSpPr txBox="1"/>
          <p:nvPr>
            <p:ph idx="2" type="subTitle"/>
          </p:nvPr>
        </p:nvSpPr>
        <p:spPr>
          <a:xfrm flipH="1">
            <a:off x="937163" y="2984587"/>
            <a:ext cx="5280300" cy="385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70" name="Google Shape;270;p19"/>
          <p:cNvSpPr txBox="1"/>
          <p:nvPr>
            <p:ph idx="3" type="subTitle"/>
          </p:nvPr>
        </p:nvSpPr>
        <p:spPr>
          <a:xfrm>
            <a:off x="2926538" y="4132100"/>
            <a:ext cx="5280300" cy="385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71" name="Google Shape;271;p19"/>
          <p:cNvSpPr txBox="1"/>
          <p:nvPr>
            <p:ph idx="4" type="subTitle"/>
          </p:nvPr>
        </p:nvSpPr>
        <p:spPr>
          <a:xfrm>
            <a:off x="2926540" y="1350275"/>
            <a:ext cx="5280300" cy="4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2" name="Google Shape;272;p19"/>
          <p:cNvSpPr txBox="1"/>
          <p:nvPr>
            <p:ph idx="5" type="subTitle"/>
          </p:nvPr>
        </p:nvSpPr>
        <p:spPr>
          <a:xfrm flipH="1">
            <a:off x="937163" y="2525887"/>
            <a:ext cx="5280300" cy="4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3" name="Google Shape;273;p19"/>
          <p:cNvSpPr txBox="1"/>
          <p:nvPr>
            <p:ph idx="6" type="subTitle"/>
          </p:nvPr>
        </p:nvSpPr>
        <p:spPr>
          <a:xfrm>
            <a:off x="2926540" y="3673410"/>
            <a:ext cx="5280300" cy="4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p20"/>
          <p:cNvGrpSpPr/>
          <p:nvPr/>
        </p:nvGrpSpPr>
        <p:grpSpPr>
          <a:xfrm>
            <a:off x="233650" y="111350"/>
            <a:ext cx="8675100" cy="4932325"/>
            <a:chOff x="233650" y="111350"/>
            <a:chExt cx="8675100" cy="4932325"/>
          </a:xfrm>
        </p:grpSpPr>
        <p:grpSp>
          <p:nvGrpSpPr>
            <p:cNvPr id="276" name="Google Shape;276;p20"/>
            <p:cNvGrpSpPr/>
            <p:nvPr/>
          </p:nvGrpSpPr>
          <p:grpSpPr>
            <a:xfrm>
              <a:off x="233650" y="111350"/>
              <a:ext cx="8675100" cy="4932325"/>
              <a:chOff x="233650" y="111350"/>
              <a:chExt cx="8675100" cy="4932325"/>
            </a:xfrm>
          </p:grpSpPr>
          <p:sp>
            <p:nvSpPr>
              <p:cNvPr id="277" name="Google Shape;277;p20"/>
              <p:cNvSpPr/>
              <p:nvPr/>
            </p:nvSpPr>
            <p:spPr>
              <a:xfrm flipH="1" rot="10800000">
                <a:off x="233650" y="292875"/>
                <a:ext cx="8675100" cy="4750800"/>
              </a:xfrm>
              <a:prstGeom prst="round2SameRect">
                <a:avLst>
                  <a:gd fmla="val 1911" name="adj1"/>
                  <a:gd fmla="val 0" name="adj2"/>
                </a:avLst>
              </a:prstGeom>
              <a:solidFill>
                <a:srgbClr val="DDD0FB">
                  <a:alpha val="15000"/>
                </a:srgbClr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8" name="Google Shape;278;p20"/>
              <p:cNvSpPr/>
              <p:nvPr/>
            </p:nvSpPr>
            <p:spPr>
              <a:xfrm>
                <a:off x="233650" y="111350"/>
                <a:ext cx="8675100" cy="300000"/>
              </a:xfrm>
              <a:prstGeom prst="round2SameRect">
                <a:avLst>
                  <a:gd fmla="val 31225" name="adj1"/>
                  <a:gd fmla="val 0" name="adj2"/>
                </a:avLst>
              </a:prstGeom>
              <a:solidFill>
                <a:schemeClr val="lt2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279" name="Google Shape;279;p20"/>
            <p:cNvGrpSpPr/>
            <p:nvPr/>
          </p:nvGrpSpPr>
          <p:grpSpPr>
            <a:xfrm>
              <a:off x="8249059" y="184274"/>
              <a:ext cx="571201" cy="152149"/>
              <a:chOff x="7873475" y="173025"/>
              <a:chExt cx="645425" cy="171900"/>
            </a:xfrm>
          </p:grpSpPr>
          <p:sp>
            <p:nvSpPr>
              <p:cNvPr id="280" name="Google Shape;280;p20"/>
              <p:cNvSpPr/>
              <p:nvPr/>
            </p:nvSpPr>
            <p:spPr>
              <a:xfrm>
                <a:off x="7873475" y="173025"/>
                <a:ext cx="171600" cy="1719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81" name="Google Shape;281;p20"/>
              <p:cNvSpPr/>
              <p:nvPr/>
            </p:nvSpPr>
            <p:spPr>
              <a:xfrm>
                <a:off x="8110388" y="173025"/>
                <a:ext cx="171600" cy="171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82" name="Google Shape;282;p20"/>
              <p:cNvSpPr/>
              <p:nvPr/>
            </p:nvSpPr>
            <p:spPr>
              <a:xfrm>
                <a:off x="8347300" y="173025"/>
                <a:ext cx="171600" cy="171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283" name="Google Shape;283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4" name="Google Shape;284;p20"/>
          <p:cNvSpPr txBox="1"/>
          <p:nvPr>
            <p:ph idx="1" type="subTitle"/>
          </p:nvPr>
        </p:nvSpPr>
        <p:spPr>
          <a:xfrm>
            <a:off x="783588" y="1306475"/>
            <a:ext cx="36804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85" name="Google Shape;285;p20"/>
          <p:cNvSpPr txBox="1"/>
          <p:nvPr>
            <p:ph idx="2" type="subTitle"/>
          </p:nvPr>
        </p:nvSpPr>
        <p:spPr>
          <a:xfrm>
            <a:off x="783589" y="1832375"/>
            <a:ext cx="36804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6" name="Google Shape;286;p20"/>
          <p:cNvSpPr txBox="1"/>
          <p:nvPr>
            <p:ph idx="3" type="subTitle"/>
          </p:nvPr>
        </p:nvSpPr>
        <p:spPr>
          <a:xfrm>
            <a:off x="4680010" y="1832375"/>
            <a:ext cx="36804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7" name="Google Shape;287;p20"/>
          <p:cNvSpPr txBox="1"/>
          <p:nvPr>
            <p:ph idx="4" type="subTitle"/>
          </p:nvPr>
        </p:nvSpPr>
        <p:spPr>
          <a:xfrm>
            <a:off x="783589" y="3580700"/>
            <a:ext cx="36804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8" name="Google Shape;288;p20"/>
          <p:cNvSpPr txBox="1"/>
          <p:nvPr>
            <p:ph idx="5" type="subTitle"/>
          </p:nvPr>
        </p:nvSpPr>
        <p:spPr>
          <a:xfrm>
            <a:off x="4680010" y="3580700"/>
            <a:ext cx="36804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9" name="Google Shape;289;p20"/>
          <p:cNvSpPr txBox="1"/>
          <p:nvPr>
            <p:ph idx="6" type="subTitle"/>
          </p:nvPr>
        </p:nvSpPr>
        <p:spPr>
          <a:xfrm>
            <a:off x="783588" y="3054800"/>
            <a:ext cx="36804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90" name="Google Shape;290;p20"/>
          <p:cNvSpPr txBox="1"/>
          <p:nvPr>
            <p:ph idx="7" type="subTitle"/>
          </p:nvPr>
        </p:nvSpPr>
        <p:spPr>
          <a:xfrm>
            <a:off x="4680007" y="1306475"/>
            <a:ext cx="36804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91" name="Google Shape;291;p20"/>
          <p:cNvSpPr txBox="1"/>
          <p:nvPr>
            <p:ph idx="8" type="subTitle"/>
          </p:nvPr>
        </p:nvSpPr>
        <p:spPr>
          <a:xfrm>
            <a:off x="4680007" y="3054800"/>
            <a:ext cx="36804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grpSp>
        <p:nvGrpSpPr>
          <p:cNvPr id="292" name="Google Shape;292;p20"/>
          <p:cNvGrpSpPr/>
          <p:nvPr/>
        </p:nvGrpSpPr>
        <p:grpSpPr>
          <a:xfrm flipH="1">
            <a:off x="8360404" y="656373"/>
            <a:ext cx="395946" cy="723077"/>
            <a:chOff x="8421918" y="1089498"/>
            <a:chExt cx="395946" cy="723077"/>
          </a:xfrm>
        </p:grpSpPr>
        <p:grpSp>
          <p:nvGrpSpPr>
            <p:cNvPr id="293" name="Google Shape;293;p20"/>
            <p:cNvGrpSpPr/>
            <p:nvPr/>
          </p:nvGrpSpPr>
          <p:grpSpPr>
            <a:xfrm>
              <a:off x="8445669" y="1439387"/>
              <a:ext cx="372195" cy="373188"/>
              <a:chOff x="5511130" y="3329361"/>
              <a:chExt cx="135000" cy="135350"/>
            </a:xfrm>
          </p:grpSpPr>
          <p:sp>
            <p:nvSpPr>
              <p:cNvPr id="294" name="Google Shape;294;p20"/>
              <p:cNvSpPr/>
              <p:nvPr/>
            </p:nvSpPr>
            <p:spPr>
              <a:xfrm>
                <a:off x="5511130" y="3329361"/>
                <a:ext cx="135000" cy="135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20"/>
              <p:cNvSpPr/>
              <p:nvPr/>
            </p:nvSpPr>
            <p:spPr>
              <a:xfrm>
                <a:off x="5555659" y="3358932"/>
                <a:ext cx="45600" cy="447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20"/>
              <p:cNvSpPr/>
              <p:nvPr/>
            </p:nvSpPr>
            <p:spPr>
              <a:xfrm>
                <a:off x="5550709" y="3412130"/>
                <a:ext cx="55661" cy="52581"/>
              </a:xfrm>
              <a:custGeom>
                <a:rect b="b" l="l" r="r" t="t"/>
                <a:pathLst>
                  <a:path extrusionOk="0" h="25" w="21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4"/>
                      <a:pt x="7" y="25"/>
                      <a:pt x="11" y="25"/>
                    </a:cubicBezTo>
                    <a:cubicBezTo>
                      <a:pt x="15" y="25"/>
                      <a:pt x="18" y="24"/>
                      <a:pt x="21" y="22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5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7" name="Google Shape;297;p20"/>
            <p:cNvGrpSpPr/>
            <p:nvPr/>
          </p:nvGrpSpPr>
          <p:grpSpPr>
            <a:xfrm>
              <a:off x="8421918" y="1089498"/>
              <a:ext cx="243759" cy="244271"/>
              <a:chOff x="5641208" y="3341378"/>
              <a:chExt cx="174300" cy="174654"/>
            </a:xfrm>
          </p:grpSpPr>
          <p:sp>
            <p:nvSpPr>
              <p:cNvPr id="298" name="Google Shape;298;p20"/>
              <p:cNvSpPr/>
              <p:nvPr/>
            </p:nvSpPr>
            <p:spPr>
              <a:xfrm>
                <a:off x="5641208" y="3341378"/>
                <a:ext cx="174300" cy="17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299;p20"/>
              <p:cNvSpPr/>
              <p:nvPr/>
            </p:nvSpPr>
            <p:spPr>
              <a:xfrm>
                <a:off x="5698669" y="3385150"/>
                <a:ext cx="58800" cy="57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" name="Google Shape;300;p20"/>
              <p:cNvSpPr/>
              <p:nvPr/>
            </p:nvSpPr>
            <p:spPr>
              <a:xfrm>
                <a:off x="5692281" y="3448182"/>
                <a:ext cx="71826" cy="67850"/>
              </a:xfrm>
              <a:custGeom>
                <a:rect b="b" l="l" r="r" t="t"/>
                <a:pathLst>
                  <a:path extrusionOk="0" h="25" w="21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4"/>
                      <a:pt x="7" y="25"/>
                      <a:pt x="11" y="25"/>
                    </a:cubicBezTo>
                    <a:cubicBezTo>
                      <a:pt x="15" y="25"/>
                      <a:pt x="18" y="24"/>
                      <a:pt x="21" y="22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5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oogle Shape;302;p21"/>
          <p:cNvGrpSpPr/>
          <p:nvPr/>
        </p:nvGrpSpPr>
        <p:grpSpPr>
          <a:xfrm>
            <a:off x="233650" y="111350"/>
            <a:ext cx="8675100" cy="4932325"/>
            <a:chOff x="233650" y="111350"/>
            <a:chExt cx="8675100" cy="4932325"/>
          </a:xfrm>
        </p:grpSpPr>
        <p:grpSp>
          <p:nvGrpSpPr>
            <p:cNvPr id="303" name="Google Shape;303;p21"/>
            <p:cNvGrpSpPr/>
            <p:nvPr/>
          </p:nvGrpSpPr>
          <p:grpSpPr>
            <a:xfrm>
              <a:off x="233650" y="111350"/>
              <a:ext cx="8675100" cy="4932325"/>
              <a:chOff x="233650" y="111350"/>
              <a:chExt cx="8675100" cy="4932325"/>
            </a:xfrm>
          </p:grpSpPr>
          <p:sp>
            <p:nvSpPr>
              <p:cNvPr id="304" name="Google Shape;304;p21"/>
              <p:cNvSpPr/>
              <p:nvPr/>
            </p:nvSpPr>
            <p:spPr>
              <a:xfrm flipH="1" rot="10800000">
                <a:off x="233650" y="292875"/>
                <a:ext cx="8675100" cy="4750800"/>
              </a:xfrm>
              <a:prstGeom prst="round2SameRect">
                <a:avLst>
                  <a:gd fmla="val 1911" name="adj1"/>
                  <a:gd fmla="val 0" name="adj2"/>
                </a:avLst>
              </a:prstGeom>
              <a:solidFill>
                <a:srgbClr val="DDD0FB">
                  <a:alpha val="15000"/>
                </a:srgbClr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5" name="Google Shape;305;p21"/>
              <p:cNvSpPr/>
              <p:nvPr/>
            </p:nvSpPr>
            <p:spPr>
              <a:xfrm>
                <a:off x="233650" y="111350"/>
                <a:ext cx="8675100" cy="300000"/>
              </a:xfrm>
              <a:prstGeom prst="round2SameRect">
                <a:avLst>
                  <a:gd fmla="val 31225" name="adj1"/>
                  <a:gd fmla="val 0" name="adj2"/>
                </a:avLst>
              </a:prstGeom>
              <a:solidFill>
                <a:schemeClr val="lt2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06" name="Google Shape;306;p21"/>
            <p:cNvGrpSpPr/>
            <p:nvPr/>
          </p:nvGrpSpPr>
          <p:grpSpPr>
            <a:xfrm>
              <a:off x="8249059" y="184274"/>
              <a:ext cx="571201" cy="152149"/>
              <a:chOff x="7873475" y="173025"/>
              <a:chExt cx="645425" cy="171900"/>
            </a:xfrm>
          </p:grpSpPr>
          <p:sp>
            <p:nvSpPr>
              <p:cNvPr id="307" name="Google Shape;307;p21"/>
              <p:cNvSpPr/>
              <p:nvPr/>
            </p:nvSpPr>
            <p:spPr>
              <a:xfrm>
                <a:off x="7873475" y="173025"/>
                <a:ext cx="171600" cy="1719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8" name="Google Shape;308;p21"/>
              <p:cNvSpPr/>
              <p:nvPr/>
            </p:nvSpPr>
            <p:spPr>
              <a:xfrm>
                <a:off x="8110388" y="173025"/>
                <a:ext cx="171600" cy="171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9" name="Google Shape;309;p21"/>
              <p:cNvSpPr/>
              <p:nvPr/>
            </p:nvSpPr>
            <p:spPr>
              <a:xfrm>
                <a:off x="8347300" y="173025"/>
                <a:ext cx="171600" cy="171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310" name="Google Shape;310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1" name="Google Shape;311;p21"/>
          <p:cNvSpPr txBox="1"/>
          <p:nvPr>
            <p:ph idx="1" type="subTitle"/>
          </p:nvPr>
        </p:nvSpPr>
        <p:spPr>
          <a:xfrm>
            <a:off x="721133" y="1872438"/>
            <a:ext cx="2459100" cy="105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2" name="Google Shape;312;p21"/>
          <p:cNvSpPr txBox="1"/>
          <p:nvPr>
            <p:ph idx="2" type="subTitle"/>
          </p:nvPr>
        </p:nvSpPr>
        <p:spPr>
          <a:xfrm>
            <a:off x="3342150" y="1872438"/>
            <a:ext cx="2459100" cy="105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3" name="Google Shape;313;p21"/>
          <p:cNvSpPr txBox="1"/>
          <p:nvPr>
            <p:ph idx="3" type="subTitle"/>
          </p:nvPr>
        </p:nvSpPr>
        <p:spPr>
          <a:xfrm>
            <a:off x="5963167" y="1872438"/>
            <a:ext cx="2459700" cy="105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4" name="Google Shape;314;p21"/>
          <p:cNvSpPr txBox="1"/>
          <p:nvPr>
            <p:ph idx="4" type="subTitle"/>
          </p:nvPr>
        </p:nvSpPr>
        <p:spPr>
          <a:xfrm>
            <a:off x="721133" y="3552800"/>
            <a:ext cx="2459100" cy="105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5" name="Google Shape;315;p21"/>
          <p:cNvSpPr txBox="1"/>
          <p:nvPr>
            <p:ph idx="5" type="subTitle"/>
          </p:nvPr>
        </p:nvSpPr>
        <p:spPr>
          <a:xfrm>
            <a:off x="3342150" y="3552800"/>
            <a:ext cx="2459100" cy="105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6" name="Google Shape;316;p21"/>
          <p:cNvSpPr txBox="1"/>
          <p:nvPr>
            <p:ph idx="6" type="subTitle"/>
          </p:nvPr>
        </p:nvSpPr>
        <p:spPr>
          <a:xfrm>
            <a:off x="5963167" y="3552800"/>
            <a:ext cx="2459700" cy="105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7" name="Google Shape;317;p21"/>
          <p:cNvSpPr txBox="1"/>
          <p:nvPr>
            <p:ph idx="7" type="subTitle"/>
          </p:nvPr>
        </p:nvSpPr>
        <p:spPr>
          <a:xfrm>
            <a:off x="721125" y="1455800"/>
            <a:ext cx="2459100" cy="419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18" name="Google Shape;318;p21"/>
          <p:cNvSpPr txBox="1"/>
          <p:nvPr>
            <p:ph idx="8" type="subTitle"/>
          </p:nvPr>
        </p:nvSpPr>
        <p:spPr>
          <a:xfrm>
            <a:off x="3342148" y="1455800"/>
            <a:ext cx="2459100" cy="419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19" name="Google Shape;319;p21"/>
          <p:cNvSpPr txBox="1"/>
          <p:nvPr>
            <p:ph idx="9" type="subTitle"/>
          </p:nvPr>
        </p:nvSpPr>
        <p:spPr>
          <a:xfrm>
            <a:off x="5963170" y="1455800"/>
            <a:ext cx="2459700" cy="419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20" name="Google Shape;320;p21"/>
          <p:cNvSpPr txBox="1"/>
          <p:nvPr>
            <p:ph idx="13" type="subTitle"/>
          </p:nvPr>
        </p:nvSpPr>
        <p:spPr>
          <a:xfrm>
            <a:off x="721125" y="3131675"/>
            <a:ext cx="2459100" cy="419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21" name="Google Shape;321;p21"/>
          <p:cNvSpPr txBox="1"/>
          <p:nvPr>
            <p:ph idx="14" type="subTitle"/>
          </p:nvPr>
        </p:nvSpPr>
        <p:spPr>
          <a:xfrm>
            <a:off x="3342231" y="3131675"/>
            <a:ext cx="2459100" cy="419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22" name="Google Shape;322;p21"/>
          <p:cNvSpPr txBox="1"/>
          <p:nvPr>
            <p:ph idx="15" type="subTitle"/>
          </p:nvPr>
        </p:nvSpPr>
        <p:spPr>
          <a:xfrm>
            <a:off x="5963470" y="3131675"/>
            <a:ext cx="2459100" cy="419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22"/>
          <p:cNvGrpSpPr/>
          <p:nvPr/>
        </p:nvGrpSpPr>
        <p:grpSpPr>
          <a:xfrm>
            <a:off x="233650" y="111350"/>
            <a:ext cx="8675100" cy="4932325"/>
            <a:chOff x="233650" y="111350"/>
            <a:chExt cx="8675100" cy="4932325"/>
          </a:xfrm>
        </p:grpSpPr>
        <p:grpSp>
          <p:nvGrpSpPr>
            <p:cNvPr id="325" name="Google Shape;325;p22"/>
            <p:cNvGrpSpPr/>
            <p:nvPr/>
          </p:nvGrpSpPr>
          <p:grpSpPr>
            <a:xfrm>
              <a:off x="233650" y="111350"/>
              <a:ext cx="8675100" cy="4932325"/>
              <a:chOff x="233650" y="111350"/>
              <a:chExt cx="8675100" cy="4932325"/>
            </a:xfrm>
          </p:grpSpPr>
          <p:sp>
            <p:nvSpPr>
              <p:cNvPr id="326" name="Google Shape;326;p22"/>
              <p:cNvSpPr/>
              <p:nvPr/>
            </p:nvSpPr>
            <p:spPr>
              <a:xfrm flipH="1" rot="10800000">
                <a:off x="233650" y="292875"/>
                <a:ext cx="8675100" cy="4750800"/>
              </a:xfrm>
              <a:prstGeom prst="round2SameRect">
                <a:avLst>
                  <a:gd fmla="val 1911" name="adj1"/>
                  <a:gd fmla="val 0" name="adj2"/>
                </a:avLst>
              </a:prstGeom>
              <a:solidFill>
                <a:srgbClr val="DDD0FB">
                  <a:alpha val="15000"/>
                </a:srgbClr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7" name="Google Shape;327;p22"/>
              <p:cNvSpPr/>
              <p:nvPr/>
            </p:nvSpPr>
            <p:spPr>
              <a:xfrm>
                <a:off x="233650" y="111350"/>
                <a:ext cx="8675100" cy="300000"/>
              </a:xfrm>
              <a:prstGeom prst="round2SameRect">
                <a:avLst>
                  <a:gd fmla="val 31225" name="adj1"/>
                  <a:gd fmla="val 0" name="adj2"/>
                </a:avLst>
              </a:prstGeom>
              <a:solidFill>
                <a:schemeClr val="lt2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28" name="Google Shape;328;p22"/>
            <p:cNvGrpSpPr/>
            <p:nvPr/>
          </p:nvGrpSpPr>
          <p:grpSpPr>
            <a:xfrm>
              <a:off x="8249059" y="184274"/>
              <a:ext cx="571201" cy="152149"/>
              <a:chOff x="7873475" y="173025"/>
              <a:chExt cx="645425" cy="171900"/>
            </a:xfrm>
          </p:grpSpPr>
          <p:sp>
            <p:nvSpPr>
              <p:cNvPr id="329" name="Google Shape;329;p22"/>
              <p:cNvSpPr/>
              <p:nvPr/>
            </p:nvSpPr>
            <p:spPr>
              <a:xfrm>
                <a:off x="7873475" y="173025"/>
                <a:ext cx="171600" cy="1719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0" name="Google Shape;330;p22"/>
              <p:cNvSpPr/>
              <p:nvPr/>
            </p:nvSpPr>
            <p:spPr>
              <a:xfrm>
                <a:off x="8110388" y="173025"/>
                <a:ext cx="171600" cy="171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1" name="Google Shape;331;p22"/>
              <p:cNvSpPr/>
              <p:nvPr/>
            </p:nvSpPr>
            <p:spPr>
              <a:xfrm>
                <a:off x="8347300" y="173025"/>
                <a:ext cx="171600" cy="171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332" name="Google Shape;332;p22"/>
          <p:cNvSpPr txBox="1"/>
          <p:nvPr>
            <p:ph type="ctrTitle"/>
          </p:nvPr>
        </p:nvSpPr>
        <p:spPr>
          <a:xfrm>
            <a:off x="715100" y="541768"/>
            <a:ext cx="43794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3" name="Google Shape;333;p22"/>
          <p:cNvSpPr txBox="1"/>
          <p:nvPr>
            <p:ph idx="1" type="subTitle"/>
          </p:nvPr>
        </p:nvSpPr>
        <p:spPr>
          <a:xfrm>
            <a:off x="715200" y="1609493"/>
            <a:ext cx="4379400" cy="11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4" name="Google Shape;334;p22"/>
          <p:cNvSpPr txBox="1"/>
          <p:nvPr/>
        </p:nvSpPr>
        <p:spPr>
          <a:xfrm>
            <a:off x="715100" y="3480950"/>
            <a:ext cx="38568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including icons by </a:t>
            </a:r>
            <a:r>
              <a:rPr b="1" lang="en" sz="10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and infographics &amp; images by </a:t>
            </a:r>
            <a:r>
              <a:rPr b="1" lang="en" sz="10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 u="sng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23"/>
          <p:cNvGrpSpPr/>
          <p:nvPr/>
        </p:nvGrpSpPr>
        <p:grpSpPr>
          <a:xfrm>
            <a:off x="233650" y="111350"/>
            <a:ext cx="8675100" cy="4932325"/>
            <a:chOff x="233650" y="111350"/>
            <a:chExt cx="8675100" cy="4932325"/>
          </a:xfrm>
        </p:grpSpPr>
        <p:grpSp>
          <p:nvGrpSpPr>
            <p:cNvPr id="337" name="Google Shape;337;p23"/>
            <p:cNvGrpSpPr/>
            <p:nvPr/>
          </p:nvGrpSpPr>
          <p:grpSpPr>
            <a:xfrm>
              <a:off x="233650" y="111350"/>
              <a:ext cx="8675100" cy="4932325"/>
              <a:chOff x="233650" y="111350"/>
              <a:chExt cx="8675100" cy="4932325"/>
            </a:xfrm>
          </p:grpSpPr>
          <p:sp>
            <p:nvSpPr>
              <p:cNvPr id="338" name="Google Shape;338;p23"/>
              <p:cNvSpPr/>
              <p:nvPr/>
            </p:nvSpPr>
            <p:spPr>
              <a:xfrm flipH="1" rot="10800000">
                <a:off x="233650" y="292875"/>
                <a:ext cx="8675100" cy="4750800"/>
              </a:xfrm>
              <a:prstGeom prst="round2SameRect">
                <a:avLst>
                  <a:gd fmla="val 1911" name="adj1"/>
                  <a:gd fmla="val 0" name="adj2"/>
                </a:avLst>
              </a:prstGeom>
              <a:solidFill>
                <a:srgbClr val="DDD0FB">
                  <a:alpha val="15000"/>
                </a:srgbClr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9" name="Google Shape;339;p23"/>
              <p:cNvSpPr/>
              <p:nvPr/>
            </p:nvSpPr>
            <p:spPr>
              <a:xfrm>
                <a:off x="233650" y="111350"/>
                <a:ext cx="8675100" cy="300000"/>
              </a:xfrm>
              <a:prstGeom prst="round2SameRect">
                <a:avLst>
                  <a:gd fmla="val 31225" name="adj1"/>
                  <a:gd fmla="val 0" name="adj2"/>
                </a:avLst>
              </a:prstGeom>
              <a:solidFill>
                <a:schemeClr val="lt2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40" name="Google Shape;340;p23"/>
            <p:cNvGrpSpPr/>
            <p:nvPr/>
          </p:nvGrpSpPr>
          <p:grpSpPr>
            <a:xfrm>
              <a:off x="8249059" y="184274"/>
              <a:ext cx="571201" cy="152149"/>
              <a:chOff x="7873475" y="173025"/>
              <a:chExt cx="645425" cy="171900"/>
            </a:xfrm>
          </p:grpSpPr>
          <p:sp>
            <p:nvSpPr>
              <p:cNvPr id="341" name="Google Shape;341;p23"/>
              <p:cNvSpPr/>
              <p:nvPr/>
            </p:nvSpPr>
            <p:spPr>
              <a:xfrm>
                <a:off x="7873475" y="173025"/>
                <a:ext cx="171600" cy="1719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2" name="Google Shape;342;p23"/>
              <p:cNvSpPr/>
              <p:nvPr/>
            </p:nvSpPr>
            <p:spPr>
              <a:xfrm>
                <a:off x="8110388" y="173025"/>
                <a:ext cx="171600" cy="171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3" name="Google Shape;343;p23"/>
              <p:cNvSpPr/>
              <p:nvPr/>
            </p:nvSpPr>
            <p:spPr>
              <a:xfrm>
                <a:off x="8347300" y="173025"/>
                <a:ext cx="171600" cy="171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344" name="Google Shape;344;p23"/>
          <p:cNvGrpSpPr/>
          <p:nvPr/>
        </p:nvGrpSpPr>
        <p:grpSpPr>
          <a:xfrm>
            <a:off x="6625302" y="2529324"/>
            <a:ext cx="1911900" cy="2079176"/>
            <a:chOff x="3285302" y="215449"/>
            <a:chExt cx="1911900" cy="2079176"/>
          </a:xfrm>
        </p:grpSpPr>
        <p:sp>
          <p:nvSpPr>
            <p:cNvPr id="345" name="Google Shape;345;p23"/>
            <p:cNvSpPr/>
            <p:nvPr/>
          </p:nvSpPr>
          <p:spPr>
            <a:xfrm>
              <a:off x="3285302" y="215449"/>
              <a:ext cx="1911900" cy="2079176"/>
            </a:xfrm>
            <a:custGeom>
              <a:rect b="b" l="l" r="r" t="t"/>
              <a:pathLst>
                <a:path extrusionOk="0" h="935" w="856">
                  <a:moveTo>
                    <a:pt x="428" y="812"/>
                  </a:moveTo>
                  <a:cubicBezTo>
                    <a:pt x="216" y="812"/>
                    <a:pt x="44" y="640"/>
                    <a:pt x="44" y="428"/>
                  </a:cubicBezTo>
                  <a:cubicBezTo>
                    <a:pt x="44" y="216"/>
                    <a:pt x="216" y="44"/>
                    <a:pt x="428" y="44"/>
                  </a:cubicBezTo>
                  <a:cubicBezTo>
                    <a:pt x="640" y="44"/>
                    <a:pt x="812" y="216"/>
                    <a:pt x="812" y="428"/>
                  </a:cubicBezTo>
                  <a:cubicBezTo>
                    <a:pt x="812" y="640"/>
                    <a:pt x="640" y="812"/>
                    <a:pt x="428" y="812"/>
                  </a:cubicBezTo>
                  <a:moveTo>
                    <a:pt x="428" y="0"/>
                  </a:moveTo>
                  <a:cubicBezTo>
                    <a:pt x="192" y="0"/>
                    <a:pt x="0" y="192"/>
                    <a:pt x="0" y="428"/>
                  </a:cubicBezTo>
                  <a:cubicBezTo>
                    <a:pt x="0" y="639"/>
                    <a:pt x="153" y="814"/>
                    <a:pt x="353" y="849"/>
                  </a:cubicBezTo>
                  <a:cubicBezTo>
                    <a:pt x="428" y="935"/>
                    <a:pt x="428" y="935"/>
                    <a:pt x="428" y="935"/>
                  </a:cubicBezTo>
                  <a:cubicBezTo>
                    <a:pt x="503" y="849"/>
                    <a:pt x="503" y="849"/>
                    <a:pt x="503" y="849"/>
                  </a:cubicBezTo>
                  <a:cubicBezTo>
                    <a:pt x="704" y="814"/>
                    <a:pt x="856" y="639"/>
                    <a:pt x="856" y="428"/>
                  </a:cubicBezTo>
                  <a:cubicBezTo>
                    <a:pt x="856" y="192"/>
                    <a:pt x="664" y="0"/>
                    <a:pt x="428" y="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23"/>
            <p:cNvSpPr/>
            <p:nvPr/>
          </p:nvSpPr>
          <p:spPr>
            <a:xfrm>
              <a:off x="3384311" y="312750"/>
              <a:ext cx="1713900" cy="1708500"/>
            </a:xfrm>
            <a:prstGeom prst="ellipse">
              <a:avLst/>
            </a:prstGeom>
            <a:solidFill>
              <a:srgbClr val="DDD0FB">
                <a:alpha val="15000"/>
              </a:srgbClr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23"/>
            <p:cNvSpPr/>
            <p:nvPr/>
          </p:nvSpPr>
          <p:spPr>
            <a:xfrm>
              <a:off x="3582329" y="1270400"/>
              <a:ext cx="324340" cy="561617"/>
            </a:xfrm>
            <a:custGeom>
              <a:rect b="b" l="l" r="r" t="t"/>
              <a:pathLst>
                <a:path extrusionOk="0" h="253" w="145">
                  <a:moveTo>
                    <a:pt x="130" y="12"/>
                  </a:moveTo>
                  <a:cubicBezTo>
                    <a:pt x="115" y="0"/>
                    <a:pt x="94" y="2"/>
                    <a:pt x="82" y="16"/>
                  </a:cubicBezTo>
                  <a:cubicBezTo>
                    <a:pt x="79" y="19"/>
                    <a:pt x="26" y="82"/>
                    <a:pt x="0" y="196"/>
                  </a:cubicBezTo>
                  <a:cubicBezTo>
                    <a:pt x="17" y="217"/>
                    <a:pt x="37" y="236"/>
                    <a:pt x="58" y="253"/>
                  </a:cubicBezTo>
                  <a:cubicBezTo>
                    <a:pt x="76" y="130"/>
                    <a:pt x="132" y="62"/>
                    <a:pt x="133" y="60"/>
                  </a:cubicBezTo>
                  <a:cubicBezTo>
                    <a:pt x="145" y="46"/>
                    <a:pt x="144" y="25"/>
                    <a:pt x="130" y="1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23"/>
            <p:cNvSpPr/>
            <p:nvPr/>
          </p:nvSpPr>
          <p:spPr>
            <a:xfrm>
              <a:off x="4582663" y="1270400"/>
              <a:ext cx="324340" cy="553081"/>
            </a:xfrm>
            <a:custGeom>
              <a:rect b="b" l="l" r="r" t="t"/>
              <a:pathLst>
                <a:path extrusionOk="0" h="249" w="145">
                  <a:moveTo>
                    <a:pt x="16" y="12"/>
                  </a:moveTo>
                  <a:cubicBezTo>
                    <a:pt x="2" y="24"/>
                    <a:pt x="0" y="46"/>
                    <a:pt x="13" y="60"/>
                  </a:cubicBezTo>
                  <a:cubicBezTo>
                    <a:pt x="13" y="61"/>
                    <a:pt x="69" y="128"/>
                    <a:pt x="87" y="249"/>
                  </a:cubicBezTo>
                  <a:cubicBezTo>
                    <a:pt x="108" y="232"/>
                    <a:pt x="128" y="213"/>
                    <a:pt x="145" y="191"/>
                  </a:cubicBezTo>
                  <a:cubicBezTo>
                    <a:pt x="119" y="80"/>
                    <a:pt x="67" y="19"/>
                    <a:pt x="64" y="16"/>
                  </a:cubicBezTo>
                  <a:cubicBezTo>
                    <a:pt x="52" y="2"/>
                    <a:pt x="31" y="0"/>
                    <a:pt x="16" y="1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23"/>
            <p:cNvSpPr/>
            <p:nvPr/>
          </p:nvSpPr>
          <p:spPr>
            <a:xfrm>
              <a:off x="4176384" y="944354"/>
              <a:ext cx="129736" cy="305561"/>
            </a:xfrm>
            <a:custGeom>
              <a:rect b="b" l="l" r="r" t="t"/>
              <a:pathLst>
                <a:path extrusionOk="0" h="137" w="58">
                  <a:moveTo>
                    <a:pt x="58" y="29"/>
                  </a:moveTo>
                  <a:cubicBezTo>
                    <a:pt x="58" y="108"/>
                    <a:pt x="58" y="108"/>
                    <a:pt x="58" y="108"/>
                  </a:cubicBezTo>
                  <a:cubicBezTo>
                    <a:pt x="58" y="124"/>
                    <a:pt x="45" y="137"/>
                    <a:pt x="29" y="137"/>
                  </a:cubicBezTo>
                  <a:cubicBezTo>
                    <a:pt x="13" y="137"/>
                    <a:pt x="0" y="124"/>
                    <a:pt x="0" y="108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23"/>
            <p:cNvSpPr/>
            <p:nvPr/>
          </p:nvSpPr>
          <p:spPr>
            <a:xfrm>
              <a:off x="4021041" y="1179926"/>
              <a:ext cx="440420" cy="187774"/>
            </a:xfrm>
            <a:custGeom>
              <a:rect b="b" l="l" r="r" t="t"/>
              <a:pathLst>
                <a:path extrusionOk="0" h="84" w="198">
                  <a:moveTo>
                    <a:pt x="156" y="84"/>
                  </a:moveTo>
                  <a:cubicBezTo>
                    <a:pt x="42" y="84"/>
                    <a:pt x="42" y="84"/>
                    <a:pt x="42" y="84"/>
                  </a:cubicBezTo>
                  <a:cubicBezTo>
                    <a:pt x="19" y="84"/>
                    <a:pt x="0" y="65"/>
                    <a:pt x="0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156" y="0"/>
                    <a:pt x="156" y="0"/>
                    <a:pt x="156" y="0"/>
                  </a:cubicBezTo>
                  <a:cubicBezTo>
                    <a:pt x="179" y="0"/>
                    <a:pt x="198" y="19"/>
                    <a:pt x="198" y="42"/>
                  </a:cubicBezTo>
                  <a:cubicBezTo>
                    <a:pt x="198" y="42"/>
                    <a:pt x="198" y="42"/>
                    <a:pt x="198" y="42"/>
                  </a:cubicBezTo>
                  <a:cubicBezTo>
                    <a:pt x="198" y="65"/>
                    <a:pt x="179" y="84"/>
                    <a:pt x="156" y="8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23"/>
            <p:cNvSpPr/>
            <p:nvPr/>
          </p:nvSpPr>
          <p:spPr>
            <a:xfrm>
              <a:off x="3776933" y="1231137"/>
              <a:ext cx="926932" cy="392619"/>
            </a:xfrm>
            <a:custGeom>
              <a:rect b="b" l="l" r="r" t="t"/>
              <a:pathLst>
                <a:path extrusionOk="0" h="176" w="415">
                  <a:moveTo>
                    <a:pt x="327" y="176"/>
                  </a:moveTo>
                  <a:cubicBezTo>
                    <a:pt x="88" y="176"/>
                    <a:pt x="88" y="176"/>
                    <a:pt x="88" y="176"/>
                  </a:cubicBezTo>
                  <a:cubicBezTo>
                    <a:pt x="40" y="176"/>
                    <a:pt x="0" y="136"/>
                    <a:pt x="0" y="8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39"/>
                    <a:pt x="40" y="0"/>
                    <a:pt x="88" y="0"/>
                  </a:cubicBezTo>
                  <a:cubicBezTo>
                    <a:pt x="327" y="0"/>
                    <a:pt x="327" y="0"/>
                    <a:pt x="327" y="0"/>
                  </a:cubicBezTo>
                  <a:cubicBezTo>
                    <a:pt x="376" y="0"/>
                    <a:pt x="415" y="39"/>
                    <a:pt x="415" y="88"/>
                  </a:cubicBezTo>
                  <a:cubicBezTo>
                    <a:pt x="415" y="88"/>
                    <a:pt x="415" y="88"/>
                    <a:pt x="415" y="88"/>
                  </a:cubicBezTo>
                  <a:cubicBezTo>
                    <a:pt x="415" y="136"/>
                    <a:pt x="376" y="176"/>
                    <a:pt x="327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23"/>
            <p:cNvSpPr/>
            <p:nvPr/>
          </p:nvSpPr>
          <p:spPr>
            <a:xfrm>
              <a:off x="4089324" y="1145785"/>
              <a:ext cx="305563" cy="128028"/>
            </a:xfrm>
            <a:custGeom>
              <a:rect b="b" l="l" r="r" t="t"/>
              <a:pathLst>
                <a:path extrusionOk="0" h="58" w="137">
                  <a:moveTo>
                    <a:pt x="108" y="58"/>
                  </a:moveTo>
                  <a:cubicBezTo>
                    <a:pt x="29" y="58"/>
                    <a:pt x="29" y="58"/>
                    <a:pt x="29" y="58"/>
                  </a:cubicBezTo>
                  <a:cubicBezTo>
                    <a:pt x="13" y="58"/>
                    <a:pt x="0" y="45"/>
                    <a:pt x="0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108" y="0"/>
                    <a:pt x="108" y="0"/>
                    <a:pt x="108" y="0"/>
                  </a:cubicBezTo>
                  <a:cubicBezTo>
                    <a:pt x="124" y="0"/>
                    <a:pt x="137" y="13"/>
                    <a:pt x="137" y="29"/>
                  </a:cubicBezTo>
                  <a:cubicBezTo>
                    <a:pt x="137" y="29"/>
                    <a:pt x="137" y="29"/>
                    <a:pt x="137" y="29"/>
                  </a:cubicBezTo>
                  <a:cubicBezTo>
                    <a:pt x="137" y="45"/>
                    <a:pt x="124" y="58"/>
                    <a:pt x="108" y="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23"/>
            <p:cNvSpPr/>
            <p:nvPr/>
          </p:nvSpPr>
          <p:spPr>
            <a:xfrm>
              <a:off x="3881063" y="1212360"/>
              <a:ext cx="716962" cy="800602"/>
            </a:xfrm>
            <a:custGeom>
              <a:rect b="b" l="l" r="r" t="t"/>
              <a:pathLst>
                <a:path extrusionOk="0" h="360" w="321">
                  <a:moveTo>
                    <a:pt x="205" y="0"/>
                  </a:moveTo>
                  <a:cubicBezTo>
                    <a:pt x="116" y="0"/>
                    <a:pt x="116" y="0"/>
                    <a:pt x="116" y="0"/>
                  </a:cubicBezTo>
                  <a:cubicBezTo>
                    <a:pt x="52" y="0"/>
                    <a:pt x="0" y="52"/>
                    <a:pt x="0" y="115"/>
                  </a:cubicBezTo>
                  <a:cubicBezTo>
                    <a:pt x="0" y="291"/>
                    <a:pt x="0" y="291"/>
                    <a:pt x="0" y="291"/>
                  </a:cubicBezTo>
                  <a:cubicBezTo>
                    <a:pt x="0" y="325"/>
                    <a:pt x="0" y="325"/>
                    <a:pt x="0" y="325"/>
                  </a:cubicBezTo>
                  <a:cubicBezTo>
                    <a:pt x="49" y="347"/>
                    <a:pt x="103" y="360"/>
                    <a:pt x="161" y="360"/>
                  </a:cubicBezTo>
                  <a:cubicBezTo>
                    <a:pt x="218" y="360"/>
                    <a:pt x="272" y="347"/>
                    <a:pt x="321" y="325"/>
                  </a:cubicBezTo>
                  <a:cubicBezTo>
                    <a:pt x="321" y="282"/>
                    <a:pt x="321" y="282"/>
                    <a:pt x="321" y="282"/>
                  </a:cubicBezTo>
                  <a:cubicBezTo>
                    <a:pt x="321" y="115"/>
                    <a:pt x="321" y="115"/>
                    <a:pt x="321" y="115"/>
                  </a:cubicBezTo>
                  <a:cubicBezTo>
                    <a:pt x="321" y="52"/>
                    <a:pt x="269" y="0"/>
                    <a:pt x="2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23"/>
            <p:cNvSpPr/>
            <p:nvPr/>
          </p:nvSpPr>
          <p:spPr>
            <a:xfrm>
              <a:off x="4162727" y="275195"/>
              <a:ext cx="158700" cy="158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23"/>
            <p:cNvSpPr/>
            <p:nvPr/>
          </p:nvSpPr>
          <p:spPr>
            <a:xfrm>
              <a:off x="4219060" y="420294"/>
              <a:ext cx="44383" cy="150219"/>
            </a:xfrm>
            <a:custGeom>
              <a:rect b="b" l="l" r="r" t="t"/>
              <a:pathLst>
                <a:path extrusionOk="0" h="68" w="20">
                  <a:moveTo>
                    <a:pt x="10" y="68"/>
                  </a:moveTo>
                  <a:cubicBezTo>
                    <a:pt x="10" y="68"/>
                    <a:pt x="10" y="68"/>
                    <a:pt x="10" y="68"/>
                  </a:cubicBezTo>
                  <a:cubicBezTo>
                    <a:pt x="5" y="68"/>
                    <a:pt x="0" y="64"/>
                    <a:pt x="0" y="58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4"/>
                    <a:pt x="5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6" y="0"/>
                    <a:pt x="20" y="4"/>
                    <a:pt x="20" y="10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4"/>
                    <a:pt x="16" y="68"/>
                    <a:pt x="10" y="6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23"/>
            <p:cNvSpPr/>
            <p:nvPr/>
          </p:nvSpPr>
          <p:spPr>
            <a:xfrm>
              <a:off x="4111516" y="486868"/>
              <a:ext cx="266301" cy="64867"/>
            </a:xfrm>
            <a:custGeom>
              <a:rect b="b" l="l" r="r" t="t"/>
              <a:pathLst>
                <a:path extrusionOk="0" h="29" w="119">
                  <a:moveTo>
                    <a:pt x="104" y="29"/>
                  </a:moveTo>
                  <a:cubicBezTo>
                    <a:pt x="15" y="29"/>
                    <a:pt x="15" y="29"/>
                    <a:pt x="15" y="29"/>
                  </a:cubicBezTo>
                  <a:cubicBezTo>
                    <a:pt x="7" y="29"/>
                    <a:pt x="0" y="22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7" y="0"/>
                    <a:pt x="15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12" y="0"/>
                    <a:pt x="119" y="6"/>
                    <a:pt x="119" y="14"/>
                  </a:cubicBezTo>
                  <a:cubicBezTo>
                    <a:pt x="119" y="14"/>
                    <a:pt x="119" y="14"/>
                    <a:pt x="119" y="14"/>
                  </a:cubicBezTo>
                  <a:cubicBezTo>
                    <a:pt x="119" y="22"/>
                    <a:pt x="112" y="29"/>
                    <a:pt x="104" y="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23"/>
            <p:cNvSpPr/>
            <p:nvPr/>
          </p:nvSpPr>
          <p:spPr>
            <a:xfrm>
              <a:off x="3677924" y="626845"/>
              <a:ext cx="928638" cy="390913"/>
            </a:xfrm>
            <a:custGeom>
              <a:rect b="b" l="l" r="r" t="t"/>
              <a:pathLst>
                <a:path extrusionOk="0" h="176" w="416">
                  <a:moveTo>
                    <a:pt x="328" y="176"/>
                  </a:moveTo>
                  <a:cubicBezTo>
                    <a:pt x="88" y="176"/>
                    <a:pt x="88" y="176"/>
                    <a:pt x="88" y="176"/>
                  </a:cubicBezTo>
                  <a:cubicBezTo>
                    <a:pt x="40" y="176"/>
                    <a:pt x="0" y="137"/>
                    <a:pt x="0" y="8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40"/>
                    <a:pt x="40" y="0"/>
                    <a:pt x="88" y="0"/>
                  </a:cubicBezTo>
                  <a:cubicBezTo>
                    <a:pt x="328" y="0"/>
                    <a:pt x="328" y="0"/>
                    <a:pt x="328" y="0"/>
                  </a:cubicBezTo>
                  <a:cubicBezTo>
                    <a:pt x="376" y="0"/>
                    <a:pt x="416" y="40"/>
                    <a:pt x="416" y="88"/>
                  </a:cubicBezTo>
                  <a:cubicBezTo>
                    <a:pt x="416" y="88"/>
                    <a:pt x="416" y="88"/>
                    <a:pt x="416" y="88"/>
                  </a:cubicBezTo>
                  <a:cubicBezTo>
                    <a:pt x="416" y="137"/>
                    <a:pt x="376" y="176"/>
                    <a:pt x="328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23"/>
            <p:cNvSpPr/>
            <p:nvPr/>
          </p:nvSpPr>
          <p:spPr>
            <a:xfrm>
              <a:off x="3857164" y="626845"/>
              <a:ext cx="926932" cy="390913"/>
            </a:xfrm>
            <a:custGeom>
              <a:rect b="b" l="l" r="r" t="t"/>
              <a:pathLst>
                <a:path extrusionOk="0" h="176" w="415">
                  <a:moveTo>
                    <a:pt x="327" y="176"/>
                  </a:moveTo>
                  <a:cubicBezTo>
                    <a:pt x="88" y="176"/>
                    <a:pt x="88" y="176"/>
                    <a:pt x="88" y="176"/>
                  </a:cubicBezTo>
                  <a:cubicBezTo>
                    <a:pt x="40" y="176"/>
                    <a:pt x="0" y="137"/>
                    <a:pt x="0" y="8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40"/>
                    <a:pt x="40" y="0"/>
                    <a:pt x="88" y="0"/>
                  </a:cubicBezTo>
                  <a:cubicBezTo>
                    <a:pt x="327" y="0"/>
                    <a:pt x="327" y="0"/>
                    <a:pt x="327" y="0"/>
                  </a:cubicBezTo>
                  <a:cubicBezTo>
                    <a:pt x="376" y="0"/>
                    <a:pt x="415" y="40"/>
                    <a:pt x="415" y="88"/>
                  </a:cubicBezTo>
                  <a:cubicBezTo>
                    <a:pt x="415" y="88"/>
                    <a:pt x="415" y="88"/>
                    <a:pt x="415" y="88"/>
                  </a:cubicBezTo>
                  <a:cubicBezTo>
                    <a:pt x="415" y="137"/>
                    <a:pt x="376" y="176"/>
                    <a:pt x="327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23"/>
            <p:cNvSpPr/>
            <p:nvPr/>
          </p:nvSpPr>
          <p:spPr>
            <a:xfrm>
              <a:off x="3759863" y="515888"/>
              <a:ext cx="964486" cy="612828"/>
            </a:xfrm>
            <a:custGeom>
              <a:rect b="b" l="l" r="r" t="t"/>
              <a:pathLst>
                <a:path extrusionOk="0" h="276" w="432">
                  <a:moveTo>
                    <a:pt x="335" y="276"/>
                  </a:moveTo>
                  <a:cubicBezTo>
                    <a:pt x="97" y="276"/>
                    <a:pt x="97" y="276"/>
                    <a:pt x="97" y="276"/>
                  </a:cubicBezTo>
                  <a:cubicBezTo>
                    <a:pt x="44" y="276"/>
                    <a:pt x="0" y="233"/>
                    <a:pt x="0" y="179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44"/>
                    <a:pt x="44" y="0"/>
                    <a:pt x="97" y="0"/>
                  </a:cubicBezTo>
                  <a:cubicBezTo>
                    <a:pt x="335" y="0"/>
                    <a:pt x="335" y="0"/>
                    <a:pt x="335" y="0"/>
                  </a:cubicBezTo>
                  <a:cubicBezTo>
                    <a:pt x="389" y="0"/>
                    <a:pt x="432" y="44"/>
                    <a:pt x="432" y="97"/>
                  </a:cubicBezTo>
                  <a:cubicBezTo>
                    <a:pt x="432" y="179"/>
                    <a:pt x="432" y="179"/>
                    <a:pt x="432" y="179"/>
                  </a:cubicBezTo>
                  <a:cubicBezTo>
                    <a:pt x="432" y="233"/>
                    <a:pt x="389" y="276"/>
                    <a:pt x="335" y="276"/>
                  </a:cubicBezTo>
                  <a:close/>
                </a:path>
              </a:pathLst>
            </a:custGeom>
            <a:solidFill>
              <a:srgbClr val="E8F7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23"/>
            <p:cNvSpPr/>
            <p:nvPr/>
          </p:nvSpPr>
          <p:spPr>
            <a:xfrm>
              <a:off x="3759863" y="515888"/>
              <a:ext cx="964486" cy="612828"/>
            </a:xfrm>
            <a:custGeom>
              <a:rect b="b" l="l" r="r" t="t"/>
              <a:pathLst>
                <a:path extrusionOk="0" h="276" w="432">
                  <a:moveTo>
                    <a:pt x="335" y="276"/>
                  </a:moveTo>
                  <a:cubicBezTo>
                    <a:pt x="97" y="276"/>
                    <a:pt x="97" y="276"/>
                    <a:pt x="97" y="276"/>
                  </a:cubicBezTo>
                  <a:cubicBezTo>
                    <a:pt x="44" y="276"/>
                    <a:pt x="0" y="233"/>
                    <a:pt x="0" y="179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44"/>
                    <a:pt x="44" y="0"/>
                    <a:pt x="97" y="0"/>
                  </a:cubicBezTo>
                  <a:cubicBezTo>
                    <a:pt x="335" y="0"/>
                    <a:pt x="335" y="0"/>
                    <a:pt x="335" y="0"/>
                  </a:cubicBezTo>
                  <a:cubicBezTo>
                    <a:pt x="389" y="0"/>
                    <a:pt x="432" y="44"/>
                    <a:pt x="432" y="97"/>
                  </a:cubicBezTo>
                  <a:cubicBezTo>
                    <a:pt x="432" y="179"/>
                    <a:pt x="432" y="179"/>
                    <a:pt x="432" y="179"/>
                  </a:cubicBezTo>
                  <a:cubicBezTo>
                    <a:pt x="432" y="233"/>
                    <a:pt x="389" y="276"/>
                    <a:pt x="335" y="27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23"/>
            <p:cNvSpPr/>
            <p:nvPr/>
          </p:nvSpPr>
          <p:spPr>
            <a:xfrm>
              <a:off x="4452076" y="925578"/>
              <a:ext cx="122908" cy="18778"/>
            </a:xfrm>
            <a:custGeom>
              <a:rect b="b" l="l" r="r" t="t"/>
              <a:pathLst>
                <a:path extrusionOk="0" h="9" w="55">
                  <a:moveTo>
                    <a:pt x="50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2" y="9"/>
                    <a:pt x="0" y="7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3" y="0"/>
                    <a:pt x="55" y="2"/>
                    <a:pt x="55" y="5"/>
                  </a:cubicBezTo>
                  <a:cubicBezTo>
                    <a:pt x="55" y="7"/>
                    <a:pt x="53" y="9"/>
                    <a:pt x="50" y="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23"/>
            <p:cNvSpPr/>
            <p:nvPr/>
          </p:nvSpPr>
          <p:spPr>
            <a:xfrm>
              <a:off x="4452076" y="966547"/>
              <a:ext cx="83646" cy="20484"/>
            </a:xfrm>
            <a:custGeom>
              <a:rect b="b" l="l" r="r" t="t"/>
              <a:pathLst>
                <a:path extrusionOk="0" h="9" w="37">
                  <a:moveTo>
                    <a:pt x="32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2" y="9"/>
                    <a:pt x="0" y="7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7" y="2"/>
                    <a:pt x="37" y="4"/>
                  </a:cubicBezTo>
                  <a:cubicBezTo>
                    <a:pt x="37" y="7"/>
                    <a:pt x="35" y="9"/>
                    <a:pt x="32" y="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23"/>
            <p:cNvSpPr/>
            <p:nvPr/>
          </p:nvSpPr>
          <p:spPr>
            <a:xfrm>
              <a:off x="3852044" y="551735"/>
              <a:ext cx="778416" cy="353358"/>
            </a:xfrm>
            <a:custGeom>
              <a:rect b="b" l="l" r="r" t="t"/>
              <a:pathLst>
                <a:path extrusionOk="0" h="159" w="348">
                  <a:moveTo>
                    <a:pt x="269" y="0"/>
                  </a:moveTo>
                  <a:cubicBezTo>
                    <a:pt x="79" y="0"/>
                    <a:pt x="79" y="0"/>
                    <a:pt x="79" y="0"/>
                  </a:cubicBezTo>
                  <a:cubicBezTo>
                    <a:pt x="36" y="0"/>
                    <a:pt x="0" y="36"/>
                    <a:pt x="0" y="79"/>
                  </a:cubicBezTo>
                  <a:cubicBezTo>
                    <a:pt x="0" y="123"/>
                    <a:pt x="36" y="159"/>
                    <a:pt x="79" y="159"/>
                  </a:cubicBezTo>
                  <a:cubicBezTo>
                    <a:pt x="269" y="159"/>
                    <a:pt x="269" y="159"/>
                    <a:pt x="269" y="159"/>
                  </a:cubicBezTo>
                  <a:cubicBezTo>
                    <a:pt x="313" y="159"/>
                    <a:pt x="348" y="123"/>
                    <a:pt x="348" y="79"/>
                  </a:cubicBezTo>
                  <a:cubicBezTo>
                    <a:pt x="348" y="36"/>
                    <a:pt x="313" y="0"/>
                    <a:pt x="2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23"/>
            <p:cNvSpPr/>
            <p:nvPr/>
          </p:nvSpPr>
          <p:spPr>
            <a:xfrm>
              <a:off x="3875942" y="573927"/>
              <a:ext cx="730619" cy="308975"/>
            </a:xfrm>
            <a:custGeom>
              <a:rect b="b" l="l" r="r" t="t"/>
              <a:pathLst>
                <a:path extrusionOk="0" h="139" w="328">
                  <a:moveTo>
                    <a:pt x="259" y="139"/>
                  </a:moveTo>
                  <a:cubicBezTo>
                    <a:pt x="69" y="139"/>
                    <a:pt x="69" y="139"/>
                    <a:pt x="69" y="139"/>
                  </a:cubicBezTo>
                  <a:cubicBezTo>
                    <a:pt x="31" y="139"/>
                    <a:pt x="0" y="107"/>
                    <a:pt x="0" y="6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31"/>
                    <a:pt x="31" y="0"/>
                    <a:pt x="69" y="0"/>
                  </a:cubicBezTo>
                  <a:cubicBezTo>
                    <a:pt x="259" y="0"/>
                    <a:pt x="259" y="0"/>
                    <a:pt x="259" y="0"/>
                  </a:cubicBezTo>
                  <a:cubicBezTo>
                    <a:pt x="297" y="0"/>
                    <a:pt x="328" y="31"/>
                    <a:pt x="328" y="69"/>
                  </a:cubicBezTo>
                  <a:cubicBezTo>
                    <a:pt x="328" y="69"/>
                    <a:pt x="328" y="69"/>
                    <a:pt x="328" y="69"/>
                  </a:cubicBezTo>
                  <a:cubicBezTo>
                    <a:pt x="328" y="107"/>
                    <a:pt x="297" y="139"/>
                    <a:pt x="259" y="1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23"/>
            <p:cNvSpPr/>
            <p:nvPr/>
          </p:nvSpPr>
          <p:spPr>
            <a:xfrm>
              <a:off x="4050062" y="618310"/>
              <a:ext cx="80400" cy="80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23"/>
            <p:cNvSpPr/>
            <p:nvPr/>
          </p:nvSpPr>
          <p:spPr>
            <a:xfrm>
              <a:off x="4347946" y="618310"/>
              <a:ext cx="80400" cy="80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23"/>
            <p:cNvSpPr/>
            <p:nvPr/>
          </p:nvSpPr>
          <p:spPr>
            <a:xfrm>
              <a:off x="4202847" y="761702"/>
              <a:ext cx="80232" cy="40969"/>
            </a:xfrm>
            <a:custGeom>
              <a:rect b="b" l="l" r="r" t="t"/>
              <a:pathLst>
                <a:path extrusionOk="0" h="18" w="36">
                  <a:moveTo>
                    <a:pt x="36" y="0"/>
                  </a:moveTo>
                  <a:cubicBezTo>
                    <a:pt x="36" y="10"/>
                    <a:pt x="28" y="18"/>
                    <a:pt x="18" y="18"/>
                  </a:cubicBezTo>
                  <a:cubicBezTo>
                    <a:pt x="8" y="18"/>
                    <a:pt x="0" y="10"/>
                    <a:pt x="0" y="0"/>
                  </a:cubicBezTo>
                  <a:lnTo>
                    <a:pt x="3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23"/>
            <p:cNvSpPr/>
            <p:nvPr/>
          </p:nvSpPr>
          <p:spPr>
            <a:xfrm>
              <a:off x="3995436" y="1376236"/>
              <a:ext cx="493339" cy="322631"/>
            </a:xfrm>
            <a:custGeom>
              <a:rect b="b" l="l" r="r" t="t"/>
              <a:pathLst>
                <a:path extrusionOk="0" h="145" w="221">
                  <a:moveTo>
                    <a:pt x="173" y="145"/>
                  </a:moveTo>
                  <a:cubicBezTo>
                    <a:pt x="48" y="145"/>
                    <a:pt x="48" y="145"/>
                    <a:pt x="48" y="145"/>
                  </a:cubicBezTo>
                  <a:cubicBezTo>
                    <a:pt x="21" y="145"/>
                    <a:pt x="0" y="123"/>
                    <a:pt x="0" y="97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22"/>
                    <a:pt x="21" y="0"/>
                    <a:pt x="48" y="0"/>
                  </a:cubicBezTo>
                  <a:cubicBezTo>
                    <a:pt x="173" y="0"/>
                    <a:pt x="173" y="0"/>
                    <a:pt x="173" y="0"/>
                  </a:cubicBezTo>
                  <a:cubicBezTo>
                    <a:pt x="199" y="0"/>
                    <a:pt x="221" y="22"/>
                    <a:pt x="221" y="48"/>
                  </a:cubicBezTo>
                  <a:cubicBezTo>
                    <a:pt x="221" y="97"/>
                    <a:pt x="221" y="97"/>
                    <a:pt x="221" y="97"/>
                  </a:cubicBezTo>
                  <a:cubicBezTo>
                    <a:pt x="221" y="123"/>
                    <a:pt x="199" y="145"/>
                    <a:pt x="173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9" name="Google Shape;369;p23"/>
          <p:cNvGrpSpPr/>
          <p:nvPr/>
        </p:nvGrpSpPr>
        <p:grpSpPr>
          <a:xfrm>
            <a:off x="6521507" y="2293424"/>
            <a:ext cx="1907382" cy="1866105"/>
            <a:chOff x="6521507" y="2293424"/>
            <a:chExt cx="1907382" cy="1866105"/>
          </a:xfrm>
        </p:grpSpPr>
        <p:grpSp>
          <p:nvGrpSpPr>
            <p:cNvPr id="370" name="Google Shape;370;p23"/>
            <p:cNvGrpSpPr/>
            <p:nvPr/>
          </p:nvGrpSpPr>
          <p:grpSpPr>
            <a:xfrm>
              <a:off x="6740641" y="2293424"/>
              <a:ext cx="480545" cy="481555"/>
              <a:chOff x="5471892" y="3290059"/>
              <a:chExt cx="174300" cy="174654"/>
            </a:xfrm>
          </p:grpSpPr>
          <p:sp>
            <p:nvSpPr>
              <p:cNvPr id="371" name="Google Shape;371;p23"/>
              <p:cNvSpPr/>
              <p:nvPr/>
            </p:nvSpPr>
            <p:spPr>
              <a:xfrm>
                <a:off x="5471892" y="3290059"/>
                <a:ext cx="174300" cy="17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" name="Google Shape;372;p23"/>
              <p:cNvSpPr/>
              <p:nvPr/>
            </p:nvSpPr>
            <p:spPr>
              <a:xfrm>
                <a:off x="5529353" y="3328218"/>
                <a:ext cx="58800" cy="5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" name="Google Shape;373;p23"/>
              <p:cNvSpPr/>
              <p:nvPr/>
            </p:nvSpPr>
            <p:spPr>
              <a:xfrm>
                <a:off x="5522965" y="3396863"/>
                <a:ext cx="71826" cy="67850"/>
              </a:xfrm>
              <a:custGeom>
                <a:rect b="b" l="l" r="r" t="t"/>
                <a:pathLst>
                  <a:path extrusionOk="0" h="25" w="21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4"/>
                      <a:pt x="7" y="25"/>
                      <a:pt x="11" y="25"/>
                    </a:cubicBezTo>
                    <a:cubicBezTo>
                      <a:pt x="15" y="25"/>
                      <a:pt x="18" y="24"/>
                      <a:pt x="21" y="22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5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4" name="Google Shape;374;p23"/>
            <p:cNvGrpSpPr/>
            <p:nvPr/>
          </p:nvGrpSpPr>
          <p:grpSpPr>
            <a:xfrm>
              <a:off x="6521507" y="3786172"/>
              <a:ext cx="372601" cy="373357"/>
              <a:chOff x="5471892" y="3290059"/>
              <a:chExt cx="174300" cy="174654"/>
            </a:xfrm>
          </p:grpSpPr>
          <p:sp>
            <p:nvSpPr>
              <p:cNvPr id="375" name="Google Shape;375;p23"/>
              <p:cNvSpPr/>
              <p:nvPr/>
            </p:nvSpPr>
            <p:spPr>
              <a:xfrm>
                <a:off x="5471892" y="3290059"/>
                <a:ext cx="174300" cy="17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23"/>
              <p:cNvSpPr/>
              <p:nvPr/>
            </p:nvSpPr>
            <p:spPr>
              <a:xfrm>
                <a:off x="5529353" y="3333831"/>
                <a:ext cx="58800" cy="5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23"/>
              <p:cNvSpPr/>
              <p:nvPr/>
            </p:nvSpPr>
            <p:spPr>
              <a:xfrm>
                <a:off x="5522965" y="3396863"/>
                <a:ext cx="71826" cy="67850"/>
              </a:xfrm>
              <a:custGeom>
                <a:rect b="b" l="l" r="r" t="t"/>
                <a:pathLst>
                  <a:path extrusionOk="0" h="25" w="21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4"/>
                      <a:pt x="7" y="25"/>
                      <a:pt x="11" y="25"/>
                    </a:cubicBezTo>
                    <a:cubicBezTo>
                      <a:pt x="15" y="25"/>
                      <a:pt x="18" y="24"/>
                      <a:pt x="21" y="22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5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8" name="Google Shape;378;p23"/>
            <p:cNvGrpSpPr/>
            <p:nvPr/>
          </p:nvGrpSpPr>
          <p:grpSpPr>
            <a:xfrm>
              <a:off x="8185131" y="2632673"/>
              <a:ext cx="243759" cy="244271"/>
              <a:chOff x="5471892" y="3290059"/>
              <a:chExt cx="174300" cy="174654"/>
            </a:xfrm>
          </p:grpSpPr>
          <p:sp>
            <p:nvSpPr>
              <p:cNvPr id="379" name="Google Shape;379;p23"/>
              <p:cNvSpPr/>
              <p:nvPr/>
            </p:nvSpPr>
            <p:spPr>
              <a:xfrm>
                <a:off x="5471892" y="3290059"/>
                <a:ext cx="174300" cy="17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0" name="Google Shape;380;p23"/>
              <p:cNvSpPr/>
              <p:nvPr/>
            </p:nvSpPr>
            <p:spPr>
              <a:xfrm>
                <a:off x="5529353" y="3333831"/>
                <a:ext cx="58800" cy="57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1" name="Google Shape;381;p23"/>
              <p:cNvSpPr/>
              <p:nvPr/>
            </p:nvSpPr>
            <p:spPr>
              <a:xfrm>
                <a:off x="5522965" y="3396863"/>
                <a:ext cx="71826" cy="67850"/>
              </a:xfrm>
              <a:custGeom>
                <a:rect b="b" l="l" r="r" t="t"/>
                <a:pathLst>
                  <a:path extrusionOk="0" h="25" w="21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4"/>
                      <a:pt x="7" y="25"/>
                      <a:pt x="11" y="25"/>
                    </a:cubicBezTo>
                    <a:cubicBezTo>
                      <a:pt x="15" y="25"/>
                      <a:pt x="18" y="24"/>
                      <a:pt x="21" y="22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5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3" name="Google Shape;383;p24"/>
          <p:cNvGrpSpPr/>
          <p:nvPr/>
        </p:nvGrpSpPr>
        <p:grpSpPr>
          <a:xfrm>
            <a:off x="233650" y="111350"/>
            <a:ext cx="8675100" cy="4932325"/>
            <a:chOff x="233650" y="111350"/>
            <a:chExt cx="8675100" cy="4932325"/>
          </a:xfrm>
        </p:grpSpPr>
        <p:grpSp>
          <p:nvGrpSpPr>
            <p:cNvPr id="384" name="Google Shape;384;p24"/>
            <p:cNvGrpSpPr/>
            <p:nvPr/>
          </p:nvGrpSpPr>
          <p:grpSpPr>
            <a:xfrm>
              <a:off x="233650" y="111350"/>
              <a:ext cx="8675100" cy="4932325"/>
              <a:chOff x="233650" y="111350"/>
              <a:chExt cx="8675100" cy="4932325"/>
            </a:xfrm>
          </p:grpSpPr>
          <p:sp>
            <p:nvSpPr>
              <p:cNvPr id="385" name="Google Shape;385;p24"/>
              <p:cNvSpPr/>
              <p:nvPr/>
            </p:nvSpPr>
            <p:spPr>
              <a:xfrm flipH="1" rot="10800000">
                <a:off x="233650" y="292875"/>
                <a:ext cx="8675100" cy="4750800"/>
              </a:xfrm>
              <a:prstGeom prst="round2SameRect">
                <a:avLst>
                  <a:gd fmla="val 1911" name="adj1"/>
                  <a:gd fmla="val 0" name="adj2"/>
                </a:avLst>
              </a:prstGeom>
              <a:solidFill>
                <a:srgbClr val="DDD0FB">
                  <a:alpha val="15000"/>
                </a:srgbClr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86" name="Google Shape;386;p24"/>
              <p:cNvSpPr/>
              <p:nvPr/>
            </p:nvSpPr>
            <p:spPr>
              <a:xfrm>
                <a:off x="233650" y="111350"/>
                <a:ext cx="8675100" cy="300000"/>
              </a:xfrm>
              <a:prstGeom prst="round2SameRect">
                <a:avLst>
                  <a:gd fmla="val 31225" name="adj1"/>
                  <a:gd fmla="val 0" name="adj2"/>
                </a:avLst>
              </a:prstGeom>
              <a:solidFill>
                <a:schemeClr val="lt2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87" name="Google Shape;387;p24"/>
            <p:cNvGrpSpPr/>
            <p:nvPr/>
          </p:nvGrpSpPr>
          <p:grpSpPr>
            <a:xfrm>
              <a:off x="8249059" y="184274"/>
              <a:ext cx="571201" cy="152149"/>
              <a:chOff x="7873475" y="173025"/>
              <a:chExt cx="645425" cy="171900"/>
            </a:xfrm>
          </p:grpSpPr>
          <p:sp>
            <p:nvSpPr>
              <p:cNvPr id="388" name="Google Shape;388;p24"/>
              <p:cNvSpPr/>
              <p:nvPr/>
            </p:nvSpPr>
            <p:spPr>
              <a:xfrm>
                <a:off x="7873475" y="173025"/>
                <a:ext cx="171600" cy="1719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89" name="Google Shape;389;p24"/>
              <p:cNvSpPr/>
              <p:nvPr/>
            </p:nvSpPr>
            <p:spPr>
              <a:xfrm>
                <a:off x="8110388" y="173025"/>
                <a:ext cx="171600" cy="171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90" name="Google Shape;390;p24"/>
              <p:cNvSpPr/>
              <p:nvPr/>
            </p:nvSpPr>
            <p:spPr>
              <a:xfrm>
                <a:off x="8347300" y="173025"/>
                <a:ext cx="171600" cy="171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391" name="Google Shape;391;p24"/>
          <p:cNvGrpSpPr/>
          <p:nvPr/>
        </p:nvGrpSpPr>
        <p:grpSpPr>
          <a:xfrm>
            <a:off x="647394" y="3479756"/>
            <a:ext cx="1954985" cy="1128744"/>
            <a:chOff x="647394" y="3479756"/>
            <a:chExt cx="1954985" cy="1128744"/>
          </a:xfrm>
        </p:grpSpPr>
        <p:sp>
          <p:nvSpPr>
            <p:cNvPr id="392" name="Google Shape;392;p24"/>
            <p:cNvSpPr/>
            <p:nvPr/>
          </p:nvSpPr>
          <p:spPr>
            <a:xfrm>
              <a:off x="647394" y="3479756"/>
              <a:ext cx="1263178" cy="369713"/>
            </a:xfrm>
            <a:custGeom>
              <a:rect b="b" l="l" r="r" t="t"/>
              <a:pathLst>
                <a:path extrusionOk="0" h="101" w="345">
                  <a:moveTo>
                    <a:pt x="304" y="0"/>
                  </a:moveTo>
                  <a:cubicBezTo>
                    <a:pt x="41" y="0"/>
                    <a:pt x="41" y="0"/>
                    <a:pt x="41" y="0"/>
                  </a:cubicBezTo>
                  <a:cubicBezTo>
                    <a:pt x="19" y="0"/>
                    <a:pt x="0" y="18"/>
                    <a:pt x="0" y="4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2"/>
                    <a:pt x="5" y="62"/>
                    <a:pt x="12" y="69"/>
                  </a:cubicBezTo>
                  <a:cubicBezTo>
                    <a:pt x="12" y="69"/>
                    <a:pt x="12" y="69"/>
                    <a:pt x="12" y="69"/>
                  </a:cubicBezTo>
                  <a:cubicBezTo>
                    <a:pt x="12" y="101"/>
                    <a:pt x="12" y="101"/>
                    <a:pt x="12" y="101"/>
                  </a:cubicBezTo>
                  <a:cubicBezTo>
                    <a:pt x="33" y="80"/>
                    <a:pt x="33" y="80"/>
                    <a:pt x="33" y="80"/>
                  </a:cubicBezTo>
                  <a:cubicBezTo>
                    <a:pt x="35" y="81"/>
                    <a:pt x="38" y="81"/>
                    <a:pt x="41" y="81"/>
                  </a:cubicBezTo>
                  <a:cubicBezTo>
                    <a:pt x="304" y="81"/>
                    <a:pt x="304" y="81"/>
                    <a:pt x="304" y="81"/>
                  </a:cubicBezTo>
                  <a:cubicBezTo>
                    <a:pt x="327" y="81"/>
                    <a:pt x="345" y="63"/>
                    <a:pt x="345" y="40"/>
                  </a:cubicBezTo>
                  <a:cubicBezTo>
                    <a:pt x="345" y="40"/>
                    <a:pt x="345" y="40"/>
                    <a:pt x="345" y="40"/>
                  </a:cubicBezTo>
                  <a:cubicBezTo>
                    <a:pt x="345" y="18"/>
                    <a:pt x="327" y="0"/>
                    <a:pt x="3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24"/>
            <p:cNvSpPr/>
            <p:nvPr/>
          </p:nvSpPr>
          <p:spPr>
            <a:xfrm>
              <a:off x="756625" y="3546977"/>
              <a:ext cx="386516" cy="30810"/>
            </a:xfrm>
            <a:custGeom>
              <a:rect b="b" l="l" r="r" t="t"/>
              <a:pathLst>
                <a:path extrusionOk="0" h="9" w="105">
                  <a:moveTo>
                    <a:pt x="101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2" y="9"/>
                    <a:pt x="0" y="7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101" y="0"/>
                    <a:pt x="101" y="0"/>
                    <a:pt x="101" y="0"/>
                  </a:cubicBezTo>
                  <a:cubicBezTo>
                    <a:pt x="103" y="0"/>
                    <a:pt x="105" y="2"/>
                    <a:pt x="105" y="4"/>
                  </a:cubicBezTo>
                  <a:cubicBezTo>
                    <a:pt x="105" y="7"/>
                    <a:pt x="103" y="9"/>
                    <a:pt x="101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24"/>
            <p:cNvSpPr/>
            <p:nvPr/>
          </p:nvSpPr>
          <p:spPr>
            <a:xfrm>
              <a:off x="1162748" y="3546977"/>
              <a:ext cx="117635" cy="30810"/>
            </a:xfrm>
            <a:custGeom>
              <a:rect b="b" l="l" r="r" t="t"/>
              <a:pathLst>
                <a:path extrusionOk="0" h="9" w="32">
                  <a:moveTo>
                    <a:pt x="28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2" y="9"/>
                    <a:pt x="0" y="7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30" y="0"/>
                    <a:pt x="32" y="2"/>
                    <a:pt x="32" y="4"/>
                  </a:cubicBezTo>
                  <a:cubicBezTo>
                    <a:pt x="32" y="7"/>
                    <a:pt x="30" y="9"/>
                    <a:pt x="28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24"/>
            <p:cNvSpPr/>
            <p:nvPr/>
          </p:nvSpPr>
          <p:spPr>
            <a:xfrm>
              <a:off x="756625" y="3670214"/>
              <a:ext cx="403321" cy="33610"/>
            </a:xfrm>
            <a:custGeom>
              <a:rect b="b" l="l" r="r" t="t"/>
              <a:pathLst>
                <a:path extrusionOk="0" h="9" w="110">
                  <a:moveTo>
                    <a:pt x="10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2" y="9"/>
                    <a:pt x="0" y="7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108" y="0"/>
                    <a:pt x="110" y="2"/>
                    <a:pt x="110" y="5"/>
                  </a:cubicBezTo>
                  <a:cubicBezTo>
                    <a:pt x="110" y="7"/>
                    <a:pt x="108" y="9"/>
                    <a:pt x="105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24"/>
            <p:cNvSpPr/>
            <p:nvPr/>
          </p:nvSpPr>
          <p:spPr>
            <a:xfrm>
              <a:off x="756625" y="3602994"/>
              <a:ext cx="117635" cy="33610"/>
            </a:xfrm>
            <a:custGeom>
              <a:rect b="b" l="l" r="r" t="t"/>
              <a:pathLst>
                <a:path extrusionOk="0" h="9" w="32">
                  <a:moveTo>
                    <a:pt x="27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2" y="9"/>
                    <a:pt x="0" y="7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30" y="0"/>
                    <a:pt x="32" y="2"/>
                    <a:pt x="32" y="5"/>
                  </a:cubicBezTo>
                  <a:cubicBezTo>
                    <a:pt x="32" y="7"/>
                    <a:pt x="30" y="9"/>
                    <a:pt x="27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24"/>
            <p:cNvSpPr/>
            <p:nvPr/>
          </p:nvSpPr>
          <p:spPr>
            <a:xfrm>
              <a:off x="1311191" y="3546977"/>
              <a:ext cx="112034" cy="30810"/>
            </a:xfrm>
            <a:custGeom>
              <a:rect b="b" l="l" r="r" t="t"/>
              <a:pathLst>
                <a:path extrusionOk="0" h="9" w="31">
                  <a:moveTo>
                    <a:pt x="27" y="9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0" y="7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9" y="0"/>
                    <a:pt x="31" y="2"/>
                    <a:pt x="31" y="4"/>
                  </a:cubicBezTo>
                  <a:cubicBezTo>
                    <a:pt x="31" y="7"/>
                    <a:pt x="29" y="9"/>
                    <a:pt x="27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24"/>
            <p:cNvSpPr/>
            <p:nvPr/>
          </p:nvSpPr>
          <p:spPr>
            <a:xfrm>
              <a:off x="1311191" y="3670214"/>
              <a:ext cx="112034" cy="33610"/>
            </a:xfrm>
            <a:custGeom>
              <a:rect b="b" l="l" r="r" t="t"/>
              <a:pathLst>
                <a:path extrusionOk="0" h="9" w="31">
                  <a:moveTo>
                    <a:pt x="27" y="9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0" y="7"/>
                    <a:pt x="0" y="5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9" y="0"/>
                    <a:pt x="31" y="2"/>
                    <a:pt x="31" y="5"/>
                  </a:cubicBezTo>
                  <a:cubicBezTo>
                    <a:pt x="31" y="7"/>
                    <a:pt x="29" y="9"/>
                    <a:pt x="27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24"/>
            <p:cNvSpPr/>
            <p:nvPr/>
          </p:nvSpPr>
          <p:spPr>
            <a:xfrm>
              <a:off x="1342001" y="3602994"/>
              <a:ext cx="436931" cy="33610"/>
            </a:xfrm>
            <a:custGeom>
              <a:rect b="b" l="l" r="r" t="t"/>
              <a:pathLst>
                <a:path extrusionOk="0" h="9" w="119">
                  <a:moveTo>
                    <a:pt x="114" y="9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0" y="7"/>
                    <a:pt x="0" y="5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7" y="0"/>
                    <a:pt x="119" y="2"/>
                    <a:pt x="119" y="5"/>
                  </a:cubicBezTo>
                  <a:cubicBezTo>
                    <a:pt x="119" y="7"/>
                    <a:pt x="117" y="9"/>
                    <a:pt x="114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24"/>
            <p:cNvSpPr/>
            <p:nvPr/>
          </p:nvSpPr>
          <p:spPr>
            <a:xfrm>
              <a:off x="952684" y="3602994"/>
              <a:ext cx="336100" cy="33610"/>
            </a:xfrm>
            <a:custGeom>
              <a:rect b="b" l="l" r="r" t="t"/>
              <a:pathLst>
                <a:path extrusionOk="0" h="9" w="92">
                  <a:moveTo>
                    <a:pt x="88" y="9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0" y="7"/>
                    <a:pt x="0" y="5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90" y="0"/>
                    <a:pt x="92" y="2"/>
                    <a:pt x="92" y="5"/>
                  </a:cubicBezTo>
                  <a:cubicBezTo>
                    <a:pt x="92" y="7"/>
                    <a:pt x="90" y="9"/>
                    <a:pt x="88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24"/>
            <p:cNvSpPr/>
            <p:nvPr/>
          </p:nvSpPr>
          <p:spPr>
            <a:xfrm>
              <a:off x="1454035" y="3546977"/>
              <a:ext cx="212864" cy="30810"/>
            </a:xfrm>
            <a:custGeom>
              <a:rect b="b" l="l" r="r" t="t"/>
              <a:pathLst>
                <a:path extrusionOk="0" h="9" w="58">
                  <a:moveTo>
                    <a:pt x="54" y="9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0" y="7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6" y="0"/>
                    <a:pt x="58" y="2"/>
                    <a:pt x="58" y="4"/>
                  </a:cubicBezTo>
                  <a:cubicBezTo>
                    <a:pt x="58" y="7"/>
                    <a:pt x="56" y="9"/>
                    <a:pt x="54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24"/>
            <p:cNvSpPr/>
            <p:nvPr/>
          </p:nvSpPr>
          <p:spPr>
            <a:xfrm>
              <a:off x="1720114" y="3546977"/>
              <a:ext cx="58818" cy="30810"/>
            </a:xfrm>
            <a:custGeom>
              <a:rect b="b" l="l" r="r" t="t"/>
              <a:pathLst>
                <a:path extrusionOk="0" h="9" w="16">
                  <a:moveTo>
                    <a:pt x="11" y="9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0" y="7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4" y="0"/>
                    <a:pt x="16" y="2"/>
                    <a:pt x="16" y="4"/>
                  </a:cubicBezTo>
                  <a:cubicBezTo>
                    <a:pt x="16" y="7"/>
                    <a:pt x="14" y="9"/>
                    <a:pt x="11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24"/>
            <p:cNvSpPr/>
            <p:nvPr/>
          </p:nvSpPr>
          <p:spPr>
            <a:xfrm>
              <a:off x="1210361" y="3670214"/>
              <a:ext cx="58818" cy="33610"/>
            </a:xfrm>
            <a:custGeom>
              <a:rect b="b" l="l" r="r" t="t"/>
              <a:pathLst>
                <a:path extrusionOk="0" h="9" w="16">
                  <a:moveTo>
                    <a:pt x="12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2" y="9"/>
                    <a:pt x="0" y="7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4" y="0"/>
                    <a:pt x="16" y="2"/>
                    <a:pt x="16" y="5"/>
                  </a:cubicBezTo>
                  <a:cubicBezTo>
                    <a:pt x="16" y="7"/>
                    <a:pt x="14" y="9"/>
                    <a:pt x="12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24"/>
            <p:cNvSpPr/>
            <p:nvPr/>
          </p:nvSpPr>
          <p:spPr>
            <a:xfrm>
              <a:off x="692207" y="3734635"/>
              <a:ext cx="3000" cy="3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24"/>
            <p:cNvSpPr/>
            <p:nvPr/>
          </p:nvSpPr>
          <p:spPr>
            <a:xfrm>
              <a:off x="1815342" y="3835465"/>
              <a:ext cx="787037" cy="366912"/>
            </a:xfrm>
            <a:custGeom>
              <a:rect b="b" l="l" r="r" t="t"/>
              <a:pathLst>
                <a:path extrusionOk="0" h="101" w="215">
                  <a:moveTo>
                    <a:pt x="41" y="0"/>
                  </a:moveTo>
                  <a:cubicBezTo>
                    <a:pt x="174" y="0"/>
                    <a:pt x="174" y="0"/>
                    <a:pt x="174" y="0"/>
                  </a:cubicBezTo>
                  <a:cubicBezTo>
                    <a:pt x="197" y="0"/>
                    <a:pt x="215" y="18"/>
                    <a:pt x="215" y="41"/>
                  </a:cubicBezTo>
                  <a:cubicBezTo>
                    <a:pt x="215" y="41"/>
                    <a:pt x="215" y="41"/>
                    <a:pt x="215" y="41"/>
                  </a:cubicBezTo>
                  <a:cubicBezTo>
                    <a:pt x="215" y="52"/>
                    <a:pt x="211" y="62"/>
                    <a:pt x="203" y="70"/>
                  </a:cubicBezTo>
                  <a:cubicBezTo>
                    <a:pt x="203" y="70"/>
                    <a:pt x="203" y="70"/>
                    <a:pt x="203" y="70"/>
                  </a:cubicBezTo>
                  <a:cubicBezTo>
                    <a:pt x="203" y="101"/>
                    <a:pt x="203" y="101"/>
                    <a:pt x="203" y="101"/>
                  </a:cubicBezTo>
                  <a:cubicBezTo>
                    <a:pt x="183" y="81"/>
                    <a:pt x="183" y="81"/>
                    <a:pt x="183" y="81"/>
                  </a:cubicBezTo>
                  <a:cubicBezTo>
                    <a:pt x="180" y="82"/>
                    <a:pt x="177" y="82"/>
                    <a:pt x="174" y="82"/>
                  </a:cubicBezTo>
                  <a:cubicBezTo>
                    <a:pt x="41" y="82"/>
                    <a:pt x="41" y="82"/>
                    <a:pt x="41" y="82"/>
                  </a:cubicBezTo>
                  <a:cubicBezTo>
                    <a:pt x="18" y="82"/>
                    <a:pt x="0" y="63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18"/>
                    <a:pt x="18" y="0"/>
                    <a:pt x="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24"/>
            <p:cNvSpPr/>
            <p:nvPr/>
          </p:nvSpPr>
          <p:spPr>
            <a:xfrm>
              <a:off x="1885364" y="3908288"/>
              <a:ext cx="114835" cy="28009"/>
            </a:xfrm>
            <a:custGeom>
              <a:rect b="b" l="l" r="r" t="t"/>
              <a:pathLst>
                <a:path extrusionOk="0" h="8" w="31">
                  <a:moveTo>
                    <a:pt x="27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9" y="0"/>
                    <a:pt x="31" y="2"/>
                    <a:pt x="31" y="4"/>
                  </a:cubicBezTo>
                  <a:cubicBezTo>
                    <a:pt x="31" y="6"/>
                    <a:pt x="29" y="8"/>
                    <a:pt x="27" y="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24"/>
            <p:cNvSpPr/>
            <p:nvPr/>
          </p:nvSpPr>
          <p:spPr>
            <a:xfrm>
              <a:off x="2028206" y="3908288"/>
              <a:ext cx="117635" cy="28009"/>
            </a:xfrm>
            <a:custGeom>
              <a:rect b="b" l="l" r="r" t="t"/>
              <a:pathLst>
                <a:path extrusionOk="0" h="8" w="32">
                  <a:moveTo>
                    <a:pt x="27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30" y="0"/>
                    <a:pt x="32" y="2"/>
                    <a:pt x="32" y="4"/>
                  </a:cubicBezTo>
                  <a:cubicBezTo>
                    <a:pt x="32" y="6"/>
                    <a:pt x="30" y="8"/>
                    <a:pt x="27" y="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24"/>
            <p:cNvSpPr/>
            <p:nvPr/>
          </p:nvSpPr>
          <p:spPr>
            <a:xfrm>
              <a:off x="2028206" y="4031525"/>
              <a:ext cx="117635" cy="33610"/>
            </a:xfrm>
            <a:custGeom>
              <a:rect b="b" l="l" r="r" t="t"/>
              <a:pathLst>
                <a:path extrusionOk="0" h="9" w="32">
                  <a:moveTo>
                    <a:pt x="27" y="9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0" y="7"/>
                    <a:pt x="0" y="5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30" y="0"/>
                    <a:pt x="32" y="2"/>
                    <a:pt x="32" y="5"/>
                  </a:cubicBezTo>
                  <a:cubicBezTo>
                    <a:pt x="32" y="7"/>
                    <a:pt x="30" y="9"/>
                    <a:pt x="27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24"/>
            <p:cNvSpPr/>
            <p:nvPr/>
          </p:nvSpPr>
          <p:spPr>
            <a:xfrm>
              <a:off x="2061816" y="3964305"/>
              <a:ext cx="434131" cy="33610"/>
            </a:xfrm>
            <a:custGeom>
              <a:rect b="b" l="l" r="r" t="t"/>
              <a:pathLst>
                <a:path extrusionOk="0" h="9" w="119">
                  <a:moveTo>
                    <a:pt x="115" y="9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0" y="7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117" y="0"/>
                    <a:pt x="119" y="2"/>
                    <a:pt x="119" y="4"/>
                  </a:cubicBezTo>
                  <a:cubicBezTo>
                    <a:pt x="119" y="7"/>
                    <a:pt x="117" y="9"/>
                    <a:pt x="115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24"/>
            <p:cNvSpPr/>
            <p:nvPr/>
          </p:nvSpPr>
          <p:spPr>
            <a:xfrm>
              <a:off x="1882562" y="3964305"/>
              <a:ext cx="123237" cy="33610"/>
            </a:xfrm>
            <a:custGeom>
              <a:rect b="b" l="l" r="r" t="t"/>
              <a:pathLst>
                <a:path extrusionOk="0" h="9" w="34">
                  <a:moveTo>
                    <a:pt x="30" y="9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0" y="7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2" y="0"/>
                    <a:pt x="34" y="2"/>
                    <a:pt x="34" y="4"/>
                  </a:cubicBezTo>
                  <a:cubicBezTo>
                    <a:pt x="34" y="7"/>
                    <a:pt x="32" y="9"/>
                    <a:pt x="30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24"/>
            <p:cNvSpPr/>
            <p:nvPr/>
          </p:nvSpPr>
          <p:spPr>
            <a:xfrm>
              <a:off x="2171049" y="3908288"/>
              <a:ext cx="215665" cy="28009"/>
            </a:xfrm>
            <a:custGeom>
              <a:rect b="b" l="l" r="r" t="t"/>
              <a:pathLst>
                <a:path extrusionOk="0" h="8" w="59">
                  <a:moveTo>
                    <a:pt x="54" y="8"/>
                  </a:moveTo>
                  <a:cubicBezTo>
                    <a:pt x="5" y="8"/>
                    <a:pt x="5" y="8"/>
                    <a:pt x="5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7" y="0"/>
                    <a:pt x="59" y="2"/>
                    <a:pt x="59" y="4"/>
                  </a:cubicBezTo>
                  <a:cubicBezTo>
                    <a:pt x="59" y="6"/>
                    <a:pt x="57" y="8"/>
                    <a:pt x="54" y="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24"/>
            <p:cNvSpPr/>
            <p:nvPr/>
          </p:nvSpPr>
          <p:spPr>
            <a:xfrm>
              <a:off x="2439930" y="3908288"/>
              <a:ext cx="56017" cy="28009"/>
            </a:xfrm>
            <a:custGeom>
              <a:rect b="b" l="l" r="r" t="t"/>
              <a:pathLst>
                <a:path extrusionOk="0" h="8" w="16">
                  <a:moveTo>
                    <a:pt x="12" y="8"/>
                  </a:moveTo>
                  <a:cubicBezTo>
                    <a:pt x="5" y="8"/>
                    <a:pt x="5" y="8"/>
                    <a:pt x="5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4" y="0"/>
                    <a:pt x="16" y="2"/>
                    <a:pt x="16" y="4"/>
                  </a:cubicBezTo>
                  <a:cubicBezTo>
                    <a:pt x="16" y="6"/>
                    <a:pt x="14" y="8"/>
                    <a:pt x="12" y="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24"/>
            <p:cNvSpPr/>
            <p:nvPr/>
          </p:nvSpPr>
          <p:spPr>
            <a:xfrm>
              <a:off x="1930177" y="4031525"/>
              <a:ext cx="58818" cy="33610"/>
            </a:xfrm>
            <a:custGeom>
              <a:rect b="b" l="l" r="r" t="t"/>
              <a:pathLst>
                <a:path extrusionOk="0" h="9" w="16">
                  <a:moveTo>
                    <a:pt x="12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2" y="9"/>
                    <a:pt x="0" y="7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4" y="0"/>
                    <a:pt x="16" y="2"/>
                    <a:pt x="16" y="5"/>
                  </a:cubicBezTo>
                  <a:cubicBezTo>
                    <a:pt x="16" y="7"/>
                    <a:pt x="14" y="9"/>
                    <a:pt x="12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24"/>
            <p:cNvSpPr/>
            <p:nvPr/>
          </p:nvSpPr>
          <p:spPr>
            <a:xfrm>
              <a:off x="2560365" y="4090342"/>
              <a:ext cx="3000" cy="3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24"/>
            <p:cNvSpPr/>
            <p:nvPr/>
          </p:nvSpPr>
          <p:spPr>
            <a:xfrm>
              <a:off x="681004" y="4238788"/>
              <a:ext cx="1512452" cy="369713"/>
            </a:xfrm>
            <a:custGeom>
              <a:rect b="b" l="l" r="r" t="t"/>
              <a:pathLst>
                <a:path extrusionOk="0" h="101" w="413">
                  <a:moveTo>
                    <a:pt x="372" y="0"/>
                  </a:moveTo>
                  <a:cubicBezTo>
                    <a:pt x="41" y="0"/>
                    <a:pt x="41" y="0"/>
                    <a:pt x="41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52"/>
                    <a:pt x="4" y="62"/>
                    <a:pt x="12" y="70"/>
                  </a:cubicBezTo>
                  <a:cubicBezTo>
                    <a:pt x="12" y="70"/>
                    <a:pt x="12" y="70"/>
                    <a:pt x="12" y="70"/>
                  </a:cubicBezTo>
                  <a:cubicBezTo>
                    <a:pt x="12" y="101"/>
                    <a:pt x="12" y="101"/>
                    <a:pt x="12" y="101"/>
                  </a:cubicBezTo>
                  <a:cubicBezTo>
                    <a:pt x="32" y="81"/>
                    <a:pt x="32" y="81"/>
                    <a:pt x="32" y="81"/>
                  </a:cubicBezTo>
                  <a:cubicBezTo>
                    <a:pt x="35" y="81"/>
                    <a:pt x="38" y="82"/>
                    <a:pt x="41" y="82"/>
                  </a:cubicBezTo>
                  <a:cubicBezTo>
                    <a:pt x="372" y="82"/>
                    <a:pt x="372" y="82"/>
                    <a:pt x="372" y="82"/>
                  </a:cubicBezTo>
                  <a:cubicBezTo>
                    <a:pt x="394" y="82"/>
                    <a:pt x="413" y="63"/>
                    <a:pt x="413" y="41"/>
                  </a:cubicBezTo>
                  <a:cubicBezTo>
                    <a:pt x="413" y="41"/>
                    <a:pt x="413" y="41"/>
                    <a:pt x="413" y="41"/>
                  </a:cubicBezTo>
                  <a:cubicBezTo>
                    <a:pt x="413" y="18"/>
                    <a:pt x="394" y="0"/>
                    <a:pt x="3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24"/>
            <p:cNvSpPr/>
            <p:nvPr/>
          </p:nvSpPr>
          <p:spPr>
            <a:xfrm>
              <a:off x="751024" y="4311610"/>
              <a:ext cx="859859" cy="33610"/>
            </a:xfrm>
            <a:custGeom>
              <a:rect b="b" l="l" r="r" t="t"/>
              <a:pathLst>
                <a:path extrusionOk="0" h="9" w="235">
                  <a:moveTo>
                    <a:pt x="230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2" y="9"/>
                    <a:pt x="0" y="7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230" y="0"/>
                    <a:pt x="230" y="0"/>
                    <a:pt x="230" y="0"/>
                  </a:cubicBezTo>
                  <a:cubicBezTo>
                    <a:pt x="233" y="0"/>
                    <a:pt x="235" y="2"/>
                    <a:pt x="235" y="4"/>
                  </a:cubicBezTo>
                  <a:cubicBezTo>
                    <a:pt x="235" y="7"/>
                    <a:pt x="233" y="9"/>
                    <a:pt x="230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24"/>
            <p:cNvSpPr/>
            <p:nvPr/>
          </p:nvSpPr>
          <p:spPr>
            <a:xfrm>
              <a:off x="1636088" y="4311610"/>
              <a:ext cx="117635" cy="33610"/>
            </a:xfrm>
            <a:custGeom>
              <a:rect b="b" l="l" r="r" t="t"/>
              <a:pathLst>
                <a:path extrusionOk="0" h="9" w="32">
                  <a:moveTo>
                    <a:pt x="27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2" y="9"/>
                    <a:pt x="0" y="7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30" y="0"/>
                    <a:pt x="32" y="2"/>
                    <a:pt x="32" y="4"/>
                  </a:cubicBezTo>
                  <a:cubicBezTo>
                    <a:pt x="32" y="7"/>
                    <a:pt x="30" y="9"/>
                    <a:pt x="27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24"/>
            <p:cNvSpPr/>
            <p:nvPr/>
          </p:nvSpPr>
          <p:spPr>
            <a:xfrm>
              <a:off x="1636088" y="4437647"/>
              <a:ext cx="305292" cy="30810"/>
            </a:xfrm>
            <a:custGeom>
              <a:rect b="b" l="l" r="r" t="t"/>
              <a:pathLst>
                <a:path extrusionOk="0" h="9" w="83">
                  <a:moveTo>
                    <a:pt x="78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2" y="9"/>
                    <a:pt x="0" y="7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1" y="0"/>
                    <a:pt x="83" y="2"/>
                    <a:pt x="83" y="5"/>
                  </a:cubicBezTo>
                  <a:cubicBezTo>
                    <a:pt x="83" y="7"/>
                    <a:pt x="81" y="9"/>
                    <a:pt x="78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24"/>
            <p:cNvSpPr/>
            <p:nvPr/>
          </p:nvSpPr>
          <p:spPr>
            <a:xfrm>
              <a:off x="1669698" y="4370427"/>
              <a:ext cx="434131" cy="33610"/>
            </a:xfrm>
            <a:custGeom>
              <a:rect b="b" l="l" r="r" t="t"/>
              <a:pathLst>
                <a:path extrusionOk="0" h="9" w="119">
                  <a:moveTo>
                    <a:pt x="115" y="9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0" y="7"/>
                    <a:pt x="0" y="5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117" y="0"/>
                    <a:pt x="119" y="2"/>
                    <a:pt x="119" y="5"/>
                  </a:cubicBezTo>
                  <a:cubicBezTo>
                    <a:pt x="119" y="7"/>
                    <a:pt x="117" y="9"/>
                    <a:pt x="115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24"/>
            <p:cNvSpPr/>
            <p:nvPr/>
          </p:nvSpPr>
          <p:spPr>
            <a:xfrm>
              <a:off x="745422" y="4370427"/>
              <a:ext cx="868260" cy="33610"/>
            </a:xfrm>
            <a:custGeom>
              <a:rect b="b" l="l" r="r" t="t"/>
              <a:pathLst>
                <a:path extrusionOk="0" h="9" w="237">
                  <a:moveTo>
                    <a:pt x="233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2" y="9"/>
                    <a:pt x="0" y="7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233" y="0"/>
                    <a:pt x="233" y="0"/>
                    <a:pt x="233" y="0"/>
                  </a:cubicBezTo>
                  <a:cubicBezTo>
                    <a:pt x="235" y="0"/>
                    <a:pt x="237" y="2"/>
                    <a:pt x="237" y="5"/>
                  </a:cubicBezTo>
                  <a:cubicBezTo>
                    <a:pt x="237" y="7"/>
                    <a:pt x="235" y="9"/>
                    <a:pt x="233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24"/>
            <p:cNvSpPr/>
            <p:nvPr/>
          </p:nvSpPr>
          <p:spPr>
            <a:xfrm>
              <a:off x="1778932" y="4311610"/>
              <a:ext cx="215665" cy="33610"/>
            </a:xfrm>
            <a:custGeom>
              <a:rect b="b" l="l" r="r" t="t"/>
              <a:pathLst>
                <a:path extrusionOk="0" h="9" w="59">
                  <a:moveTo>
                    <a:pt x="54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2" y="9"/>
                    <a:pt x="0" y="7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7" y="0"/>
                    <a:pt x="59" y="2"/>
                    <a:pt x="59" y="4"/>
                  </a:cubicBezTo>
                  <a:cubicBezTo>
                    <a:pt x="59" y="7"/>
                    <a:pt x="57" y="9"/>
                    <a:pt x="54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24"/>
            <p:cNvSpPr/>
            <p:nvPr/>
          </p:nvSpPr>
          <p:spPr>
            <a:xfrm>
              <a:off x="2047812" y="4311610"/>
              <a:ext cx="56017" cy="33610"/>
            </a:xfrm>
            <a:custGeom>
              <a:rect b="b" l="l" r="r" t="t"/>
              <a:pathLst>
                <a:path extrusionOk="0" h="9" w="16">
                  <a:moveTo>
                    <a:pt x="12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2" y="9"/>
                    <a:pt x="0" y="7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4" y="0"/>
                    <a:pt x="16" y="2"/>
                    <a:pt x="16" y="4"/>
                  </a:cubicBezTo>
                  <a:cubicBezTo>
                    <a:pt x="16" y="7"/>
                    <a:pt x="14" y="9"/>
                    <a:pt x="12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24"/>
            <p:cNvSpPr/>
            <p:nvPr/>
          </p:nvSpPr>
          <p:spPr>
            <a:xfrm>
              <a:off x="1482043" y="4437647"/>
              <a:ext cx="117635" cy="30810"/>
            </a:xfrm>
            <a:custGeom>
              <a:rect b="b" l="l" r="r" t="t"/>
              <a:pathLst>
                <a:path extrusionOk="0" h="9" w="32">
                  <a:moveTo>
                    <a:pt x="27" y="9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0" y="7"/>
                    <a:pt x="0" y="5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30" y="0"/>
                    <a:pt x="32" y="2"/>
                    <a:pt x="32" y="5"/>
                  </a:cubicBezTo>
                  <a:cubicBezTo>
                    <a:pt x="32" y="7"/>
                    <a:pt x="30" y="9"/>
                    <a:pt x="27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24"/>
            <p:cNvSpPr/>
            <p:nvPr/>
          </p:nvSpPr>
          <p:spPr>
            <a:xfrm>
              <a:off x="1991796" y="4437647"/>
              <a:ext cx="112034" cy="30810"/>
            </a:xfrm>
            <a:custGeom>
              <a:rect b="b" l="l" r="r" t="t"/>
              <a:pathLst>
                <a:path extrusionOk="0" h="9" w="31">
                  <a:moveTo>
                    <a:pt x="27" y="9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0" y="7"/>
                    <a:pt x="0" y="5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9" y="0"/>
                    <a:pt x="31" y="2"/>
                    <a:pt x="31" y="5"/>
                  </a:cubicBezTo>
                  <a:cubicBezTo>
                    <a:pt x="31" y="7"/>
                    <a:pt x="29" y="9"/>
                    <a:pt x="27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24"/>
            <p:cNvSpPr/>
            <p:nvPr/>
          </p:nvSpPr>
          <p:spPr>
            <a:xfrm>
              <a:off x="723015" y="4499266"/>
              <a:ext cx="3000" cy="3000"/>
            </a:xfrm>
            <a:prstGeom prst="rect">
              <a:avLst/>
            </a:prstGeom>
            <a:solidFill>
              <a:srgbClr val="68FCF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6" name="Google Shape;426;p24"/>
          <p:cNvGrpSpPr/>
          <p:nvPr/>
        </p:nvGrpSpPr>
        <p:grpSpPr>
          <a:xfrm>
            <a:off x="723026" y="3156319"/>
            <a:ext cx="1837349" cy="644997"/>
            <a:chOff x="723026" y="3156319"/>
            <a:chExt cx="1837349" cy="644997"/>
          </a:xfrm>
        </p:grpSpPr>
        <p:grpSp>
          <p:nvGrpSpPr>
            <p:cNvPr id="427" name="Google Shape;427;p24"/>
            <p:cNvGrpSpPr/>
            <p:nvPr/>
          </p:nvGrpSpPr>
          <p:grpSpPr>
            <a:xfrm>
              <a:off x="2297619" y="3572727"/>
              <a:ext cx="262755" cy="228589"/>
              <a:chOff x="2361400" y="2036601"/>
              <a:chExt cx="268200" cy="233373"/>
            </a:xfrm>
          </p:grpSpPr>
          <p:sp>
            <p:nvSpPr>
              <p:cNvPr id="428" name="Google Shape;428;p24"/>
              <p:cNvSpPr/>
              <p:nvPr/>
            </p:nvSpPr>
            <p:spPr>
              <a:xfrm>
                <a:off x="2465443" y="2242374"/>
                <a:ext cx="60300" cy="27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" name="Google Shape;429;p24"/>
              <p:cNvSpPr/>
              <p:nvPr/>
            </p:nvSpPr>
            <p:spPr>
              <a:xfrm>
                <a:off x="2361400" y="2036601"/>
                <a:ext cx="268200" cy="203460"/>
              </a:xfrm>
              <a:custGeom>
                <a:rect b="b" l="l" r="r" t="t"/>
                <a:pathLst>
                  <a:path extrusionOk="0" h="67" w="89">
                    <a:moveTo>
                      <a:pt x="89" y="25"/>
                    </a:moveTo>
                    <a:cubicBezTo>
                      <a:pt x="89" y="11"/>
                      <a:pt x="77" y="0"/>
                      <a:pt x="63" y="0"/>
                    </a:cubicBezTo>
                    <a:cubicBezTo>
                      <a:pt x="56" y="0"/>
                      <a:pt x="49" y="3"/>
                      <a:pt x="44" y="8"/>
                    </a:cubicBezTo>
                    <a:cubicBezTo>
                      <a:pt x="40" y="3"/>
                      <a:pt x="33" y="0"/>
                      <a:pt x="26" y="0"/>
                    </a:cubicBezTo>
                    <a:cubicBezTo>
                      <a:pt x="12" y="0"/>
                      <a:pt x="0" y="11"/>
                      <a:pt x="0" y="25"/>
                    </a:cubicBezTo>
                    <a:cubicBezTo>
                      <a:pt x="0" y="34"/>
                      <a:pt x="4" y="41"/>
                      <a:pt x="10" y="45"/>
                    </a:cubicBezTo>
                    <a:cubicBezTo>
                      <a:pt x="10" y="45"/>
                      <a:pt x="10" y="45"/>
                      <a:pt x="10" y="45"/>
                    </a:cubicBezTo>
                    <a:cubicBezTo>
                      <a:pt x="10" y="45"/>
                      <a:pt x="10" y="45"/>
                      <a:pt x="10" y="45"/>
                    </a:cubicBezTo>
                    <a:cubicBezTo>
                      <a:pt x="11" y="47"/>
                      <a:pt x="13" y="48"/>
                      <a:pt x="15" y="49"/>
                    </a:cubicBezTo>
                    <a:cubicBezTo>
                      <a:pt x="44" y="67"/>
                      <a:pt x="44" y="67"/>
                      <a:pt x="44" y="67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76" y="48"/>
                      <a:pt x="78" y="47"/>
                      <a:pt x="79" y="45"/>
                    </a:cubicBezTo>
                    <a:cubicBezTo>
                      <a:pt x="79" y="45"/>
                      <a:pt x="79" y="45"/>
                      <a:pt x="79" y="45"/>
                    </a:cubicBezTo>
                    <a:cubicBezTo>
                      <a:pt x="79" y="45"/>
                      <a:pt x="79" y="45"/>
                      <a:pt x="79" y="45"/>
                    </a:cubicBezTo>
                    <a:cubicBezTo>
                      <a:pt x="85" y="41"/>
                      <a:pt x="89" y="34"/>
                      <a:pt x="89" y="2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0" name="Google Shape;430;p24"/>
            <p:cNvGrpSpPr/>
            <p:nvPr/>
          </p:nvGrpSpPr>
          <p:grpSpPr>
            <a:xfrm>
              <a:off x="723026" y="3156319"/>
              <a:ext cx="305264" cy="298207"/>
              <a:chOff x="935775" y="406510"/>
              <a:chExt cx="484546" cy="473345"/>
            </a:xfrm>
          </p:grpSpPr>
          <p:sp>
            <p:nvSpPr>
              <p:cNvPr id="431" name="Google Shape;431;p24"/>
              <p:cNvSpPr/>
              <p:nvPr/>
            </p:nvSpPr>
            <p:spPr>
              <a:xfrm>
                <a:off x="935775" y="616575"/>
                <a:ext cx="148445" cy="238073"/>
              </a:xfrm>
              <a:custGeom>
                <a:rect b="b" l="l" r="r" t="t"/>
                <a:pathLst>
                  <a:path extrusionOk="0" h="65" w="40">
                    <a:moveTo>
                      <a:pt x="40" y="65"/>
                    </a:moveTo>
                    <a:cubicBezTo>
                      <a:pt x="0" y="65"/>
                      <a:pt x="0" y="65"/>
                      <a:pt x="0" y="65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4" y="0"/>
                      <a:pt x="10" y="0"/>
                    </a:cubicBezTo>
                    <a:cubicBezTo>
                      <a:pt x="40" y="0"/>
                      <a:pt x="40" y="0"/>
                      <a:pt x="40" y="0"/>
                    </a:cubicBezTo>
                    <a:lnTo>
                      <a:pt x="40" y="6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" name="Google Shape;432;p24"/>
              <p:cNvSpPr/>
              <p:nvPr/>
            </p:nvSpPr>
            <p:spPr>
              <a:xfrm>
                <a:off x="935775" y="616575"/>
                <a:ext cx="148445" cy="33610"/>
              </a:xfrm>
              <a:custGeom>
                <a:rect b="b" l="l" r="r" t="t"/>
                <a:pathLst>
                  <a:path extrusionOk="0" h="9" w="40">
                    <a:moveTo>
                      <a:pt x="9" y="0"/>
                    </a:moveTo>
                    <a:cubicBezTo>
                      <a:pt x="4" y="0"/>
                      <a:pt x="0" y="3"/>
                      <a:pt x="0" y="8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4" y="0"/>
                      <a:pt x="9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40" y="0"/>
                      <a:pt x="40" y="0"/>
                      <a:pt x="40" y="0"/>
                    </a:cubicBez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A6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" name="Google Shape;433;p24"/>
              <p:cNvSpPr/>
              <p:nvPr/>
            </p:nvSpPr>
            <p:spPr>
              <a:xfrm>
                <a:off x="966586" y="767821"/>
                <a:ext cx="64500" cy="6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" name="Google Shape;434;p24"/>
              <p:cNvSpPr/>
              <p:nvPr/>
            </p:nvSpPr>
            <p:spPr>
              <a:xfrm>
                <a:off x="1064614" y="406510"/>
                <a:ext cx="355707" cy="473345"/>
              </a:xfrm>
              <a:custGeom>
                <a:rect b="b" l="l" r="r" t="t"/>
                <a:pathLst>
                  <a:path extrusionOk="0" h="130" w="97">
                    <a:moveTo>
                      <a:pt x="84" y="47"/>
                    </a:moveTo>
                    <a:cubicBezTo>
                      <a:pt x="35" y="47"/>
                      <a:pt x="35" y="47"/>
                      <a:pt x="35" y="47"/>
                    </a:cubicBezTo>
                    <a:cubicBezTo>
                      <a:pt x="40" y="39"/>
                      <a:pt x="40" y="39"/>
                      <a:pt x="40" y="39"/>
                    </a:cubicBezTo>
                    <a:cubicBezTo>
                      <a:pt x="41" y="38"/>
                      <a:pt x="41" y="36"/>
                      <a:pt x="42" y="35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6" y="9"/>
                      <a:pt x="41" y="2"/>
                      <a:pt x="34" y="1"/>
                    </a:cubicBezTo>
                    <a:cubicBezTo>
                      <a:pt x="27" y="0"/>
                      <a:pt x="21" y="5"/>
                      <a:pt x="20" y="12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2" y="52"/>
                      <a:pt x="2" y="52"/>
                      <a:pt x="2" y="52"/>
                    </a:cubicBezTo>
                    <a:cubicBezTo>
                      <a:pt x="1" y="55"/>
                      <a:pt x="0" y="58"/>
                      <a:pt x="1" y="61"/>
                    </a:cubicBezTo>
                    <a:cubicBezTo>
                      <a:pt x="1" y="112"/>
                      <a:pt x="1" y="112"/>
                      <a:pt x="1" y="112"/>
                    </a:cubicBezTo>
                    <a:cubicBezTo>
                      <a:pt x="1" y="122"/>
                      <a:pt x="9" y="130"/>
                      <a:pt x="19" y="130"/>
                    </a:cubicBezTo>
                    <a:cubicBezTo>
                      <a:pt x="64" y="130"/>
                      <a:pt x="64" y="130"/>
                      <a:pt x="64" y="130"/>
                    </a:cubicBezTo>
                    <a:cubicBezTo>
                      <a:pt x="73" y="130"/>
                      <a:pt x="81" y="122"/>
                      <a:pt x="81" y="113"/>
                    </a:cubicBezTo>
                    <a:cubicBezTo>
                      <a:pt x="81" y="74"/>
                      <a:pt x="81" y="74"/>
                      <a:pt x="81" y="74"/>
                    </a:cubicBezTo>
                    <a:cubicBezTo>
                      <a:pt x="84" y="74"/>
                      <a:pt x="84" y="74"/>
                      <a:pt x="84" y="74"/>
                    </a:cubicBezTo>
                    <a:cubicBezTo>
                      <a:pt x="91" y="74"/>
                      <a:pt x="97" y="68"/>
                      <a:pt x="97" y="61"/>
                    </a:cubicBezTo>
                    <a:cubicBezTo>
                      <a:pt x="97" y="53"/>
                      <a:pt x="91" y="47"/>
                      <a:pt x="84" y="47"/>
                    </a:cubicBezTo>
                    <a:close/>
                  </a:path>
                </a:pathLst>
              </a:custGeom>
              <a:solidFill>
                <a:srgbClr val="91634B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24"/>
              <p:cNvSpPr/>
              <p:nvPr/>
            </p:nvSpPr>
            <p:spPr>
              <a:xfrm>
                <a:off x="1322291" y="675392"/>
                <a:ext cx="39212" cy="19607"/>
              </a:xfrm>
              <a:custGeom>
                <a:rect b="b" l="l" r="r" t="t"/>
                <a:pathLst>
                  <a:path extrusionOk="0" h="7" w="14">
                    <a:moveTo>
                      <a:pt x="14" y="0"/>
                    </a:moveTo>
                    <a:lnTo>
                      <a:pt x="0" y="0"/>
                    </a:lnTo>
                    <a:lnTo>
                      <a:pt x="14" y="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54392B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b="1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b="1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b="1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b="1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b="1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b="1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b="1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b="1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b="1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transition spd="med"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jpg"/><Relationship Id="rId4" Type="http://schemas.openxmlformats.org/officeDocument/2006/relationships/image" Target="../media/image5.jpg"/><Relationship Id="rId5" Type="http://schemas.openxmlformats.org/officeDocument/2006/relationships/image" Target="../media/image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5"/>
          <p:cNvSpPr txBox="1"/>
          <p:nvPr>
            <p:ph type="ctrTitle"/>
          </p:nvPr>
        </p:nvSpPr>
        <p:spPr>
          <a:xfrm>
            <a:off x="479520" y="1573375"/>
            <a:ext cx="5260800" cy="144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Création d’un chatbot mobile intelligent sans programmation</a:t>
            </a:r>
            <a:endParaRPr sz="3600"/>
          </a:p>
        </p:txBody>
      </p:sp>
      <p:sp>
        <p:nvSpPr>
          <p:cNvPr id="441" name="Google Shape;441;p25"/>
          <p:cNvSpPr txBox="1"/>
          <p:nvPr>
            <p:ph idx="1" type="subTitle"/>
          </p:nvPr>
        </p:nvSpPr>
        <p:spPr>
          <a:xfrm>
            <a:off x="613725" y="3123475"/>
            <a:ext cx="2379900" cy="36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r>
              <a:rPr lang="en"/>
              <a:t>résentée</a:t>
            </a:r>
            <a:r>
              <a:rPr lang="en"/>
              <a:t> par</a:t>
            </a:r>
            <a:endParaRPr/>
          </a:p>
        </p:txBody>
      </p:sp>
      <p:grpSp>
        <p:nvGrpSpPr>
          <p:cNvPr id="442" name="Google Shape;442;p25"/>
          <p:cNvGrpSpPr/>
          <p:nvPr/>
        </p:nvGrpSpPr>
        <p:grpSpPr>
          <a:xfrm>
            <a:off x="5689091" y="813523"/>
            <a:ext cx="2739808" cy="3563253"/>
            <a:chOff x="5689091" y="813523"/>
            <a:chExt cx="2739808" cy="3563253"/>
          </a:xfrm>
        </p:grpSpPr>
        <p:grpSp>
          <p:nvGrpSpPr>
            <p:cNvPr id="443" name="Google Shape;443;p25"/>
            <p:cNvGrpSpPr/>
            <p:nvPr/>
          </p:nvGrpSpPr>
          <p:grpSpPr>
            <a:xfrm>
              <a:off x="5808537" y="1251675"/>
              <a:ext cx="2620362" cy="3125101"/>
              <a:chOff x="6136237" y="1068375"/>
              <a:chExt cx="2620362" cy="3125101"/>
            </a:xfrm>
          </p:grpSpPr>
          <p:sp>
            <p:nvSpPr>
              <p:cNvPr id="444" name="Google Shape;444;p25"/>
              <p:cNvSpPr/>
              <p:nvPr/>
            </p:nvSpPr>
            <p:spPr>
              <a:xfrm>
                <a:off x="7000525" y="1275929"/>
                <a:ext cx="1756075" cy="2917547"/>
              </a:xfrm>
              <a:custGeom>
                <a:rect b="b" l="l" r="r" t="t"/>
                <a:pathLst>
                  <a:path extrusionOk="0" h="930" w="559">
                    <a:moveTo>
                      <a:pt x="36" y="930"/>
                    </a:moveTo>
                    <a:cubicBezTo>
                      <a:pt x="523" y="930"/>
                      <a:pt x="523" y="930"/>
                      <a:pt x="523" y="930"/>
                    </a:cubicBezTo>
                    <a:cubicBezTo>
                      <a:pt x="543" y="930"/>
                      <a:pt x="559" y="914"/>
                      <a:pt x="559" y="894"/>
                    </a:cubicBezTo>
                    <a:cubicBezTo>
                      <a:pt x="559" y="36"/>
                      <a:pt x="559" y="36"/>
                      <a:pt x="559" y="36"/>
                    </a:cubicBezTo>
                    <a:cubicBezTo>
                      <a:pt x="559" y="16"/>
                      <a:pt x="543" y="0"/>
                      <a:pt x="523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16" y="0"/>
                      <a:pt x="0" y="16"/>
                      <a:pt x="0" y="36"/>
                    </a:cubicBezTo>
                    <a:cubicBezTo>
                      <a:pt x="0" y="894"/>
                      <a:pt x="0" y="894"/>
                      <a:pt x="0" y="894"/>
                    </a:cubicBezTo>
                    <a:cubicBezTo>
                      <a:pt x="0" y="914"/>
                      <a:pt x="16" y="930"/>
                      <a:pt x="36" y="9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25"/>
              <p:cNvSpPr/>
              <p:nvPr/>
            </p:nvSpPr>
            <p:spPr>
              <a:xfrm>
                <a:off x="7000525" y="1068375"/>
                <a:ext cx="1756075" cy="3056704"/>
              </a:xfrm>
              <a:custGeom>
                <a:rect b="b" l="l" r="r" t="t"/>
                <a:pathLst>
                  <a:path extrusionOk="0" h="974" w="559">
                    <a:moveTo>
                      <a:pt x="26" y="974"/>
                    </a:moveTo>
                    <a:cubicBezTo>
                      <a:pt x="533" y="974"/>
                      <a:pt x="533" y="974"/>
                      <a:pt x="533" y="974"/>
                    </a:cubicBezTo>
                    <a:cubicBezTo>
                      <a:pt x="547" y="974"/>
                      <a:pt x="559" y="963"/>
                      <a:pt x="559" y="948"/>
                    </a:cubicBezTo>
                    <a:cubicBezTo>
                      <a:pt x="559" y="26"/>
                      <a:pt x="559" y="26"/>
                      <a:pt x="559" y="26"/>
                    </a:cubicBezTo>
                    <a:cubicBezTo>
                      <a:pt x="559" y="12"/>
                      <a:pt x="547" y="0"/>
                      <a:pt x="533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948"/>
                      <a:pt x="0" y="948"/>
                      <a:pt x="0" y="948"/>
                    </a:cubicBezTo>
                    <a:cubicBezTo>
                      <a:pt x="0" y="963"/>
                      <a:pt x="11" y="974"/>
                      <a:pt x="26" y="97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" name="Google Shape;446;p25"/>
              <p:cNvSpPr/>
              <p:nvPr/>
            </p:nvSpPr>
            <p:spPr>
              <a:xfrm>
                <a:off x="7018350" y="1695750"/>
                <a:ext cx="1716900" cy="2040000"/>
              </a:xfrm>
              <a:prstGeom prst="rect">
                <a:avLst/>
              </a:prstGeom>
              <a:solidFill>
                <a:srgbClr val="FFFFFF">
                  <a:alpha val="8563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" name="Google Shape;447;p25"/>
              <p:cNvSpPr/>
              <p:nvPr/>
            </p:nvSpPr>
            <p:spPr>
              <a:xfrm>
                <a:off x="7023066" y="1377348"/>
                <a:ext cx="1714800" cy="280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48;p25"/>
              <p:cNvSpPr/>
              <p:nvPr/>
            </p:nvSpPr>
            <p:spPr>
              <a:xfrm>
                <a:off x="7181088" y="1443388"/>
                <a:ext cx="1021254" cy="134438"/>
              </a:xfrm>
              <a:custGeom>
                <a:rect b="b" l="l" r="r" t="t"/>
                <a:pathLst>
                  <a:path extrusionOk="0" h="43" w="326">
                    <a:moveTo>
                      <a:pt x="22" y="43"/>
                    </a:moveTo>
                    <a:cubicBezTo>
                      <a:pt x="305" y="43"/>
                      <a:pt x="305" y="43"/>
                      <a:pt x="305" y="43"/>
                    </a:cubicBezTo>
                    <a:cubicBezTo>
                      <a:pt x="317" y="43"/>
                      <a:pt x="326" y="33"/>
                      <a:pt x="326" y="21"/>
                    </a:cubicBezTo>
                    <a:cubicBezTo>
                      <a:pt x="326" y="9"/>
                      <a:pt x="317" y="0"/>
                      <a:pt x="305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9"/>
                      <a:pt x="0" y="21"/>
                    </a:cubicBezTo>
                    <a:cubicBezTo>
                      <a:pt x="0" y="33"/>
                      <a:pt x="10" y="43"/>
                      <a:pt x="22" y="4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" name="Google Shape;449;p25"/>
              <p:cNvSpPr/>
              <p:nvPr/>
            </p:nvSpPr>
            <p:spPr>
              <a:xfrm>
                <a:off x="7506568" y="3851484"/>
                <a:ext cx="754737" cy="150948"/>
              </a:xfrm>
              <a:custGeom>
                <a:rect b="b" l="l" r="r" t="t"/>
                <a:pathLst>
                  <a:path extrusionOk="0" h="48" w="241">
                    <a:moveTo>
                      <a:pt x="24" y="48"/>
                    </a:moveTo>
                    <a:cubicBezTo>
                      <a:pt x="217" y="48"/>
                      <a:pt x="217" y="48"/>
                      <a:pt x="217" y="48"/>
                    </a:cubicBezTo>
                    <a:cubicBezTo>
                      <a:pt x="230" y="48"/>
                      <a:pt x="241" y="37"/>
                      <a:pt x="241" y="24"/>
                    </a:cubicBezTo>
                    <a:cubicBezTo>
                      <a:pt x="241" y="10"/>
                      <a:pt x="230" y="0"/>
                      <a:pt x="217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0"/>
                      <a:pt x="0" y="24"/>
                    </a:cubicBezTo>
                    <a:cubicBezTo>
                      <a:pt x="0" y="37"/>
                      <a:pt x="11" y="48"/>
                      <a:pt x="24" y="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" name="Google Shape;450;p25"/>
              <p:cNvSpPr/>
              <p:nvPr/>
            </p:nvSpPr>
            <p:spPr>
              <a:xfrm>
                <a:off x="7572607" y="1186303"/>
                <a:ext cx="617941" cy="49529"/>
              </a:xfrm>
              <a:custGeom>
                <a:rect b="b" l="l" r="r" t="t"/>
                <a:pathLst>
                  <a:path extrusionOk="0" h="16" w="197">
                    <a:moveTo>
                      <a:pt x="8" y="16"/>
                    </a:moveTo>
                    <a:cubicBezTo>
                      <a:pt x="189" y="16"/>
                      <a:pt x="189" y="16"/>
                      <a:pt x="189" y="16"/>
                    </a:cubicBezTo>
                    <a:cubicBezTo>
                      <a:pt x="193" y="16"/>
                      <a:pt x="197" y="13"/>
                      <a:pt x="197" y="8"/>
                    </a:cubicBezTo>
                    <a:cubicBezTo>
                      <a:pt x="197" y="4"/>
                      <a:pt x="193" y="0"/>
                      <a:pt x="189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3"/>
                      <a:pt x="3" y="16"/>
                      <a:pt x="8" y="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" name="Google Shape;451;p25"/>
              <p:cNvSpPr/>
              <p:nvPr/>
            </p:nvSpPr>
            <p:spPr>
              <a:xfrm>
                <a:off x="8584426" y="1186303"/>
                <a:ext cx="54300" cy="49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" name="Google Shape;452;p25"/>
              <p:cNvSpPr/>
              <p:nvPr/>
            </p:nvSpPr>
            <p:spPr>
              <a:xfrm>
                <a:off x="8492442" y="1186303"/>
                <a:ext cx="54300" cy="49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" name="Google Shape;453;p25"/>
              <p:cNvSpPr/>
              <p:nvPr/>
            </p:nvSpPr>
            <p:spPr>
              <a:xfrm>
                <a:off x="7501851" y="1608488"/>
                <a:ext cx="2359" cy="7075"/>
              </a:xfrm>
              <a:custGeom>
                <a:rect b="b" l="l" r="r" t="t"/>
                <a:pathLst>
                  <a:path extrusionOk="0" h="2" w="1">
                    <a:moveTo>
                      <a:pt x="0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1"/>
                      <a:pt x="0" y="2"/>
                      <a:pt x="0" y="2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7A2B0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" name="Google Shape;454;p25"/>
              <p:cNvSpPr/>
              <p:nvPr/>
            </p:nvSpPr>
            <p:spPr>
              <a:xfrm>
                <a:off x="6883910" y="2813715"/>
                <a:ext cx="7076" cy="2358"/>
              </a:xfrm>
              <a:custGeom>
                <a:rect b="b" l="l" r="r" t="t"/>
                <a:pathLst>
                  <a:path extrusionOk="0" h="1" w="2">
                    <a:moveTo>
                      <a:pt x="2" y="0"/>
                    </a:moveTo>
                    <a:cubicBezTo>
                      <a:pt x="2" y="0"/>
                      <a:pt x="1" y="1"/>
                      <a:pt x="1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rgbClr val="224B5B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" name="Google Shape;455;p25"/>
              <p:cNvSpPr/>
              <p:nvPr/>
            </p:nvSpPr>
            <p:spPr>
              <a:xfrm>
                <a:off x="8405132" y="2955229"/>
                <a:ext cx="320763" cy="780683"/>
              </a:xfrm>
              <a:custGeom>
                <a:rect b="b" l="l" r="r" t="t"/>
                <a:pathLst>
                  <a:path extrusionOk="0" h="331" w="136">
                    <a:moveTo>
                      <a:pt x="136" y="331"/>
                    </a:moveTo>
                    <a:lnTo>
                      <a:pt x="61" y="331"/>
                    </a:lnTo>
                    <a:lnTo>
                      <a:pt x="0" y="56"/>
                    </a:lnTo>
                    <a:lnTo>
                      <a:pt x="14" y="44"/>
                    </a:lnTo>
                    <a:lnTo>
                      <a:pt x="70" y="0"/>
                    </a:lnTo>
                    <a:lnTo>
                      <a:pt x="75" y="29"/>
                    </a:lnTo>
                    <a:lnTo>
                      <a:pt x="136" y="3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" name="Google Shape;456;p25"/>
              <p:cNvSpPr/>
              <p:nvPr/>
            </p:nvSpPr>
            <p:spPr>
              <a:xfrm>
                <a:off x="8280128" y="2792488"/>
                <a:ext cx="289800" cy="294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" name="Google Shape;457;p25"/>
              <p:cNvSpPr/>
              <p:nvPr/>
            </p:nvSpPr>
            <p:spPr>
              <a:xfrm>
                <a:off x="7650396" y="1988216"/>
                <a:ext cx="823135" cy="672191"/>
              </a:xfrm>
              <a:custGeom>
                <a:rect b="b" l="l" r="r" t="t"/>
                <a:pathLst>
                  <a:path extrusionOk="0" h="214" w="263">
                    <a:moveTo>
                      <a:pt x="238" y="214"/>
                    </a:moveTo>
                    <a:cubicBezTo>
                      <a:pt x="25" y="214"/>
                      <a:pt x="25" y="214"/>
                      <a:pt x="25" y="214"/>
                    </a:cubicBezTo>
                    <a:cubicBezTo>
                      <a:pt x="12" y="214"/>
                      <a:pt x="0" y="203"/>
                      <a:pt x="0" y="190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1"/>
                      <a:pt x="12" y="0"/>
                      <a:pt x="25" y="0"/>
                    </a:cubicBezTo>
                    <a:cubicBezTo>
                      <a:pt x="238" y="0"/>
                      <a:pt x="238" y="0"/>
                      <a:pt x="238" y="0"/>
                    </a:cubicBezTo>
                    <a:cubicBezTo>
                      <a:pt x="252" y="0"/>
                      <a:pt x="263" y="11"/>
                      <a:pt x="263" y="24"/>
                    </a:cubicBezTo>
                    <a:cubicBezTo>
                      <a:pt x="263" y="190"/>
                      <a:pt x="263" y="190"/>
                      <a:pt x="263" y="190"/>
                    </a:cubicBezTo>
                    <a:cubicBezTo>
                      <a:pt x="263" y="203"/>
                      <a:pt x="252" y="214"/>
                      <a:pt x="238" y="21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" name="Google Shape;458;p25"/>
              <p:cNvSpPr/>
              <p:nvPr/>
            </p:nvSpPr>
            <p:spPr>
              <a:xfrm>
                <a:off x="7482938" y="2297189"/>
                <a:ext cx="89625" cy="82549"/>
              </a:xfrm>
              <a:custGeom>
                <a:rect b="b" l="l" r="r" t="t"/>
                <a:pathLst>
                  <a:path extrusionOk="0" h="27" w="28">
                    <a:moveTo>
                      <a:pt x="16" y="27"/>
                    </a:moveTo>
                    <a:cubicBezTo>
                      <a:pt x="12" y="27"/>
                      <a:pt x="12" y="27"/>
                      <a:pt x="12" y="27"/>
                    </a:cubicBezTo>
                    <a:cubicBezTo>
                      <a:pt x="5" y="27"/>
                      <a:pt x="0" y="22"/>
                      <a:pt x="0" y="16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2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23" y="0"/>
                      <a:pt x="28" y="5"/>
                      <a:pt x="28" y="11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22"/>
                      <a:pt x="23" y="27"/>
                      <a:pt x="16" y="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" name="Google Shape;459;p25"/>
              <p:cNvSpPr/>
              <p:nvPr/>
            </p:nvSpPr>
            <p:spPr>
              <a:xfrm>
                <a:off x="8551362" y="2297189"/>
                <a:ext cx="87267" cy="82549"/>
              </a:xfrm>
              <a:custGeom>
                <a:rect b="b" l="l" r="r" t="t"/>
                <a:pathLst>
                  <a:path extrusionOk="0" h="27" w="28">
                    <a:moveTo>
                      <a:pt x="17" y="27"/>
                    </a:moveTo>
                    <a:cubicBezTo>
                      <a:pt x="12" y="27"/>
                      <a:pt x="12" y="27"/>
                      <a:pt x="12" y="27"/>
                    </a:cubicBezTo>
                    <a:cubicBezTo>
                      <a:pt x="6" y="27"/>
                      <a:pt x="0" y="22"/>
                      <a:pt x="0" y="16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23" y="0"/>
                      <a:pt x="28" y="5"/>
                      <a:pt x="28" y="11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22"/>
                      <a:pt x="23" y="27"/>
                      <a:pt x="17" y="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" name="Google Shape;460;p25"/>
              <p:cNvSpPr/>
              <p:nvPr/>
            </p:nvSpPr>
            <p:spPr>
              <a:xfrm>
                <a:off x="8473530" y="2179261"/>
                <a:ext cx="122645" cy="311331"/>
              </a:xfrm>
              <a:custGeom>
                <a:rect b="b" l="l" r="r" t="t"/>
                <a:pathLst>
                  <a:path extrusionOk="0" h="99" w="39">
                    <a:moveTo>
                      <a:pt x="7" y="99"/>
                    </a:moveTo>
                    <a:cubicBezTo>
                      <a:pt x="0" y="99"/>
                      <a:pt x="0" y="99"/>
                      <a:pt x="0" y="9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25" y="0"/>
                      <a:pt x="39" y="15"/>
                      <a:pt x="39" y="33"/>
                    </a:cubicBezTo>
                    <a:cubicBezTo>
                      <a:pt x="39" y="67"/>
                      <a:pt x="39" y="67"/>
                      <a:pt x="39" y="67"/>
                    </a:cubicBezTo>
                    <a:cubicBezTo>
                      <a:pt x="39" y="84"/>
                      <a:pt x="25" y="99"/>
                      <a:pt x="7" y="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" name="Google Shape;461;p25"/>
              <p:cNvSpPr/>
              <p:nvPr/>
            </p:nvSpPr>
            <p:spPr>
              <a:xfrm>
                <a:off x="7527751" y="2179261"/>
                <a:ext cx="122645" cy="311331"/>
              </a:xfrm>
              <a:custGeom>
                <a:rect b="b" l="l" r="r" t="t"/>
                <a:pathLst>
                  <a:path extrusionOk="0" h="99" w="39">
                    <a:moveTo>
                      <a:pt x="39" y="0"/>
                    </a:moveTo>
                    <a:cubicBezTo>
                      <a:pt x="39" y="99"/>
                      <a:pt x="39" y="99"/>
                      <a:pt x="39" y="99"/>
                    </a:cubicBezTo>
                    <a:cubicBezTo>
                      <a:pt x="36" y="99"/>
                      <a:pt x="33" y="98"/>
                      <a:pt x="29" y="98"/>
                    </a:cubicBezTo>
                    <a:cubicBezTo>
                      <a:pt x="12" y="93"/>
                      <a:pt x="0" y="78"/>
                      <a:pt x="0" y="60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29"/>
                      <a:pt x="4" y="19"/>
                      <a:pt x="12" y="12"/>
                    </a:cubicBezTo>
                    <a:cubicBezTo>
                      <a:pt x="16" y="7"/>
                      <a:pt x="23" y="4"/>
                      <a:pt x="29" y="2"/>
                    </a:cubicBezTo>
                    <a:cubicBezTo>
                      <a:pt x="33" y="1"/>
                      <a:pt x="36" y="0"/>
                      <a:pt x="3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" name="Google Shape;462;p25"/>
              <p:cNvSpPr/>
              <p:nvPr/>
            </p:nvSpPr>
            <p:spPr>
              <a:xfrm>
                <a:off x="7782475" y="2146241"/>
                <a:ext cx="146230" cy="183968"/>
              </a:xfrm>
              <a:custGeom>
                <a:rect b="b" l="l" r="r" t="t"/>
                <a:pathLst>
                  <a:path extrusionOk="0" h="59" w="47">
                    <a:moveTo>
                      <a:pt x="23" y="59"/>
                    </a:moveTo>
                    <a:cubicBezTo>
                      <a:pt x="10" y="59"/>
                      <a:pt x="0" y="49"/>
                      <a:pt x="0" y="36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10"/>
                      <a:pt x="10" y="0"/>
                      <a:pt x="23" y="0"/>
                    </a:cubicBezTo>
                    <a:cubicBezTo>
                      <a:pt x="36" y="0"/>
                      <a:pt x="47" y="10"/>
                      <a:pt x="47" y="23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7" y="49"/>
                      <a:pt x="36" y="59"/>
                      <a:pt x="23" y="5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" name="Google Shape;463;p25"/>
              <p:cNvSpPr/>
              <p:nvPr/>
            </p:nvSpPr>
            <p:spPr>
              <a:xfrm>
                <a:off x="7796626" y="2165109"/>
                <a:ext cx="113210" cy="146231"/>
              </a:xfrm>
              <a:custGeom>
                <a:rect b="b" l="l" r="r" t="t"/>
                <a:pathLst>
                  <a:path extrusionOk="0" h="47" w="36">
                    <a:moveTo>
                      <a:pt x="18" y="47"/>
                    </a:moveTo>
                    <a:cubicBezTo>
                      <a:pt x="8" y="47"/>
                      <a:pt x="0" y="39"/>
                      <a:pt x="0" y="30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8"/>
                      <a:pt x="8" y="0"/>
                      <a:pt x="18" y="0"/>
                    </a:cubicBezTo>
                    <a:cubicBezTo>
                      <a:pt x="28" y="0"/>
                      <a:pt x="36" y="8"/>
                      <a:pt x="36" y="17"/>
                    </a:cubicBezTo>
                    <a:cubicBezTo>
                      <a:pt x="36" y="30"/>
                      <a:pt x="36" y="30"/>
                      <a:pt x="36" y="30"/>
                    </a:cubicBezTo>
                    <a:cubicBezTo>
                      <a:pt x="36" y="39"/>
                      <a:pt x="28" y="47"/>
                      <a:pt x="18" y="4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" name="Google Shape;464;p25"/>
              <p:cNvSpPr/>
              <p:nvPr/>
            </p:nvSpPr>
            <p:spPr>
              <a:xfrm>
                <a:off x="7815495" y="2179261"/>
                <a:ext cx="75474" cy="117928"/>
              </a:xfrm>
              <a:custGeom>
                <a:rect b="b" l="l" r="r" t="t"/>
                <a:pathLst>
                  <a:path extrusionOk="0" h="37" w="24">
                    <a:moveTo>
                      <a:pt x="24" y="12"/>
                    </a:move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31"/>
                      <a:pt x="19" y="37"/>
                      <a:pt x="12" y="37"/>
                    </a:cubicBezTo>
                    <a:cubicBezTo>
                      <a:pt x="8" y="37"/>
                      <a:pt x="4" y="34"/>
                      <a:pt x="2" y="31"/>
                    </a:cubicBezTo>
                    <a:cubicBezTo>
                      <a:pt x="1" y="29"/>
                      <a:pt x="0" y="27"/>
                      <a:pt x="0" y="25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6"/>
                      <a:pt x="6" y="0"/>
                      <a:pt x="12" y="0"/>
                    </a:cubicBezTo>
                    <a:cubicBezTo>
                      <a:pt x="15" y="0"/>
                      <a:pt x="18" y="2"/>
                      <a:pt x="21" y="4"/>
                    </a:cubicBezTo>
                    <a:cubicBezTo>
                      <a:pt x="21" y="5"/>
                      <a:pt x="22" y="5"/>
                      <a:pt x="22" y="6"/>
                    </a:cubicBezTo>
                    <a:cubicBezTo>
                      <a:pt x="23" y="8"/>
                      <a:pt x="24" y="10"/>
                      <a:pt x="24" y="1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" name="Google Shape;465;p25"/>
              <p:cNvSpPr/>
              <p:nvPr/>
            </p:nvSpPr>
            <p:spPr>
              <a:xfrm>
                <a:off x="8197580" y="2146241"/>
                <a:ext cx="150947" cy="183968"/>
              </a:xfrm>
              <a:custGeom>
                <a:rect b="b" l="l" r="r" t="t"/>
                <a:pathLst>
                  <a:path extrusionOk="0" h="59" w="48">
                    <a:moveTo>
                      <a:pt x="24" y="59"/>
                    </a:moveTo>
                    <a:cubicBezTo>
                      <a:pt x="11" y="59"/>
                      <a:pt x="0" y="49"/>
                      <a:pt x="0" y="36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10"/>
                      <a:pt x="11" y="0"/>
                      <a:pt x="24" y="0"/>
                    </a:cubicBezTo>
                    <a:cubicBezTo>
                      <a:pt x="37" y="0"/>
                      <a:pt x="48" y="10"/>
                      <a:pt x="48" y="23"/>
                    </a:cubicBezTo>
                    <a:cubicBezTo>
                      <a:pt x="48" y="36"/>
                      <a:pt x="48" y="36"/>
                      <a:pt x="48" y="36"/>
                    </a:cubicBezTo>
                    <a:cubicBezTo>
                      <a:pt x="48" y="49"/>
                      <a:pt x="37" y="59"/>
                      <a:pt x="24" y="5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6" name="Google Shape;466;p25"/>
              <p:cNvSpPr/>
              <p:nvPr/>
            </p:nvSpPr>
            <p:spPr>
              <a:xfrm>
                <a:off x="8216448" y="2165109"/>
                <a:ext cx="113210" cy="146231"/>
              </a:xfrm>
              <a:custGeom>
                <a:rect b="b" l="l" r="r" t="t"/>
                <a:pathLst>
                  <a:path extrusionOk="0" h="47" w="36">
                    <a:moveTo>
                      <a:pt x="18" y="47"/>
                    </a:moveTo>
                    <a:cubicBezTo>
                      <a:pt x="8" y="47"/>
                      <a:pt x="0" y="39"/>
                      <a:pt x="0" y="30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8"/>
                      <a:pt x="8" y="0"/>
                      <a:pt x="18" y="0"/>
                    </a:cubicBezTo>
                    <a:cubicBezTo>
                      <a:pt x="28" y="0"/>
                      <a:pt x="36" y="8"/>
                      <a:pt x="36" y="17"/>
                    </a:cubicBezTo>
                    <a:cubicBezTo>
                      <a:pt x="36" y="30"/>
                      <a:pt x="36" y="30"/>
                      <a:pt x="36" y="30"/>
                    </a:cubicBezTo>
                    <a:cubicBezTo>
                      <a:pt x="36" y="39"/>
                      <a:pt x="28" y="47"/>
                      <a:pt x="18" y="4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" name="Google Shape;467;p25"/>
              <p:cNvSpPr/>
              <p:nvPr/>
            </p:nvSpPr>
            <p:spPr>
              <a:xfrm>
                <a:off x="8235317" y="2179261"/>
                <a:ext cx="75474" cy="117928"/>
              </a:xfrm>
              <a:custGeom>
                <a:rect b="b" l="l" r="r" t="t"/>
                <a:pathLst>
                  <a:path extrusionOk="0" h="37" w="24">
                    <a:moveTo>
                      <a:pt x="24" y="12"/>
                    </a:move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31"/>
                      <a:pt x="19" y="37"/>
                      <a:pt x="12" y="37"/>
                    </a:cubicBezTo>
                    <a:cubicBezTo>
                      <a:pt x="8" y="37"/>
                      <a:pt x="4" y="34"/>
                      <a:pt x="2" y="31"/>
                    </a:cubicBezTo>
                    <a:cubicBezTo>
                      <a:pt x="1" y="29"/>
                      <a:pt x="0" y="27"/>
                      <a:pt x="0" y="25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6"/>
                      <a:pt x="5" y="0"/>
                      <a:pt x="12" y="0"/>
                    </a:cubicBezTo>
                    <a:cubicBezTo>
                      <a:pt x="15" y="0"/>
                      <a:pt x="18" y="2"/>
                      <a:pt x="20" y="4"/>
                    </a:cubicBezTo>
                    <a:cubicBezTo>
                      <a:pt x="21" y="5"/>
                      <a:pt x="22" y="5"/>
                      <a:pt x="22" y="6"/>
                    </a:cubicBezTo>
                    <a:cubicBezTo>
                      <a:pt x="23" y="8"/>
                      <a:pt x="24" y="10"/>
                      <a:pt x="24" y="1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" name="Google Shape;468;p25"/>
              <p:cNvSpPr/>
              <p:nvPr/>
            </p:nvSpPr>
            <p:spPr>
              <a:xfrm>
                <a:off x="8046633" y="1785379"/>
                <a:ext cx="28500" cy="202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" name="Google Shape;469;p25"/>
              <p:cNvSpPr/>
              <p:nvPr/>
            </p:nvSpPr>
            <p:spPr>
              <a:xfrm>
                <a:off x="7938139" y="2660409"/>
                <a:ext cx="247649" cy="68398"/>
              </a:xfrm>
              <a:custGeom>
                <a:rect b="b" l="l" r="r" t="t"/>
                <a:pathLst>
                  <a:path extrusionOk="0" h="22" w="79">
                    <a:moveTo>
                      <a:pt x="70" y="22"/>
                    </a:moveTo>
                    <a:cubicBezTo>
                      <a:pt x="9" y="22"/>
                      <a:pt x="9" y="22"/>
                      <a:pt x="9" y="22"/>
                    </a:cubicBezTo>
                    <a:cubicBezTo>
                      <a:pt x="4" y="22"/>
                      <a:pt x="0" y="18"/>
                      <a:pt x="0" y="13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4" y="0"/>
                      <a:pt x="9" y="0"/>
                    </a:cubicBezTo>
                    <a:cubicBezTo>
                      <a:pt x="70" y="0"/>
                      <a:pt x="70" y="0"/>
                      <a:pt x="70" y="0"/>
                    </a:cubicBezTo>
                    <a:cubicBezTo>
                      <a:pt x="75" y="0"/>
                      <a:pt x="79" y="4"/>
                      <a:pt x="79" y="9"/>
                    </a:cubicBezTo>
                    <a:cubicBezTo>
                      <a:pt x="79" y="13"/>
                      <a:pt x="79" y="13"/>
                      <a:pt x="79" y="13"/>
                    </a:cubicBezTo>
                    <a:cubicBezTo>
                      <a:pt x="79" y="18"/>
                      <a:pt x="75" y="22"/>
                      <a:pt x="70" y="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" name="Google Shape;470;p25"/>
              <p:cNvSpPr/>
              <p:nvPr/>
            </p:nvSpPr>
            <p:spPr>
              <a:xfrm>
                <a:off x="7938139" y="2726448"/>
                <a:ext cx="247649" cy="68398"/>
              </a:xfrm>
              <a:custGeom>
                <a:rect b="b" l="l" r="r" t="t"/>
                <a:pathLst>
                  <a:path extrusionOk="0" h="22" w="79">
                    <a:moveTo>
                      <a:pt x="70" y="22"/>
                    </a:moveTo>
                    <a:cubicBezTo>
                      <a:pt x="9" y="22"/>
                      <a:pt x="9" y="22"/>
                      <a:pt x="9" y="22"/>
                    </a:cubicBezTo>
                    <a:cubicBezTo>
                      <a:pt x="4" y="22"/>
                      <a:pt x="0" y="18"/>
                      <a:pt x="0" y="13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4" y="0"/>
                      <a:pt x="9" y="0"/>
                    </a:cubicBezTo>
                    <a:cubicBezTo>
                      <a:pt x="70" y="0"/>
                      <a:pt x="70" y="0"/>
                      <a:pt x="70" y="0"/>
                    </a:cubicBezTo>
                    <a:cubicBezTo>
                      <a:pt x="75" y="0"/>
                      <a:pt x="79" y="4"/>
                      <a:pt x="79" y="9"/>
                    </a:cubicBezTo>
                    <a:cubicBezTo>
                      <a:pt x="79" y="13"/>
                      <a:pt x="79" y="13"/>
                      <a:pt x="79" y="13"/>
                    </a:cubicBezTo>
                    <a:cubicBezTo>
                      <a:pt x="79" y="18"/>
                      <a:pt x="75" y="22"/>
                      <a:pt x="70" y="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" name="Google Shape;471;p25"/>
              <p:cNvSpPr/>
              <p:nvPr/>
            </p:nvSpPr>
            <p:spPr>
              <a:xfrm>
                <a:off x="7697567" y="2575500"/>
                <a:ext cx="40200" cy="37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" name="Google Shape;472;p25"/>
              <p:cNvSpPr/>
              <p:nvPr/>
            </p:nvSpPr>
            <p:spPr>
              <a:xfrm>
                <a:off x="7697567" y="2028313"/>
                <a:ext cx="40200" cy="4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" name="Google Shape;473;p25"/>
              <p:cNvSpPr/>
              <p:nvPr/>
            </p:nvSpPr>
            <p:spPr>
              <a:xfrm>
                <a:off x="7619734" y="2179261"/>
                <a:ext cx="30662" cy="311331"/>
              </a:xfrm>
              <a:custGeom>
                <a:rect b="b" l="l" r="r" t="t"/>
                <a:pathLst>
                  <a:path extrusionOk="0" h="99" w="10">
                    <a:moveTo>
                      <a:pt x="10" y="0"/>
                    </a:moveTo>
                    <a:cubicBezTo>
                      <a:pt x="10" y="99"/>
                      <a:pt x="10" y="99"/>
                      <a:pt x="10" y="99"/>
                    </a:cubicBezTo>
                    <a:cubicBezTo>
                      <a:pt x="7" y="99"/>
                      <a:pt x="4" y="98"/>
                      <a:pt x="0" y="98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4" y="1"/>
                      <a:pt x="7" y="0"/>
                      <a:pt x="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" name="Google Shape;474;p25"/>
              <p:cNvSpPr/>
              <p:nvPr/>
            </p:nvSpPr>
            <p:spPr>
              <a:xfrm>
                <a:off x="8473530" y="2179261"/>
                <a:ext cx="30662" cy="311331"/>
              </a:xfrm>
              <a:custGeom>
                <a:rect b="b" l="l" r="r" t="t"/>
                <a:pathLst>
                  <a:path extrusionOk="0" h="99" w="10">
                    <a:moveTo>
                      <a:pt x="0" y="0"/>
                    </a:moveTo>
                    <a:cubicBezTo>
                      <a:pt x="0" y="99"/>
                      <a:pt x="0" y="99"/>
                      <a:pt x="0" y="99"/>
                    </a:cubicBezTo>
                    <a:cubicBezTo>
                      <a:pt x="3" y="99"/>
                      <a:pt x="7" y="98"/>
                      <a:pt x="10" y="98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7" y="1"/>
                      <a:pt x="3" y="0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" name="Google Shape;475;p25"/>
              <p:cNvSpPr/>
              <p:nvPr/>
            </p:nvSpPr>
            <p:spPr>
              <a:xfrm>
                <a:off x="7997102" y="1693396"/>
                <a:ext cx="134400" cy="132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" name="Google Shape;476;p25"/>
              <p:cNvSpPr/>
              <p:nvPr/>
            </p:nvSpPr>
            <p:spPr>
              <a:xfrm>
                <a:off x="8015971" y="1709905"/>
                <a:ext cx="96600" cy="96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25"/>
              <p:cNvSpPr/>
              <p:nvPr/>
            </p:nvSpPr>
            <p:spPr>
              <a:xfrm>
                <a:off x="7702275" y="2792500"/>
                <a:ext cx="750025" cy="943250"/>
              </a:xfrm>
              <a:custGeom>
                <a:rect b="b" l="l" r="r" t="t"/>
                <a:pathLst>
                  <a:path extrusionOk="0" h="301" w="239">
                    <a:moveTo>
                      <a:pt x="239" y="301"/>
                    </a:moveTo>
                    <a:cubicBezTo>
                      <a:pt x="0" y="301"/>
                      <a:pt x="0" y="301"/>
                      <a:pt x="0" y="301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9"/>
                      <a:pt x="6" y="0"/>
                      <a:pt x="18" y="0"/>
                    </a:cubicBezTo>
                    <a:cubicBezTo>
                      <a:pt x="221" y="0"/>
                      <a:pt x="221" y="0"/>
                      <a:pt x="221" y="0"/>
                    </a:cubicBezTo>
                    <a:cubicBezTo>
                      <a:pt x="232" y="0"/>
                      <a:pt x="239" y="9"/>
                      <a:pt x="239" y="19"/>
                    </a:cubicBezTo>
                    <a:lnTo>
                      <a:pt x="239" y="30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" name="Google Shape;478;p25"/>
              <p:cNvSpPr/>
              <p:nvPr/>
            </p:nvSpPr>
            <p:spPr>
              <a:xfrm>
                <a:off x="8386264" y="2575500"/>
                <a:ext cx="37800" cy="37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25"/>
              <p:cNvSpPr/>
              <p:nvPr/>
            </p:nvSpPr>
            <p:spPr>
              <a:xfrm>
                <a:off x="8386264" y="2028313"/>
                <a:ext cx="37800" cy="4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25"/>
              <p:cNvSpPr/>
              <p:nvPr/>
            </p:nvSpPr>
            <p:spPr>
              <a:xfrm>
                <a:off x="7843797" y="2417475"/>
                <a:ext cx="438691" cy="167457"/>
              </a:xfrm>
              <a:custGeom>
                <a:rect b="b" l="l" r="r" t="t"/>
                <a:pathLst>
                  <a:path extrusionOk="0" h="53" w="140">
                    <a:moveTo>
                      <a:pt x="70" y="53"/>
                    </a:moveTo>
                    <a:cubicBezTo>
                      <a:pt x="27" y="53"/>
                      <a:pt x="9" y="31"/>
                      <a:pt x="2" y="18"/>
                    </a:cubicBezTo>
                    <a:cubicBezTo>
                      <a:pt x="0" y="15"/>
                      <a:pt x="0" y="10"/>
                      <a:pt x="2" y="6"/>
                    </a:cubicBezTo>
                    <a:cubicBezTo>
                      <a:pt x="4" y="3"/>
                      <a:pt x="8" y="0"/>
                      <a:pt x="13" y="0"/>
                    </a:cubicBezTo>
                    <a:cubicBezTo>
                      <a:pt x="128" y="0"/>
                      <a:pt x="128" y="0"/>
                      <a:pt x="128" y="0"/>
                    </a:cubicBezTo>
                    <a:cubicBezTo>
                      <a:pt x="132" y="0"/>
                      <a:pt x="136" y="3"/>
                      <a:pt x="138" y="6"/>
                    </a:cubicBezTo>
                    <a:cubicBezTo>
                      <a:pt x="140" y="10"/>
                      <a:pt x="140" y="15"/>
                      <a:pt x="138" y="18"/>
                    </a:cubicBezTo>
                    <a:cubicBezTo>
                      <a:pt x="131" y="31"/>
                      <a:pt x="113" y="53"/>
                      <a:pt x="70" y="5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25"/>
              <p:cNvSpPr/>
              <p:nvPr/>
            </p:nvSpPr>
            <p:spPr>
              <a:xfrm>
                <a:off x="7862666" y="2436344"/>
                <a:ext cx="400953" cy="129720"/>
              </a:xfrm>
              <a:custGeom>
                <a:rect b="b" l="l" r="r" t="t"/>
                <a:pathLst>
                  <a:path extrusionOk="0" h="41" w="128">
                    <a:moveTo>
                      <a:pt x="128" y="6"/>
                    </a:moveTo>
                    <a:cubicBezTo>
                      <a:pt x="128" y="7"/>
                      <a:pt x="128" y="9"/>
                      <a:pt x="127" y="10"/>
                    </a:cubicBezTo>
                    <a:cubicBezTo>
                      <a:pt x="126" y="12"/>
                      <a:pt x="125" y="14"/>
                      <a:pt x="123" y="17"/>
                    </a:cubicBezTo>
                    <a:cubicBezTo>
                      <a:pt x="114" y="28"/>
                      <a:pt x="97" y="41"/>
                      <a:pt x="64" y="41"/>
                    </a:cubicBezTo>
                    <a:cubicBezTo>
                      <a:pt x="32" y="41"/>
                      <a:pt x="15" y="28"/>
                      <a:pt x="6" y="17"/>
                    </a:cubicBezTo>
                    <a:cubicBezTo>
                      <a:pt x="4" y="14"/>
                      <a:pt x="2" y="12"/>
                      <a:pt x="1" y="10"/>
                    </a:cubicBezTo>
                    <a:cubicBezTo>
                      <a:pt x="0" y="9"/>
                      <a:pt x="0" y="7"/>
                      <a:pt x="0" y="6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22" y="0"/>
                      <a:pt x="122" y="0"/>
                      <a:pt x="122" y="0"/>
                    </a:cubicBezTo>
                    <a:cubicBezTo>
                      <a:pt x="125" y="0"/>
                      <a:pt x="128" y="3"/>
                      <a:pt x="128" y="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" name="Google Shape;482;p25"/>
              <p:cNvSpPr/>
              <p:nvPr/>
            </p:nvSpPr>
            <p:spPr>
              <a:xfrm>
                <a:off x="7744738" y="2839660"/>
                <a:ext cx="660394" cy="370294"/>
              </a:xfrm>
              <a:custGeom>
                <a:rect b="b" l="l" r="r" t="t"/>
                <a:pathLst>
                  <a:path extrusionOk="0" h="118" w="211">
                    <a:moveTo>
                      <a:pt x="162" y="118"/>
                    </a:moveTo>
                    <a:cubicBezTo>
                      <a:pt x="49" y="118"/>
                      <a:pt x="49" y="118"/>
                      <a:pt x="49" y="118"/>
                    </a:cubicBezTo>
                    <a:cubicBezTo>
                      <a:pt x="22" y="118"/>
                      <a:pt x="0" y="96"/>
                      <a:pt x="0" y="70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21"/>
                      <a:pt x="22" y="0"/>
                      <a:pt x="49" y="0"/>
                    </a:cubicBezTo>
                    <a:cubicBezTo>
                      <a:pt x="162" y="0"/>
                      <a:pt x="162" y="0"/>
                      <a:pt x="162" y="0"/>
                    </a:cubicBezTo>
                    <a:cubicBezTo>
                      <a:pt x="189" y="0"/>
                      <a:pt x="211" y="21"/>
                      <a:pt x="211" y="48"/>
                    </a:cubicBezTo>
                    <a:cubicBezTo>
                      <a:pt x="211" y="70"/>
                      <a:pt x="211" y="70"/>
                      <a:pt x="211" y="70"/>
                    </a:cubicBezTo>
                    <a:cubicBezTo>
                      <a:pt x="211" y="96"/>
                      <a:pt x="189" y="118"/>
                      <a:pt x="162" y="1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" name="Google Shape;483;p25"/>
              <p:cNvSpPr/>
              <p:nvPr/>
            </p:nvSpPr>
            <p:spPr>
              <a:xfrm>
                <a:off x="7822569" y="2924568"/>
                <a:ext cx="507300" cy="186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p25"/>
              <p:cNvSpPr/>
              <p:nvPr/>
            </p:nvSpPr>
            <p:spPr>
              <a:xfrm>
                <a:off x="7843797" y="2955229"/>
                <a:ext cx="441050" cy="122645"/>
              </a:xfrm>
              <a:custGeom>
                <a:rect b="b" l="l" r="r" t="t"/>
                <a:pathLst>
                  <a:path extrusionOk="0" h="39" w="141">
                    <a:moveTo>
                      <a:pt x="4" y="39"/>
                    </a:moveTo>
                    <a:cubicBezTo>
                      <a:pt x="3" y="39"/>
                      <a:pt x="2" y="39"/>
                      <a:pt x="1" y="38"/>
                    </a:cubicBezTo>
                    <a:cubicBezTo>
                      <a:pt x="0" y="37"/>
                      <a:pt x="0" y="34"/>
                      <a:pt x="1" y="33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2" y="12"/>
                      <a:pt x="25" y="12"/>
                      <a:pt x="26" y="13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72" y="0"/>
                      <a:pt x="75" y="0"/>
                      <a:pt x="76" y="1"/>
                    </a:cubicBezTo>
                    <a:cubicBezTo>
                      <a:pt x="103" y="28"/>
                      <a:pt x="103" y="28"/>
                      <a:pt x="103" y="28"/>
                    </a:cubicBezTo>
                    <a:cubicBezTo>
                      <a:pt x="122" y="10"/>
                      <a:pt x="122" y="10"/>
                      <a:pt x="122" y="10"/>
                    </a:cubicBezTo>
                    <a:cubicBezTo>
                      <a:pt x="123" y="9"/>
                      <a:pt x="125" y="9"/>
                      <a:pt x="127" y="10"/>
                    </a:cubicBezTo>
                    <a:cubicBezTo>
                      <a:pt x="139" y="22"/>
                      <a:pt x="139" y="22"/>
                      <a:pt x="139" y="22"/>
                    </a:cubicBezTo>
                    <a:cubicBezTo>
                      <a:pt x="141" y="24"/>
                      <a:pt x="141" y="26"/>
                      <a:pt x="139" y="28"/>
                    </a:cubicBezTo>
                    <a:cubicBezTo>
                      <a:pt x="138" y="29"/>
                      <a:pt x="135" y="29"/>
                      <a:pt x="134" y="28"/>
                    </a:cubicBezTo>
                    <a:cubicBezTo>
                      <a:pt x="124" y="18"/>
                      <a:pt x="124" y="18"/>
                      <a:pt x="124" y="18"/>
                    </a:cubicBezTo>
                    <a:cubicBezTo>
                      <a:pt x="106" y="37"/>
                      <a:pt x="106" y="37"/>
                      <a:pt x="106" y="37"/>
                    </a:cubicBezTo>
                    <a:cubicBezTo>
                      <a:pt x="104" y="38"/>
                      <a:pt x="102" y="38"/>
                      <a:pt x="100" y="37"/>
                    </a:cubicBezTo>
                    <a:cubicBezTo>
                      <a:pt x="73" y="9"/>
                      <a:pt x="73" y="9"/>
                      <a:pt x="73" y="9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3" y="39"/>
                      <a:pt x="41" y="39"/>
                      <a:pt x="40" y="38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6" y="39"/>
                      <a:pt x="5" y="39"/>
                      <a:pt x="4" y="3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p25"/>
              <p:cNvSpPr/>
              <p:nvPr/>
            </p:nvSpPr>
            <p:spPr>
              <a:xfrm>
                <a:off x="8452303" y="3346751"/>
                <a:ext cx="259440" cy="261800"/>
              </a:xfrm>
              <a:custGeom>
                <a:rect b="b" l="l" r="r" t="t"/>
                <a:pathLst>
                  <a:path extrusionOk="0" h="83" w="83">
                    <a:moveTo>
                      <a:pt x="83" y="41"/>
                    </a:moveTo>
                    <a:cubicBezTo>
                      <a:pt x="83" y="64"/>
                      <a:pt x="65" y="83"/>
                      <a:pt x="42" y="83"/>
                    </a:cubicBezTo>
                    <a:cubicBezTo>
                      <a:pt x="40" y="83"/>
                      <a:pt x="38" y="82"/>
                      <a:pt x="37" y="82"/>
                    </a:cubicBezTo>
                    <a:cubicBezTo>
                      <a:pt x="16" y="80"/>
                      <a:pt x="0" y="62"/>
                      <a:pt x="0" y="41"/>
                    </a:cubicBezTo>
                    <a:cubicBezTo>
                      <a:pt x="0" y="27"/>
                      <a:pt x="8" y="14"/>
                      <a:pt x="19" y="6"/>
                    </a:cubicBezTo>
                    <a:cubicBezTo>
                      <a:pt x="25" y="2"/>
                      <a:pt x="33" y="0"/>
                      <a:pt x="42" y="0"/>
                    </a:cubicBezTo>
                    <a:cubicBezTo>
                      <a:pt x="65" y="0"/>
                      <a:pt x="83" y="18"/>
                      <a:pt x="83" y="4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" name="Google Shape;486;p25"/>
              <p:cNvSpPr/>
              <p:nvPr/>
            </p:nvSpPr>
            <p:spPr>
              <a:xfrm>
                <a:off x="6836695" y="2436344"/>
                <a:ext cx="337273" cy="426900"/>
              </a:xfrm>
              <a:custGeom>
                <a:rect b="b" l="l" r="r" t="t"/>
                <a:pathLst>
                  <a:path extrusionOk="0" h="136" w="108">
                    <a:moveTo>
                      <a:pt x="72" y="120"/>
                    </a:moveTo>
                    <a:cubicBezTo>
                      <a:pt x="73" y="119"/>
                      <a:pt x="74" y="118"/>
                      <a:pt x="75" y="117"/>
                    </a:cubicBezTo>
                    <a:cubicBezTo>
                      <a:pt x="106" y="73"/>
                      <a:pt x="106" y="73"/>
                      <a:pt x="106" y="73"/>
                    </a:cubicBezTo>
                    <a:cubicBezTo>
                      <a:pt x="107" y="71"/>
                      <a:pt x="108" y="69"/>
                      <a:pt x="108" y="66"/>
                    </a:cubicBezTo>
                    <a:cubicBezTo>
                      <a:pt x="108" y="63"/>
                      <a:pt x="106" y="60"/>
                      <a:pt x="103" y="58"/>
                    </a:cubicBezTo>
                    <a:cubicBezTo>
                      <a:pt x="98" y="54"/>
                      <a:pt x="92" y="55"/>
                      <a:pt x="88" y="60"/>
                    </a:cubicBezTo>
                    <a:cubicBezTo>
                      <a:pt x="81" y="71"/>
                      <a:pt x="81" y="71"/>
                      <a:pt x="81" y="71"/>
                    </a:cubicBezTo>
                    <a:cubicBezTo>
                      <a:pt x="80" y="69"/>
                      <a:pt x="79" y="68"/>
                      <a:pt x="78" y="66"/>
                    </a:cubicBezTo>
                    <a:cubicBezTo>
                      <a:pt x="78" y="22"/>
                      <a:pt x="78" y="22"/>
                      <a:pt x="78" y="22"/>
                    </a:cubicBezTo>
                    <a:cubicBezTo>
                      <a:pt x="78" y="20"/>
                      <a:pt x="77" y="17"/>
                      <a:pt x="75" y="15"/>
                    </a:cubicBezTo>
                    <a:cubicBezTo>
                      <a:pt x="73" y="13"/>
                      <a:pt x="70" y="12"/>
                      <a:pt x="67" y="12"/>
                    </a:cubicBezTo>
                    <a:cubicBezTo>
                      <a:pt x="61" y="12"/>
                      <a:pt x="57" y="17"/>
                      <a:pt x="57" y="22"/>
                    </a:cubicBezTo>
                    <a:cubicBezTo>
                      <a:pt x="57" y="47"/>
                      <a:pt x="57" y="47"/>
                      <a:pt x="57" y="47"/>
                    </a:cubicBezTo>
                    <a:cubicBezTo>
                      <a:pt x="54" y="46"/>
                      <a:pt x="52" y="45"/>
                      <a:pt x="50" y="45"/>
                    </a:cubicBezTo>
                    <a:cubicBezTo>
                      <a:pt x="50" y="11"/>
                      <a:pt x="50" y="11"/>
                      <a:pt x="50" y="11"/>
                    </a:cubicBezTo>
                    <a:cubicBezTo>
                      <a:pt x="50" y="8"/>
                      <a:pt x="49" y="5"/>
                      <a:pt x="47" y="3"/>
                    </a:cubicBezTo>
                    <a:cubicBezTo>
                      <a:pt x="45" y="1"/>
                      <a:pt x="42" y="0"/>
                      <a:pt x="39" y="0"/>
                    </a:cubicBezTo>
                    <a:cubicBezTo>
                      <a:pt x="33" y="0"/>
                      <a:pt x="28" y="5"/>
                      <a:pt x="28" y="11"/>
                    </a:cubicBezTo>
                    <a:cubicBezTo>
                      <a:pt x="28" y="46"/>
                      <a:pt x="28" y="46"/>
                      <a:pt x="28" y="46"/>
                    </a:cubicBezTo>
                    <a:cubicBezTo>
                      <a:pt x="26" y="47"/>
                      <a:pt x="24" y="48"/>
                      <a:pt x="21" y="50"/>
                    </a:cubicBezTo>
                    <a:cubicBezTo>
                      <a:pt x="21" y="29"/>
                      <a:pt x="21" y="29"/>
                      <a:pt x="21" y="29"/>
                    </a:cubicBezTo>
                    <a:cubicBezTo>
                      <a:pt x="21" y="26"/>
                      <a:pt x="20" y="24"/>
                      <a:pt x="18" y="22"/>
                    </a:cubicBezTo>
                    <a:cubicBezTo>
                      <a:pt x="16" y="20"/>
                      <a:pt x="14" y="19"/>
                      <a:pt x="11" y="19"/>
                    </a:cubicBezTo>
                    <a:cubicBezTo>
                      <a:pt x="5" y="19"/>
                      <a:pt x="0" y="23"/>
                      <a:pt x="0" y="29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0" y="84"/>
                      <a:pt x="0" y="84"/>
                      <a:pt x="0" y="85"/>
                    </a:cubicBezTo>
                    <a:cubicBezTo>
                      <a:pt x="0" y="86"/>
                      <a:pt x="0" y="87"/>
                      <a:pt x="0" y="89"/>
                    </a:cubicBezTo>
                    <a:cubicBezTo>
                      <a:pt x="0" y="100"/>
                      <a:pt x="4" y="110"/>
                      <a:pt x="11" y="118"/>
                    </a:cubicBezTo>
                    <a:cubicBezTo>
                      <a:pt x="11" y="118"/>
                      <a:pt x="39" y="136"/>
                      <a:pt x="72" y="12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" name="Google Shape;487;p25"/>
              <p:cNvSpPr/>
              <p:nvPr/>
            </p:nvSpPr>
            <p:spPr>
              <a:xfrm>
                <a:off x="6869715" y="2806640"/>
                <a:ext cx="837287" cy="525960"/>
              </a:xfrm>
              <a:custGeom>
                <a:rect b="b" l="l" r="r" t="t"/>
                <a:pathLst>
                  <a:path extrusionOk="0" h="167" w="267">
                    <a:moveTo>
                      <a:pt x="267" y="3"/>
                    </a:moveTo>
                    <a:cubicBezTo>
                      <a:pt x="267" y="88"/>
                      <a:pt x="267" y="88"/>
                      <a:pt x="267" y="88"/>
                    </a:cubicBezTo>
                    <a:cubicBezTo>
                      <a:pt x="266" y="89"/>
                      <a:pt x="265" y="90"/>
                      <a:pt x="263" y="91"/>
                    </a:cubicBezTo>
                    <a:cubicBezTo>
                      <a:pt x="260" y="94"/>
                      <a:pt x="257" y="96"/>
                      <a:pt x="254" y="99"/>
                    </a:cubicBezTo>
                    <a:cubicBezTo>
                      <a:pt x="226" y="120"/>
                      <a:pt x="190" y="143"/>
                      <a:pt x="146" y="159"/>
                    </a:cubicBezTo>
                    <a:cubicBezTo>
                      <a:pt x="130" y="165"/>
                      <a:pt x="117" y="167"/>
                      <a:pt x="105" y="167"/>
                    </a:cubicBezTo>
                    <a:cubicBezTo>
                      <a:pt x="83" y="167"/>
                      <a:pt x="67" y="160"/>
                      <a:pt x="56" y="152"/>
                    </a:cubicBezTo>
                    <a:cubicBezTo>
                      <a:pt x="32" y="135"/>
                      <a:pt x="16" y="105"/>
                      <a:pt x="7" y="62"/>
                    </a:cubicBezTo>
                    <a:cubicBezTo>
                      <a:pt x="6" y="56"/>
                      <a:pt x="5" y="50"/>
                      <a:pt x="4" y="43"/>
                    </a:cubicBezTo>
                    <a:cubicBezTo>
                      <a:pt x="3" y="36"/>
                      <a:pt x="2" y="28"/>
                      <a:pt x="1" y="20"/>
                    </a:cubicBezTo>
                    <a:cubicBezTo>
                      <a:pt x="1" y="20"/>
                      <a:pt x="1" y="20"/>
                      <a:pt x="1" y="20"/>
                    </a:cubicBezTo>
                    <a:cubicBezTo>
                      <a:pt x="1" y="17"/>
                      <a:pt x="1" y="14"/>
                      <a:pt x="0" y="11"/>
                    </a:cubicBezTo>
                    <a:cubicBezTo>
                      <a:pt x="0" y="7"/>
                      <a:pt x="0" y="4"/>
                      <a:pt x="0" y="0"/>
                    </a:cubicBezTo>
                    <a:cubicBezTo>
                      <a:pt x="0" y="0"/>
                      <a:pt x="28" y="18"/>
                      <a:pt x="61" y="2"/>
                    </a:cubicBezTo>
                    <a:cubicBezTo>
                      <a:pt x="61" y="2"/>
                      <a:pt x="60" y="2"/>
                      <a:pt x="59" y="2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60" y="6"/>
                      <a:pt x="60" y="8"/>
                      <a:pt x="60" y="11"/>
                    </a:cubicBezTo>
                    <a:cubicBezTo>
                      <a:pt x="60" y="13"/>
                      <a:pt x="60" y="15"/>
                      <a:pt x="61" y="18"/>
                    </a:cubicBezTo>
                    <a:cubicBezTo>
                      <a:pt x="62" y="34"/>
                      <a:pt x="64" y="48"/>
                      <a:pt x="67" y="59"/>
                    </a:cubicBezTo>
                    <a:cubicBezTo>
                      <a:pt x="74" y="88"/>
                      <a:pt x="85" y="99"/>
                      <a:pt x="90" y="103"/>
                    </a:cubicBezTo>
                    <a:cubicBezTo>
                      <a:pt x="93" y="105"/>
                      <a:pt x="102" y="112"/>
                      <a:pt x="125" y="103"/>
                    </a:cubicBezTo>
                    <a:cubicBezTo>
                      <a:pt x="166" y="88"/>
                      <a:pt x="198" y="68"/>
                      <a:pt x="222" y="49"/>
                    </a:cubicBezTo>
                    <a:cubicBezTo>
                      <a:pt x="229" y="43"/>
                      <a:pt x="235" y="38"/>
                      <a:pt x="240" y="33"/>
                    </a:cubicBezTo>
                    <a:cubicBezTo>
                      <a:pt x="255" y="19"/>
                      <a:pt x="264" y="8"/>
                      <a:pt x="267" y="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" name="Google Shape;488;p25"/>
              <p:cNvSpPr/>
              <p:nvPr/>
            </p:nvSpPr>
            <p:spPr>
              <a:xfrm>
                <a:off x="7079627" y="3106177"/>
                <a:ext cx="259440" cy="259442"/>
              </a:xfrm>
              <a:custGeom>
                <a:rect b="b" l="l" r="r" t="t"/>
                <a:pathLst>
                  <a:path extrusionOk="0" h="83" w="83">
                    <a:moveTo>
                      <a:pt x="83" y="41"/>
                    </a:moveTo>
                    <a:cubicBezTo>
                      <a:pt x="83" y="44"/>
                      <a:pt x="83" y="46"/>
                      <a:pt x="82" y="48"/>
                    </a:cubicBezTo>
                    <a:cubicBezTo>
                      <a:pt x="79" y="68"/>
                      <a:pt x="62" y="83"/>
                      <a:pt x="41" y="83"/>
                    </a:cubicBezTo>
                    <a:cubicBezTo>
                      <a:pt x="20" y="83"/>
                      <a:pt x="3" y="67"/>
                      <a:pt x="0" y="47"/>
                    </a:cubicBezTo>
                    <a:cubicBezTo>
                      <a:pt x="0" y="45"/>
                      <a:pt x="0" y="43"/>
                      <a:pt x="0" y="41"/>
                    </a:cubicBezTo>
                    <a:cubicBezTo>
                      <a:pt x="0" y="19"/>
                      <a:pt x="19" y="0"/>
                      <a:pt x="41" y="0"/>
                    </a:cubicBezTo>
                    <a:cubicBezTo>
                      <a:pt x="64" y="0"/>
                      <a:pt x="83" y="19"/>
                      <a:pt x="83" y="4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" name="Google Shape;489;p25"/>
              <p:cNvSpPr/>
              <p:nvPr/>
            </p:nvSpPr>
            <p:spPr>
              <a:xfrm>
                <a:off x="7596149" y="2792488"/>
                <a:ext cx="153306" cy="294820"/>
              </a:xfrm>
              <a:custGeom>
                <a:rect b="b" l="l" r="r" t="t"/>
                <a:pathLst>
                  <a:path extrusionOk="0" h="94" w="49">
                    <a:moveTo>
                      <a:pt x="49" y="0"/>
                    </a:moveTo>
                    <a:cubicBezTo>
                      <a:pt x="17" y="0"/>
                      <a:pt x="0" y="24"/>
                      <a:pt x="0" y="47"/>
                    </a:cubicBezTo>
                    <a:cubicBezTo>
                      <a:pt x="0" y="71"/>
                      <a:pt x="18" y="90"/>
                      <a:pt x="40" y="94"/>
                    </a:cubicBezTo>
                    <a:lnTo>
                      <a:pt x="4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" name="Google Shape;490;p25"/>
              <p:cNvSpPr/>
              <p:nvPr/>
            </p:nvSpPr>
            <p:spPr>
              <a:xfrm>
                <a:off x="6893300" y="3002400"/>
                <a:ext cx="0" cy="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4313B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" name="Google Shape;491;p25"/>
              <p:cNvSpPr/>
              <p:nvPr/>
            </p:nvSpPr>
            <p:spPr>
              <a:xfrm>
                <a:off x="6136237" y="1518599"/>
                <a:ext cx="1502398" cy="551904"/>
              </a:xfrm>
              <a:custGeom>
                <a:rect b="b" l="l" r="r" t="t"/>
                <a:pathLst>
                  <a:path extrusionOk="0" h="176" w="480">
                    <a:moveTo>
                      <a:pt x="477" y="167"/>
                    </a:moveTo>
                    <a:cubicBezTo>
                      <a:pt x="430" y="120"/>
                      <a:pt x="430" y="120"/>
                      <a:pt x="430" y="120"/>
                    </a:cubicBezTo>
                    <a:cubicBezTo>
                      <a:pt x="430" y="37"/>
                      <a:pt x="430" y="37"/>
                      <a:pt x="430" y="37"/>
                    </a:cubicBezTo>
                    <a:cubicBezTo>
                      <a:pt x="430" y="16"/>
                      <a:pt x="413" y="0"/>
                      <a:pt x="393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17" y="0"/>
                      <a:pt x="0" y="16"/>
                      <a:pt x="0" y="37"/>
                    </a:cubicBezTo>
                    <a:cubicBezTo>
                      <a:pt x="0" y="139"/>
                      <a:pt x="0" y="139"/>
                      <a:pt x="0" y="139"/>
                    </a:cubicBezTo>
                    <a:cubicBezTo>
                      <a:pt x="0" y="159"/>
                      <a:pt x="17" y="176"/>
                      <a:pt x="37" y="176"/>
                    </a:cubicBezTo>
                    <a:cubicBezTo>
                      <a:pt x="473" y="176"/>
                      <a:pt x="473" y="176"/>
                      <a:pt x="473" y="176"/>
                    </a:cubicBezTo>
                    <a:cubicBezTo>
                      <a:pt x="478" y="176"/>
                      <a:pt x="480" y="170"/>
                      <a:pt x="477" y="1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25"/>
              <p:cNvSpPr/>
              <p:nvPr/>
            </p:nvSpPr>
            <p:spPr>
              <a:xfrm>
                <a:off x="6346111" y="1714786"/>
                <a:ext cx="867947" cy="23586"/>
              </a:xfrm>
              <a:custGeom>
                <a:rect b="b" l="l" r="r" t="t"/>
                <a:pathLst>
                  <a:path extrusionOk="0" h="8" w="277">
                    <a:moveTo>
                      <a:pt x="274" y="8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2" y="8"/>
                      <a:pt x="0" y="7"/>
                      <a:pt x="0" y="4"/>
                    </a:cubicBezTo>
                    <a:cubicBezTo>
                      <a:pt x="0" y="2"/>
                      <a:pt x="2" y="0"/>
                      <a:pt x="3" y="0"/>
                    </a:cubicBezTo>
                    <a:cubicBezTo>
                      <a:pt x="274" y="0"/>
                      <a:pt x="274" y="0"/>
                      <a:pt x="274" y="0"/>
                    </a:cubicBezTo>
                    <a:cubicBezTo>
                      <a:pt x="275" y="0"/>
                      <a:pt x="277" y="2"/>
                      <a:pt x="277" y="4"/>
                    </a:cubicBezTo>
                    <a:cubicBezTo>
                      <a:pt x="277" y="7"/>
                      <a:pt x="275" y="8"/>
                      <a:pt x="274" y="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25"/>
              <p:cNvSpPr/>
              <p:nvPr/>
            </p:nvSpPr>
            <p:spPr>
              <a:xfrm>
                <a:off x="6346111" y="1806769"/>
                <a:ext cx="867947" cy="25944"/>
              </a:xfrm>
              <a:custGeom>
                <a:rect b="b" l="l" r="r" t="t"/>
                <a:pathLst>
                  <a:path extrusionOk="0" h="8" w="277">
                    <a:moveTo>
                      <a:pt x="274" y="8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2" y="8"/>
                      <a:pt x="0" y="7"/>
                      <a:pt x="0" y="4"/>
                    </a:cubicBezTo>
                    <a:cubicBezTo>
                      <a:pt x="0" y="2"/>
                      <a:pt x="2" y="0"/>
                      <a:pt x="3" y="0"/>
                    </a:cubicBezTo>
                    <a:cubicBezTo>
                      <a:pt x="274" y="0"/>
                      <a:pt x="274" y="0"/>
                      <a:pt x="274" y="0"/>
                    </a:cubicBezTo>
                    <a:cubicBezTo>
                      <a:pt x="275" y="0"/>
                      <a:pt x="277" y="2"/>
                      <a:pt x="277" y="4"/>
                    </a:cubicBezTo>
                    <a:cubicBezTo>
                      <a:pt x="277" y="7"/>
                      <a:pt x="275" y="8"/>
                      <a:pt x="274" y="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25"/>
              <p:cNvSpPr/>
              <p:nvPr/>
            </p:nvSpPr>
            <p:spPr>
              <a:xfrm>
                <a:off x="6346111" y="1901112"/>
                <a:ext cx="867947" cy="25944"/>
              </a:xfrm>
              <a:custGeom>
                <a:rect b="b" l="l" r="r" t="t"/>
                <a:pathLst>
                  <a:path extrusionOk="0" h="8" w="277">
                    <a:moveTo>
                      <a:pt x="274" y="8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2" y="8"/>
                      <a:pt x="0" y="6"/>
                      <a:pt x="0" y="4"/>
                    </a:cubicBezTo>
                    <a:cubicBezTo>
                      <a:pt x="0" y="2"/>
                      <a:pt x="2" y="0"/>
                      <a:pt x="3" y="0"/>
                    </a:cubicBezTo>
                    <a:cubicBezTo>
                      <a:pt x="274" y="0"/>
                      <a:pt x="274" y="0"/>
                      <a:pt x="274" y="0"/>
                    </a:cubicBezTo>
                    <a:cubicBezTo>
                      <a:pt x="275" y="0"/>
                      <a:pt x="277" y="2"/>
                      <a:pt x="277" y="4"/>
                    </a:cubicBezTo>
                    <a:cubicBezTo>
                      <a:pt x="277" y="6"/>
                      <a:pt x="275" y="8"/>
                      <a:pt x="274" y="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5" name="Google Shape;495;p25"/>
            <p:cNvGrpSpPr/>
            <p:nvPr/>
          </p:nvGrpSpPr>
          <p:grpSpPr>
            <a:xfrm>
              <a:off x="5689091" y="993649"/>
              <a:ext cx="480545" cy="481555"/>
              <a:chOff x="5536591" y="3286196"/>
              <a:chExt cx="174300" cy="174654"/>
            </a:xfrm>
          </p:grpSpPr>
          <p:sp>
            <p:nvSpPr>
              <p:cNvPr id="496" name="Google Shape;496;p25"/>
              <p:cNvSpPr/>
              <p:nvPr/>
            </p:nvSpPr>
            <p:spPr>
              <a:xfrm>
                <a:off x="5536591" y="3286196"/>
                <a:ext cx="174300" cy="17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25"/>
              <p:cNvSpPr/>
              <p:nvPr/>
            </p:nvSpPr>
            <p:spPr>
              <a:xfrm>
                <a:off x="5594052" y="3324355"/>
                <a:ext cx="58800" cy="5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498;p25"/>
              <p:cNvSpPr/>
              <p:nvPr/>
            </p:nvSpPr>
            <p:spPr>
              <a:xfrm>
                <a:off x="5587664" y="3393001"/>
                <a:ext cx="71826" cy="67850"/>
              </a:xfrm>
              <a:custGeom>
                <a:rect b="b" l="l" r="r" t="t"/>
                <a:pathLst>
                  <a:path extrusionOk="0" h="25" w="21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4"/>
                      <a:pt x="7" y="25"/>
                      <a:pt x="11" y="25"/>
                    </a:cubicBezTo>
                    <a:cubicBezTo>
                      <a:pt x="15" y="25"/>
                      <a:pt x="18" y="24"/>
                      <a:pt x="21" y="22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5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9" name="Google Shape;499;p25"/>
            <p:cNvGrpSpPr/>
            <p:nvPr/>
          </p:nvGrpSpPr>
          <p:grpSpPr>
            <a:xfrm>
              <a:off x="6200806" y="813523"/>
              <a:ext cx="243759" cy="244271"/>
              <a:chOff x="5471892" y="3290059"/>
              <a:chExt cx="174300" cy="174654"/>
            </a:xfrm>
          </p:grpSpPr>
          <p:sp>
            <p:nvSpPr>
              <p:cNvPr id="500" name="Google Shape;500;p25"/>
              <p:cNvSpPr/>
              <p:nvPr/>
            </p:nvSpPr>
            <p:spPr>
              <a:xfrm>
                <a:off x="5471892" y="3290059"/>
                <a:ext cx="174300" cy="17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" name="Google Shape;501;p25"/>
              <p:cNvSpPr/>
              <p:nvPr/>
            </p:nvSpPr>
            <p:spPr>
              <a:xfrm>
                <a:off x="5529353" y="3333831"/>
                <a:ext cx="58800" cy="57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25"/>
              <p:cNvSpPr/>
              <p:nvPr/>
            </p:nvSpPr>
            <p:spPr>
              <a:xfrm>
                <a:off x="5522965" y="3396863"/>
                <a:ext cx="71826" cy="67850"/>
              </a:xfrm>
              <a:custGeom>
                <a:rect b="b" l="l" r="r" t="t"/>
                <a:pathLst>
                  <a:path extrusionOk="0" h="25" w="21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4"/>
                      <a:pt x="7" y="25"/>
                      <a:pt x="11" y="25"/>
                    </a:cubicBezTo>
                    <a:cubicBezTo>
                      <a:pt x="15" y="25"/>
                      <a:pt x="18" y="24"/>
                      <a:pt x="21" y="22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5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3" name="Google Shape;503;p25"/>
            <p:cNvGrpSpPr/>
            <p:nvPr/>
          </p:nvGrpSpPr>
          <p:grpSpPr>
            <a:xfrm>
              <a:off x="5914207" y="2530897"/>
              <a:ext cx="372601" cy="373357"/>
              <a:chOff x="5471892" y="3290059"/>
              <a:chExt cx="174300" cy="174654"/>
            </a:xfrm>
          </p:grpSpPr>
          <p:sp>
            <p:nvSpPr>
              <p:cNvPr id="504" name="Google Shape;504;p25"/>
              <p:cNvSpPr/>
              <p:nvPr/>
            </p:nvSpPr>
            <p:spPr>
              <a:xfrm>
                <a:off x="5471892" y="3290059"/>
                <a:ext cx="174300" cy="17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25"/>
              <p:cNvSpPr/>
              <p:nvPr/>
            </p:nvSpPr>
            <p:spPr>
              <a:xfrm>
                <a:off x="5529353" y="3333831"/>
                <a:ext cx="58800" cy="5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25"/>
              <p:cNvSpPr/>
              <p:nvPr/>
            </p:nvSpPr>
            <p:spPr>
              <a:xfrm>
                <a:off x="5522965" y="3396863"/>
                <a:ext cx="71826" cy="67850"/>
              </a:xfrm>
              <a:custGeom>
                <a:rect b="b" l="l" r="r" t="t"/>
                <a:pathLst>
                  <a:path extrusionOk="0" h="25" w="21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4"/>
                      <a:pt x="7" y="25"/>
                      <a:pt x="11" y="25"/>
                    </a:cubicBezTo>
                    <a:cubicBezTo>
                      <a:pt x="15" y="25"/>
                      <a:pt x="18" y="24"/>
                      <a:pt x="21" y="22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5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07" name="Google Shape;507;p25"/>
          <p:cNvSpPr txBox="1"/>
          <p:nvPr>
            <p:ph idx="4294967295" type="body"/>
          </p:nvPr>
        </p:nvSpPr>
        <p:spPr>
          <a:xfrm>
            <a:off x="322472" y="3595675"/>
            <a:ext cx="3108600" cy="10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SELOUGHA Mohamed Achraf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RAMOUL Chouaib Taki Eddine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BENAMRANE Mohamed Achraf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6"/>
          <p:cNvSpPr txBox="1"/>
          <p:nvPr>
            <p:ph type="title"/>
          </p:nvPr>
        </p:nvSpPr>
        <p:spPr>
          <a:xfrm>
            <a:off x="720000" y="468583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des matières</a:t>
            </a:r>
            <a:endParaRPr/>
          </a:p>
        </p:txBody>
      </p:sp>
      <p:sp>
        <p:nvSpPr>
          <p:cNvPr id="513" name="Google Shape;513;p26"/>
          <p:cNvSpPr txBox="1"/>
          <p:nvPr>
            <p:ph idx="2" type="title"/>
          </p:nvPr>
        </p:nvSpPr>
        <p:spPr>
          <a:xfrm>
            <a:off x="848600" y="1202483"/>
            <a:ext cx="7347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14" name="Google Shape;514;p26"/>
          <p:cNvSpPr txBox="1"/>
          <p:nvPr>
            <p:ph idx="3" type="title"/>
          </p:nvPr>
        </p:nvSpPr>
        <p:spPr>
          <a:xfrm>
            <a:off x="3751619" y="2389766"/>
            <a:ext cx="7347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15" name="Google Shape;515;p26"/>
          <p:cNvSpPr txBox="1"/>
          <p:nvPr>
            <p:ph idx="4" type="title"/>
          </p:nvPr>
        </p:nvSpPr>
        <p:spPr>
          <a:xfrm>
            <a:off x="3752044" y="1202483"/>
            <a:ext cx="7347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16" name="Google Shape;516;p26"/>
          <p:cNvSpPr txBox="1"/>
          <p:nvPr>
            <p:ph idx="5" type="title"/>
          </p:nvPr>
        </p:nvSpPr>
        <p:spPr>
          <a:xfrm>
            <a:off x="843700" y="3883370"/>
            <a:ext cx="7347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517" name="Google Shape;517;p26"/>
          <p:cNvSpPr txBox="1"/>
          <p:nvPr>
            <p:ph idx="6" type="title"/>
          </p:nvPr>
        </p:nvSpPr>
        <p:spPr>
          <a:xfrm>
            <a:off x="848600" y="2389783"/>
            <a:ext cx="7347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18" name="Google Shape;518;p26"/>
          <p:cNvSpPr txBox="1"/>
          <p:nvPr>
            <p:ph idx="1" type="subTitle"/>
          </p:nvPr>
        </p:nvSpPr>
        <p:spPr>
          <a:xfrm>
            <a:off x="720000" y="1800500"/>
            <a:ext cx="2640900" cy="4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Défi</a:t>
            </a:r>
            <a:r>
              <a:rPr lang="en"/>
              <a:t> et promesse</a:t>
            </a:r>
            <a:endParaRPr/>
          </a:p>
        </p:txBody>
      </p:sp>
      <p:sp>
        <p:nvSpPr>
          <p:cNvPr id="519" name="Google Shape;519;p26"/>
          <p:cNvSpPr txBox="1"/>
          <p:nvPr>
            <p:ph idx="8" type="subTitle"/>
          </p:nvPr>
        </p:nvSpPr>
        <p:spPr>
          <a:xfrm>
            <a:off x="3623444" y="1800488"/>
            <a:ext cx="2305500" cy="4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6"/>
          <p:cNvSpPr txBox="1"/>
          <p:nvPr>
            <p:ph idx="9" type="subTitle"/>
          </p:nvPr>
        </p:nvSpPr>
        <p:spPr>
          <a:xfrm>
            <a:off x="720000" y="2987788"/>
            <a:ext cx="2305500" cy="4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 Avantages du No-Code</a:t>
            </a:r>
            <a:endParaRPr/>
          </a:p>
        </p:txBody>
      </p:sp>
      <p:sp>
        <p:nvSpPr>
          <p:cNvPr id="521" name="Google Shape;521;p26"/>
          <p:cNvSpPr txBox="1"/>
          <p:nvPr>
            <p:ph idx="13" type="subTitle"/>
          </p:nvPr>
        </p:nvSpPr>
        <p:spPr>
          <a:xfrm>
            <a:off x="3623019" y="2987834"/>
            <a:ext cx="2305500" cy="4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Meilleurs Outils No-Code</a:t>
            </a:r>
            <a:endParaRPr/>
          </a:p>
        </p:txBody>
      </p:sp>
      <p:sp>
        <p:nvSpPr>
          <p:cNvPr id="522" name="Google Shape;522;p26"/>
          <p:cNvSpPr txBox="1"/>
          <p:nvPr>
            <p:ph idx="14" type="subTitle"/>
          </p:nvPr>
        </p:nvSpPr>
        <p:spPr>
          <a:xfrm>
            <a:off x="715100" y="4465725"/>
            <a:ext cx="3472800" cy="4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Demonstration pratique</a:t>
            </a:r>
            <a:endParaRPr/>
          </a:p>
        </p:txBody>
      </p:sp>
      <p:grpSp>
        <p:nvGrpSpPr>
          <p:cNvPr id="523" name="Google Shape;523;p26"/>
          <p:cNvGrpSpPr/>
          <p:nvPr/>
        </p:nvGrpSpPr>
        <p:grpSpPr>
          <a:xfrm>
            <a:off x="6038826" y="1202474"/>
            <a:ext cx="2530518" cy="3275253"/>
            <a:chOff x="6038826" y="1202474"/>
            <a:chExt cx="2530518" cy="3275253"/>
          </a:xfrm>
        </p:grpSpPr>
        <p:grpSp>
          <p:nvGrpSpPr>
            <p:cNvPr id="524" name="Google Shape;524;p26"/>
            <p:cNvGrpSpPr/>
            <p:nvPr/>
          </p:nvGrpSpPr>
          <p:grpSpPr>
            <a:xfrm>
              <a:off x="6732405" y="1202474"/>
              <a:ext cx="1836939" cy="3275253"/>
              <a:chOff x="1795497" y="141297"/>
              <a:chExt cx="1026796" cy="1830773"/>
            </a:xfrm>
          </p:grpSpPr>
          <p:sp>
            <p:nvSpPr>
              <p:cNvPr id="525" name="Google Shape;525;p26"/>
              <p:cNvSpPr/>
              <p:nvPr/>
            </p:nvSpPr>
            <p:spPr>
              <a:xfrm>
                <a:off x="2780946" y="505383"/>
                <a:ext cx="41348" cy="198698"/>
              </a:xfrm>
              <a:custGeom>
                <a:rect b="b" l="l" r="r" t="t"/>
                <a:pathLst>
                  <a:path extrusionOk="0" h="133" w="28">
                    <a:moveTo>
                      <a:pt x="14" y="133"/>
                    </a:moveTo>
                    <a:cubicBezTo>
                      <a:pt x="14" y="133"/>
                      <a:pt x="14" y="133"/>
                      <a:pt x="14" y="133"/>
                    </a:cubicBezTo>
                    <a:cubicBezTo>
                      <a:pt x="6" y="133"/>
                      <a:pt x="0" y="126"/>
                      <a:pt x="0" y="118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ubicBezTo>
                      <a:pt x="28" y="118"/>
                      <a:pt x="28" y="118"/>
                      <a:pt x="28" y="118"/>
                    </a:cubicBezTo>
                    <a:cubicBezTo>
                      <a:pt x="28" y="126"/>
                      <a:pt x="22" y="133"/>
                      <a:pt x="14" y="1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26"/>
              <p:cNvSpPr/>
              <p:nvPr/>
            </p:nvSpPr>
            <p:spPr>
              <a:xfrm>
                <a:off x="1795497" y="141297"/>
                <a:ext cx="1007272" cy="1830773"/>
              </a:xfrm>
              <a:custGeom>
                <a:rect b="b" l="l" r="r" t="t"/>
                <a:pathLst>
                  <a:path extrusionOk="0" h="1223" w="671">
                    <a:moveTo>
                      <a:pt x="577" y="1223"/>
                    </a:moveTo>
                    <a:cubicBezTo>
                      <a:pt x="91" y="1223"/>
                      <a:pt x="91" y="1223"/>
                      <a:pt x="91" y="1223"/>
                    </a:cubicBezTo>
                    <a:cubicBezTo>
                      <a:pt x="41" y="1223"/>
                      <a:pt x="0" y="1182"/>
                      <a:pt x="0" y="1132"/>
                    </a:cubicBezTo>
                    <a:cubicBezTo>
                      <a:pt x="2" y="91"/>
                      <a:pt x="2" y="91"/>
                      <a:pt x="2" y="91"/>
                    </a:cubicBezTo>
                    <a:cubicBezTo>
                      <a:pt x="2" y="41"/>
                      <a:pt x="43" y="0"/>
                      <a:pt x="93" y="0"/>
                    </a:cubicBezTo>
                    <a:cubicBezTo>
                      <a:pt x="580" y="1"/>
                      <a:pt x="580" y="1"/>
                      <a:pt x="580" y="1"/>
                    </a:cubicBezTo>
                    <a:cubicBezTo>
                      <a:pt x="630" y="1"/>
                      <a:pt x="671" y="42"/>
                      <a:pt x="670" y="92"/>
                    </a:cubicBezTo>
                    <a:cubicBezTo>
                      <a:pt x="668" y="1132"/>
                      <a:pt x="668" y="1132"/>
                      <a:pt x="668" y="1132"/>
                    </a:cubicBezTo>
                    <a:cubicBezTo>
                      <a:pt x="668" y="1182"/>
                      <a:pt x="627" y="1223"/>
                      <a:pt x="577" y="12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" name="Google Shape;527;p26"/>
              <p:cNvSpPr/>
              <p:nvPr/>
            </p:nvSpPr>
            <p:spPr>
              <a:xfrm>
                <a:off x="1844884" y="198724"/>
                <a:ext cx="907347" cy="1723956"/>
              </a:xfrm>
              <a:custGeom>
                <a:rect b="b" l="l" r="r" t="t"/>
                <a:pathLst>
                  <a:path extrusionOk="0" h="1152" w="604">
                    <a:moveTo>
                      <a:pt x="539" y="1152"/>
                    </a:moveTo>
                    <a:cubicBezTo>
                      <a:pt x="63" y="1152"/>
                      <a:pt x="63" y="1152"/>
                      <a:pt x="63" y="1152"/>
                    </a:cubicBezTo>
                    <a:cubicBezTo>
                      <a:pt x="29" y="1152"/>
                      <a:pt x="0" y="1124"/>
                      <a:pt x="0" y="1089"/>
                    </a:cubicBezTo>
                    <a:cubicBezTo>
                      <a:pt x="3" y="63"/>
                      <a:pt x="3" y="63"/>
                      <a:pt x="3" y="63"/>
                    </a:cubicBezTo>
                    <a:cubicBezTo>
                      <a:pt x="3" y="28"/>
                      <a:pt x="31" y="0"/>
                      <a:pt x="66" y="0"/>
                    </a:cubicBezTo>
                    <a:cubicBezTo>
                      <a:pt x="541" y="1"/>
                      <a:pt x="541" y="1"/>
                      <a:pt x="541" y="1"/>
                    </a:cubicBezTo>
                    <a:cubicBezTo>
                      <a:pt x="576" y="1"/>
                      <a:pt x="604" y="29"/>
                      <a:pt x="604" y="64"/>
                    </a:cubicBezTo>
                    <a:cubicBezTo>
                      <a:pt x="602" y="1089"/>
                      <a:pt x="602" y="1089"/>
                      <a:pt x="602" y="1089"/>
                    </a:cubicBezTo>
                    <a:cubicBezTo>
                      <a:pt x="602" y="1124"/>
                      <a:pt x="573" y="1152"/>
                      <a:pt x="539" y="1152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" name="Google Shape;528;p26"/>
              <p:cNvSpPr/>
              <p:nvPr/>
            </p:nvSpPr>
            <p:spPr>
              <a:xfrm>
                <a:off x="2036691" y="198724"/>
                <a:ext cx="526033" cy="89586"/>
              </a:xfrm>
              <a:custGeom>
                <a:rect b="b" l="l" r="r" t="t"/>
                <a:pathLst>
                  <a:path extrusionOk="0" h="60" w="350">
                    <a:moveTo>
                      <a:pt x="0" y="0"/>
                    </a:moveTo>
                    <a:cubicBezTo>
                      <a:pt x="0" y="24"/>
                      <a:pt x="0" y="24"/>
                      <a:pt x="0" y="24"/>
                    </a:cubicBezTo>
                    <a:cubicBezTo>
                      <a:pt x="0" y="43"/>
                      <a:pt x="16" y="59"/>
                      <a:pt x="36" y="59"/>
                    </a:cubicBezTo>
                    <a:cubicBezTo>
                      <a:pt x="315" y="60"/>
                      <a:pt x="315" y="60"/>
                      <a:pt x="315" y="60"/>
                    </a:cubicBezTo>
                    <a:cubicBezTo>
                      <a:pt x="334" y="60"/>
                      <a:pt x="350" y="44"/>
                      <a:pt x="350" y="25"/>
                    </a:cubicBezTo>
                    <a:cubicBezTo>
                      <a:pt x="350" y="1"/>
                      <a:pt x="350" y="1"/>
                      <a:pt x="350" y="1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" name="Google Shape;529;p26"/>
              <p:cNvSpPr/>
              <p:nvPr/>
            </p:nvSpPr>
            <p:spPr>
              <a:xfrm>
                <a:off x="2098712" y="227437"/>
                <a:ext cx="249234" cy="32159"/>
              </a:xfrm>
              <a:custGeom>
                <a:rect b="b" l="l" r="r" t="t"/>
                <a:pathLst>
                  <a:path extrusionOk="0" h="22" w="166">
                    <a:moveTo>
                      <a:pt x="156" y="22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4"/>
                      <a:pt x="4" y="0"/>
                      <a:pt x="10" y="0"/>
                    </a:cubicBezTo>
                    <a:cubicBezTo>
                      <a:pt x="156" y="0"/>
                      <a:pt x="156" y="0"/>
                      <a:pt x="156" y="0"/>
                    </a:cubicBezTo>
                    <a:cubicBezTo>
                      <a:pt x="162" y="0"/>
                      <a:pt x="166" y="5"/>
                      <a:pt x="166" y="11"/>
                    </a:cubicBezTo>
                    <a:cubicBezTo>
                      <a:pt x="166" y="17"/>
                      <a:pt x="162" y="22"/>
                      <a:pt x="156" y="2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" name="Google Shape;530;p26"/>
              <p:cNvSpPr/>
              <p:nvPr/>
            </p:nvSpPr>
            <p:spPr>
              <a:xfrm>
                <a:off x="2424898" y="219397"/>
                <a:ext cx="45942" cy="48239"/>
              </a:xfrm>
              <a:custGeom>
                <a:rect b="b" l="l" r="r" t="t"/>
                <a:pathLst>
                  <a:path extrusionOk="0" h="32" w="31">
                    <a:moveTo>
                      <a:pt x="31" y="16"/>
                    </a:moveTo>
                    <a:cubicBezTo>
                      <a:pt x="31" y="25"/>
                      <a:pt x="24" y="32"/>
                      <a:pt x="16" y="32"/>
                    </a:cubicBezTo>
                    <a:cubicBezTo>
                      <a:pt x="7" y="32"/>
                      <a:pt x="0" y="25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24" y="0"/>
                      <a:pt x="31" y="8"/>
                      <a:pt x="31" y="16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1" name="Google Shape;531;p26"/>
            <p:cNvGrpSpPr/>
            <p:nvPr/>
          </p:nvGrpSpPr>
          <p:grpSpPr>
            <a:xfrm>
              <a:off x="6873949" y="2333832"/>
              <a:ext cx="1517376" cy="1515001"/>
              <a:chOff x="-1044657" y="1665281"/>
              <a:chExt cx="2300100" cy="2296500"/>
            </a:xfrm>
          </p:grpSpPr>
          <p:sp>
            <p:nvSpPr>
              <p:cNvPr id="532" name="Google Shape;532;p26"/>
              <p:cNvSpPr/>
              <p:nvPr/>
            </p:nvSpPr>
            <p:spPr>
              <a:xfrm>
                <a:off x="-1044657" y="1665281"/>
                <a:ext cx="2300100" cy="2296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" name="Google Shape;533;p26"/>
              <p:cNvSpPr/>
              <p:nvPr/>
            </p:nvSpPr>
            <p:spPr>
              <a:xfrm>
                <a:off x="-776100" y="1930678"/>
                <a:ext cx="1762800" cy="176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" name="Google Shape;534;p26"/>
              <p:cNvSpPr/>
              <p:nvPr/>
            </p:nvSpPr>
            <p:spPr>
              <a:xfrm>
                <a:off x="-371692" y="3132925"/>
                <a:ext cx="960489" cy="568707"/>
              </a:xfrm>
              <a:custGeom>
                <a:rect b="b" l="l" r="r" t="t"/>
                <a:pathLst>
                  <a:path extrusionOk="0" h="124" w="209">
                    <a:moveTo>
                      <a:pt x="208" y="89"/>
                    </a:moveTo>
                    <a:cubicBezTo>
                      <a:pt x="201" y="39"/>
                      <a:pt x="157" y="0"/>
                      <a:pt x="105" y="0"/>
                    </a:cubicBezTo>
                    <a:cubicBezTo>
                      <a:pt x="54" y="0"/>
                      <a:pt x="11" y="37"/>
                      <a:pt x="2" y="86"/>
                    </a:cubicBezTo>
                    <a:cubicBezTo>
                      <a:pt x="2" y="89"/>
                      <a:pt x="1" y="91"/>
                      <a:pt x="0" y="94"/>
                    </a:cubicBezTo>
                    <a:cubicBezTo>
                      <a:pt x="1" y="94"/>
                      <a:pt x="1" y="94"/>
                      <a:pt x="1" y="94"/>
                    </a:cubicBezTo>
                    <a:cubicBezTo>
                      <a:pt x="31" y="113"/>
                      <a:pt x="67" y="124"/>
                      <a:pt x="105" y="124"/>
                    </a:cubicBezTo>
                    <a:cubicBezTo>
                      <a:pt x="143" y="124"/>
                      <a:pt x="178" y="113"/>
                      <a:pt x="208" y="94"/>
                    </a:cubicBezTo>
                    <a:cubicBezTo>
                      <a:pt x="209" y="94"/>
                      <a:pt x="209" y="94"/>
                      <a:pt x="209" y="94"/>
                    </a:cubicBezTo>
                    <a:cubicBezTo>
                      <a:pt x="209" y="92"/>
                      <a:pt x="208" y="91"/>
                      <a:pt x="208" y="8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" name="Google Shape;535;p26"/>
              <p:cNvSpPr/>
              <p:nvPr/>
            </p:nvSpPr>
            <p:spPr>
              <a:xfrm>
                <a:off x="-599176" y="2409403"/>
                <a:ext cx="69509" cy="375980"/>
              </a:xfrm>
              <a:custGeom>
                <a:rect b="b" l="l" r="r" t="t"/>
                <a:pathLst>
                  <a:path extrusionOk="0" h="82" w="15">
                    <a:moveTo>
                      <a:pt x="7" y="82"/>
                    </a:moveTo>
                    <a:cubicBezTo>
                      <a:pt x="7" y="82"/>
                      <a:pt x="7" y="82"/>
                      <a:pt x="7" y="82"/>
                    </a:cubicBezTo>
                    <a:cubicBezTo>
                      <a:pt x="3" y="82"/>
                      <a:pt x="0" y="78"/>
                      <a:pt x="0" y="7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4"/>
                      <a:pt x="3" y="0"/>
                      <a:pt x="7" y="0"/>
                    </a:cubicBezTo>
                    <a:cubicBezTo>
                      <a:pt x="12" y="0"/>
                      <a:pt x="15" y="4"/>
                      <a:pt x="15" y="8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5" y="78"/>
                      <a:pt x="12" y="82"/>
                      <a:pt x="7" y="8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" name="Google Shape;536;p26"/>
              <p:cNvSpPr/>
              <p:nvPr/>
            </p:nvSpPr>
            <p:spPr>
              <a:xfrm>
                <a:off x="-558104" y="2494709"/>
                <a:ext cx="382500" cy="382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" name="Google Shape;537;p26"/>
              <p:cNvSpPr/>
              <p:nvPr/>
            </p:nvSpPr>
            <p:spPr>
              <a:xfrm>
                <a:off x="396067" y="2494709"/>
                <a:ext cx="378900" cy="382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26"/>
              <p:cNvSpPr/>
              <p:nvPr/>
            </p:nvSpPr>
            <p:spPr>
              <a:xfrm>
                <a:off x="313920" y="3309856"/>
                <a:ext cx="110582" cy="66350"/>
              </a:xfrm>
              <a:custGeom>
                <a:rect b="b" l="l" r="r" t="t"/>
                <a:pathLst>
                  <a:path extrusionOk="0" h="14" w="24">
                    <a:moveTo>
                      <a:pt x="17" y="14"/>
                    </a:moveTo>
                    <a:cubicBezTo>
                      <a:pt x="6" y="14"/>
                      <a:pt x="6" y="14"/>
                      <a:pt x="6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21" y="0"/>
                      <a:pt x="24" y="3"/>
                      <a:pt x="24" y="7"/>
                    </a:cubicBezTo>
                    <a:cubicBezTo>
                      <a:pt x="24" y="11"/>
                      <a:pt x="21" y="14"/>
                      <a:pt x="17" y="1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26"/>
              <p:cNvSpPr/>
              <p:nvPr/>
            </p:nvSpPr>
            <p:spPr>
              <a:xfrm>
                <a:off x="313920" y="3388845"/>
                <a:ext cx="110582" cy="60031"/>
              </a:xfrm>
              <a:custGeom>
                <a:rect b="b" l="l" r="r" t="t"/>
                <a:pathLst>
                  <a:path extrusionOk="0" h="13" w="24">
                    <a:moveTo>
                      <a:pt x="6" y="0"/>
                    </a:moveTo>
                    <a:cubicBezTo>
                      <a:pt x="17" y="0"/>
                      <a:pt x="17" y="0"/>
                      <a:pt x="17" y="0"/>
                    </a:cubicBezTo>
                    <a:cubicBezTo>
                      <a:pt x="21" y="0"/>
                      <a:pt x="24" y="3"/>
                      <a:pt x="24" y="7"/>
                    </a:cubicBezTo>
                    <a:cubicBezTo>
                      <a:pt x="24" y="10"/>
                      <a:pt x="21" y="13"/>
                      <a:pt x="17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3" y="13"/>
                      <a:pt x="0" y="10"/>
                      <a:pt x="0" y="7"/>
                    </a:cubicBezTo>
                    <a:cubicBezTo>
                      <a:pt x="0" y="3"/>
                      <a:pt x="3" y="0"/>
                      <a:pt x="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26"/>
              <p:cNvSpPr/>
              <p:nvPr/>
            </p:nvSpPr>
            <p:spPr>
              <a:xfrm>
                <a:off x="373952" y="3448874"/>
                <a:ext cx="50400" cy="56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26"/>
              <p:cNvSpPr/>
              <p:nvPr/>
            </p:nvSpPr>
            <p:spPr>
              <a:xfrm>
                <a:off x="373952" y="3508905"/>
                <a:ext cx="50400" cy="50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p26"/>
              <p:cNvSpPr/>
              <p:nvPr/>
            </p:nvSpPr>
            <p:spPr>
              <a:xfrm>
                <a:off x="317080" y="3319336"/>
                <a:ext cx="101104" cy="47393"/>
              </a:xfrm>
              <a:custGeom>
                <a:rect b="b" l="l" r="r" t="t"/>
                <a:pathLst>
                  <a:path extrusionOk="0" h="10" w="22">
                    <a:moveTo>
                      <a:pt x="5" y="10"/>
                    </a:moveTo>
                    <a:cubicBezTo>
                      <a:pt x="16" y="10"/>
                      <a:pt x="16" y="10"/>
                      <a:pt x="16" y="10"/>
                    </a:cubicBezTo>
                    <a:cubicBezTo>
                      <a:pt x="19" y="10"/>
                      <a:pt x="22" y="8"/>
                      <a:pt x="22" y="5"/>
                    </a:cubicBezTo>
                    <a:cubicBezTo>
                      <a:pt x="22" y="5"/>
                      <a:pt x="22" y="5"/>
                      <a:pt x="22" y="5"/>
                    </a:cubicBezTo>
                    <a:cubicBezTo>
                      <a:pt x="22" y="2"/>
                      <a:pt x="19" y="0"/>
                      <a:pt x="16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3" y="0"/>
                      <a:pt x="0" y="2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8"/>
                      <a:pt x="3" y="10"/>
                      <a:pt x="5" y="1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" name="Google Shape;543;p26"/>
              <p:cNvSpPr/>
              <p:nvPr/>
            </p:nvSpPr>
            <p:spPr>
              <a:xfrm>
                <a:off x="318668" y="3393585"/>
                <a:ext cx="101104" cy="47393"/>
              </a:xfrm>
              <a:custGeom>
                <a:rect b="b" l="l" r="r" t="t"/>
                <a:pathLst>
                  <a:path extrusionOk="0" h="10" w="22">
                    <a:moveTo>
                      <a:pt x="5" y="10"/>
                    </a:moveTo>
                    <a:cubicBezTo>
                      <a:pt x="16" y="10"/>
                      <a:pt x="16" y="10"/>
                      <a:pt x="16" y="10"/>
                    </a:cubicBezTo>
                    <a:cubicBezTo>
                      <a:pt x="19" y="10"/>
                      <a:pt x="22" y="8"/>
                      <a:pt x="22" y="5"/>
                    </a:cubicBezTo>
                    <a:cubicBezTo>
                      <a:pt x="22" y="5"/>
                      <a:pt x="22" y="5"/>
                      <a:pt x="22" y="5"/>
                    </a:cubicBezTo>
                    <a:cubicBezTo>
                      <a:pt x="22" y="2"/>
                      <a:pt x="19" y="0"/>
                      <a:pt x="16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3" y="0"/>
                      <a:pt x="0" y="2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8"/>
                      <a:pt x="3" y="10"/>
                      <a:pt x="5" y="1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" name="Google Shape;544;p26"/>
              <p:cNvSpPr/>
              <p:nvPr/>
            </p:nvSpPr>
            <p:spPr>
              <a:xfrm>
                <a:off x="336037" y="3404641"/>
                <a:ext cx="41073" cy="9479"/>
              </a:xfrm>
              <a:custGeom>
                <a:rect b="b" l="l" r="r" t="t"/>
                <a:pathLst>
                  <a:path extrusionOk="0" h="2" w="9">
                    <a:moveTo>
                      <a:pt x="9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0"/>
                      <a:pt x="9" y="1"/>
                      <a:pt x="9" y="1"/>
                    </a:cubicBezTo>
                    <a:cubicBezTo>
                      <a:pt x="9" y="2"/>
                      <a:pt x="9" y="2"/>
                      <a:pt x="9" y="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" name="Google Shape;545;p26"/>
              <p:cNvSpPr/>
              <p:nvPr/>
            </p:nvSpPr>
            <p:spPr>
              <a:xfrm>
                <a:off x="336037" y="3417279"/>
                <a:ext cx="22116" cy="9479"/>
              </a:xfrm>
              <a:custGeom>
                <a:rect b="b" l="l" r="r" t="t"/>
                <a:pathLst>
                  <a:path extrusionOk="0" h="2" w="5">
                    <a:moveTo>
                      <a:pt x="4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5" y="0"/>
                      <a:pt x="5" y="1"/>
                      <a:pt x="5" y="1"/>
                    </a:cubicBezTo>
                    <a:cubicBezTo>
                      <a:pt x="5" y="2"/>
                      <a:pt x="5" y="2"/>
                      <a:pt x="4" y="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" name="Google Shape;546;p26"/>
              <p:cNvSpPr/>
              <p:nvPr/>
            </p:nvSpPr>
            <p:spPr>
              <a:xfrm>
                <a:off x="378760" y="3459841"/>
                <a:ext cx="40800" cy="38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" name="Google Shape;547;p26"/>
              <p:cNvSpPr/>
              <p:nvPr/>
            </p:nvSpPr>
            <p:spPr>
              <a:xfrm>
                <a:off x="378760" y="3515224"/>
                <a:ext cx="40800" cy="34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" name="Google Shape;548;p26"/>
              <p:cNvSpPr/>
              <p:nvPr/>
            </p:nvSpPr>
            <p:spPr>
              <a:xfrm>
                <a:off x="272847" y="3508905"/>
                <a:ext cx="54000" cy="50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" name="Google Shape;549;p26"/>
              <p:cNvSpPr/>
              <p:nvPr/>
            </p:nvSpPr>
            <p:spPr>
              <a:xfrm>
                <a:off x="282325" y="3515224"/>
                <a:ext cx="34800" cy="34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" name="Google Shape;550;p26"/>
              <p:cNvSpPr/>
              <p:nvPr/>
            </p:nvSpPr>
            <p:spPr>
              <a:xfrm>
                <a:off x="174902" y="3508905"/>
                <a:ext cx="50400" cy="50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" name="Google Shape;551;p26"/>
              <p:cNvSpPr/>
              <p:nvPr/>
            </p:nvSpPr>
            <p:spPr>
              <a:xfrm>
                <a:off x="-99974" y="2791700"/>
                <a:ext cx="417054" cy="612941"/>
              </a:xfrm>
              <a:custGeom>
                <a:rect b="b" l="l" r="r" t="t"/>
                <a:pathLst>
                  <a:path extrusionOk="0" h="133" w="91">
                    <a:moveTo>
                      <a:pt x="45" y="133"/>
                    </a:moveTo>
                    <a:cubicBezTo>
                      <a:pt x="45" y="133"/>
                      <a:pt x="45" y="133"/>
                      <a:pt x="45" y="133"/>
                    </a:cubicBezTo>
                    <a:cubicBezTo>
                      <a:pt x="20" y="133"/>
                      <a:pt x="0" y="113"/>
                      <a:pt x="0" y="87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1"/>
                      <a:pt x="20" y="0"/>
                      <a:pt x="45" y="0"/>
                    </a:cubicBezTo>
                    <a:cubicBezTo>
                      <a:pt x="71" y="0"/>
                      <a:pt x="91" y="21"/>
                      <a:pt x="91" y="46"/>
                    </a:cubicBezTo>
                    <a:cubicBezTo>
                      <a:pt x="91" y="87"/>
                      <a:pt x="91" y="87"/>
                      <a:pt x="91" y="87"/>
                    </a:cubicBezTo>
                    <a:cubicBezTo>
                      <a:pt x="91" y="113"/>
                      <a:pt x="71" y="133"/>
                      <a:pt x="45" y="13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" name="Google Shape;552;p26"/>
              <p:cNvSpPr/>
              <p:nvPr/>
            </p:nvSpPr>
            <p:spPr>
              <a:xfrm>
                <a:off x="-77859" y="2832775"/>
                <a:ext cx="372822" cy="533954"/>
              </a:xfrm>
              <a:custGeom>
                <a:rect b="b" l="l" r="r" t="t"/>
                <a:pathLst>
                  <a:path extrusionOk="0" h="116" w="81">
                    <a:moveTo>
                      <a:pt x="40" y="116"/>
                    </a:moveTo>
                    <a:cubicBezTo>
                      <a:pt x="40" y="116"/>
                      <a:pt x="40" y="116"/>
                      <a:pt x="40" y="116"/>
                    </a:cubicBezTo>
                    <a:cubicBezTo>
                      <a:pt x="18" y="116"/>
                      <a:pt x="0" y="98"/>
                      <a:pt x="0" y="76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62" y="0"/>
                      <a:pt x="81" y="18"/>
                      <a:pt x="81" y="40"/>
                    </a:cubicBezTo>
                    <a:cubicBezTo>
                      <a:pt x="81" y="76"/>
                      <a:pt x="81" y="76"/>
                      <a:pt x="81" y="76"/>
                    </a:cubicBezTo>
                    <a:cubicBezTo>
                      <a:pt x="81" y="98"/>
                      <a:pt x="62" y="116"/>
                      <a:pt x="40" y="11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" name="Google Shape;553;p26"/>
              <p:cNvSpPr/>
              <p:nvPr/>
            </p:nvSpPr>
            <p:spPr>
              <a:xfrm>
                <a:off x="-403287" y="2222993"/>
                <a:ext cx="1020518" cy="1020515"/>
              </a:xfrm>
              <a:custGeom>
                <a:rect b="b" l="l" r="r" t="t"/>
                <a:pathLst>
                  <a:path extrusionOk="0" h="221" w="222">
                    <a:moveTo>
                      <a:pt x="147" y="221"/>
                    </a:moveTo>
                    <a:cubicBezTo>
                      <a:pt x="75" y="221"/>
                      <a:pt x="75" y="221"/>
                      <a:pt x="75" y="221"/>
                    </a:cubicBezTo>
                    <a:cubicBezTo>
                      <a:pt x="34" y="221"/>
                      <a:pt x="0" y="188"/>
                      <a:pt x="0" y="147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34"/>
                      <a:pt x="34" y="0"/>
                      <a:pt x="75" y="0"/>
                    </a:cubicBezTo>
                    <a:cubicBezTo>
                      <a:pt x="147" y="0"/>
                      <a:pt x="147" y="0"/>
                      <a:pt x="147" y="0"/>
                    </a:cubicBezTo>
                    <a:cubicBezTo>
                      <a:pt x="188" y="0"/>
                      <a:pt x="222" y="34"/>
                      <a:pt x="222" y="75"/>
                    </a:cubicBezTo>
                    <a:cubicBezTo>
                      <a:pt x="222" y="147"/>
                      <a:pt x="222" y="147"/>
                      <a:pt x="222" y="147"/>
                    </a:cubicBezTo>
                    <a:cubicBezTo>
                      <a:pt x="222" y="188"/>
                      <a:pt x="188" y="221"/>
                      <a:pt x="147" y="22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" name="Google Shape;554;p26"/>
              <p:cNvSpPr/>
              <p:nvPr/>
            </p:nvSpPr>
            <p:spPr>
              <a:xfrm>
                <a:off x="-343257" y="2791700"/>
                <a:ext cx="900457" cy="451808"/>
              </a:xfrm>
              <a:custGeom>
                <a:rect b="b" l="l" r="r" t="t"/>
                <a:pathLst>
                  <a:path extrusionOk="0" h="98" w="196">
                    <a:moveTo>
                      <a:pt x="158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17" y="0"/>
                      <a:pt x="0" y="17"/>
                      <a:pt x="0" y="39"/>
                    </a:cubicBezTo>
                    <a:cubicBezTo>
                      <a:pt x="0" y="66"/>
                      <a:pt x="0" y="66"/>
                      <a:pt x="0" y="66"/>
                    </a:cubicBezTo>
                    <a:cubicBezTo>
                      <a:pt x="13" y="84"/>
                      <a:pt x="34" y="98"/>
                      <a:pt x="58" y="98"/>
                    </a:cubicBezTo>
                    <a:cubicBezTo>
                      <a:pt x="138" y="98"/>
                      <a:pt x="138" y="98"/>
                      <a:pt x="138" y="98"/>
                    </a:cubicBezTo>
                    <a:cubicBezTo>
                      <a:pt x="162" y="98"/>
                      <a:pt x="183" y="84"/>
                      <a:pt x="196" y="66"/>
                    </a:cubicBezTo>
                    <a:cubicBezTo>
                      <a:pt x="196" y="39"/>
                      <a:pt x="196" y="39"/>
                      <a:pt x="196" y="39"/>
                    </a:cubicBezTo>
                    <a:cubicBezTo>
                      <a:pt x="196" y="17"/>
                      <a:pt x="179" y="0"/>
                      <a:pt x="15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" name="Google Shape;555;p26"/>
              <p:cNvSpPr/>
              <p:nvPr/>
            </p:nvSpPr>
            <p:spPr>
              <a:xfrm>
                <a:off x="-226355" y="2832775"/>
                <a:ext cx="663497" cy="281196"/>
              </a:xfrm>
              <a:custGeom>
                <a:rect b="b" l="l" r="r" t="t"/>
                <a:pathLst>
                  <a:path extrusionOk="0" h="61" w="144">
                    <a:moveTo>
                      <a:pt x="133" y="0"/>
                    </a:move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5"/>
                      <a:pt x="0" y="11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56"/>
                      <a:pt x="5" y="61"/>
                      <a:pt x="12" y="61"/>
                    </a:cubicBezTo>
                    <a:cubicBezTo>
                      <a:pt x="133" y="61"/>
                      <a:pt x="133" y="61"/>
                      <a:pt x="133" y="61"/>
                    </a:cubicBezTo>
                    <a:cubicBezTo>
                      <a:pt x="139" y="61"/>
                      <a:pt x="144" y="56"/>
                      <a:pt x="144" y="49"/>
                    </a:cubicBezTo>
                    <a:cubicBezTo>
                      <a:pt x="144" y="11"/>
                      <a:pt x="144" y="11"/>
                      <a:pt x="144" y="11"/>
                    </a:cubicBezTo>
                    <a:cubicBezTo>
                      <a:pt x="144" y="5"/>
                      <a:pt x="139" y="0"/>
                      <a:pt x="1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26"/>
              <p:cNvSpPr/>
              <p:nvPr/>
            </p:nvSpPr>
            <p:spPr>
              <a:xfrm>
                <a:off x="-197920" y="2854890"/>
                <a:ext cx="612944" cy="227483"/>
              </a:xfrm>
              <a:custGeom>
                <a:rect b="b" l="l" r="r" t="t"/>
                <a:pathLst>
                  <a:path extrusionOk="0" h="49" w="133">
                    <a:moveTo>
                      <a:pt x="126" y="49"/>
                    </a:moveTo>
                    <a:cubicBezTo>
                      <a:pt x="6" y="49"/>
                      <a:pt x="6" y="49"/>
                      <a:pt x="6" y="49"/>
                    </a:cubicBezTo>
                    <a:cubicBezTo>
                      <a:pt x="3" y="49"/>
                      <a:pt x="0" y="46"/>
                      <a:pt x="0" y="43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26" y="0"/>
                      <a:pt x="126" y="0"/>
                      <a:pt x="126" y="0"/>
                    </a:cubicBezTo>
                    <a:cubicBezTo>
                      <a:pt x="130" y="0"/>
                      <a:pt x="133" y="3"/>
                      <a:pt x="133" y="6"/>
                    </a:cubicBezTo>
                    <a:cubicBezTo>
                      <a:pt x="133" y="43"/>
                      <a:pt x="133" y="43"/>
                      <a:pt x="133" y="43"/>
                    </a:cubicBezTo>
                    <a:cubicBezTo>
                      <a:pt x="133" y="46"/>
                      <a:pt x="130" y="49"/>
                      <a:pt x="126" y="4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" name="Google Shape;557;p26"/>
              <p:cNvSpPr/>
              <p:nvPr/>
            </p:nvSpPr>
            <p:spPr>
              <a:xfrm>
                <a:off x="-125250" y="2914930"/>
                <a:ext cx="461288" cy="116902"/>
              </a:xfrm>
              <a:custGeom>
                <a:rect b="b" l="l" r="r" t="t"/>
                <a:pathLst>
                  <a:path extrusionOk="0" h="25" w="100">
                    <a:moveTo>
                      <a:pt x="0" y="14"/>
                    </a:moveTo>
                    <a:cubicBezTo>
                      <a:pt x="1" y="15"/>
                      <a:pt x="21" y="25"/>
                      <a:pt x="51" y="25"/>
                    </a:cubicBezTo>
                    <a:cubicBezTo>
                      <a:pt x="66" y="25"/>
                      <a:pt x="83" y="22"/>
                      <a:pt x="100" y="14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79" y="6"/>
                      <a:pt x="64" y="9"/>
                      <a:pt x="51" y="9"/>
                    </a:cubicBezTo>
                    <a:cubicBezTo>
                      <a:pt x="38" y="9"/>
                      <a:pt x="27" y="6"/>
                      <a:pt x="19" y="4"/>
                    </a:cubicBezTo>
                    <a:cubicBezTo>
                      <a:pt x="15" y="3"/>
                      <a:pt x="12" y="2"/>
                      <a:pt x="10" y="1"/>
                    </a:cubicBezTo>
                    <a:cubicBezTo>
                      <a:pt x="9" y="1"/>
                      <a:pt x="9" y="0"/>
                      <a:pt x="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0" y="14"/>
                      <a:pt x="0" y="14"/>
                      <a:pt x="0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558;p26"/>
              <p:cNvSpPr/>
              <p:nvPr/>
            </p:nvSpPr>
            <p:spPr>
              <a:xfrm>
                <a:off x="-109454" y="2937047"/>
                <a:ext cx="436012" cy="66350"/>
              </a:xfrm>
              <a:custGeom>
                <a:rect b="b" l="l" r="r" t="t"/>
                <a:pathLst>
                  <a:path extrusionOk="0" h="14" w="95">
                    <a:moveTo>
                      <a:pt x="0" y="4"/>
                    </a:moveTo>
                    <a:cubicBezTo>
                      <a:pt x="0" y="4"/>
                      <a:pt x="20" y="14"/>
                      <a:pt x="48" y="14"/>
                    </a:cubicBezTo>
                    <a:cubicBezTo>
                      <a:pt x="62" y="14"/>
                      <a:pt x="78" y="11"/>
                      <a:pt x="95" y="4"/>
                    </a:cubicBezTo>
                    <a:cubicBezTo>
                      <a:pt x="93" y="0"/>
                      <a:pt x="93" y="0"/>
                      <a:pt x="93" y="0"/>
                    </a:cubicBezTo>
                    <a:cubicBezTo>
                      <a:pt x="77" y="7"/>
                      <a:pt x="62" y="10"/>
                      <a:pt x="48" y="10"/>
                    </a:cubicBezTo>
                    <a:cubicBezTo>
                      <a:pt x="34" y="10"/>
                      <a:pt x="23" y="7"/>
                      <a:pt x="15" y="5"/>
                    </a:cubicBezTo>
                    <a:cubicBezTo>
                      <a:pt x="11" y="4"/>
                      <a:pt x="7" y="3"/>
                      <a:pt x="5" y="2"/>
                    </a:cubicBezTo>
                    <a:cubicBezTo>
                      <a:pt x="4" y="1"/>
                      <a:pt x="3" y="1"/>
                      <a:pt x="3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0" y="4"/>
                      <a:pt x="0" y="4"/>
                      <a:pt x="0" y="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" name="Google Shape;559;p26"/>
              <p:cNvSpPr/>
              <p:nvPr/>
            </p:nvSpPr>
            <p:spPr>
              <a:xfrm>
                <a:off x="-191601" y="2390447"/>
                <a:ext cx="606625" cy="331747"/>
              </a:xfrm>
              <a:custGeom>
                <a:rect b="b" l="l" r="r" t="t"/>
                <a:pathLst>
                  <a:path extrusionOk="0" h="72" w="132">
                    <a:moveTo>
                      <a:pt x="132" y="36"/>
                    </a:moveTo>
                    <a:cubicBezTo>
                      <a:pt x="132" y="36"/>
                      <a:pt x="132" y="36"/>
                      <a:pt x="132" y="36"/>
                    </a:cubicBezTo>
                    <a:cubicBezTo>
                      <a:pt x="132" y="56"/>
                      <a:pt x="115" y="72"/>
                      <a:pt x="95" y="72"/>
                    </a:cubicBezTo>
                    <a:cubicBezTo>
                      <a:pt x="36" y="72"/>
                      <a:pt x="36" y="72"/>
                      <a:pt x="36" y="72"/>
                    </a:cubicBezTo>
                    <a:cubicBezTo>
                      <a:pt x="16" y="72"/>
                      <a:pt x="0" y="56"/>
                      <a:pt x="0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16"/>
                      <a:pt x="16" y="0"/>
                      <a:pt x="36" y="0"/>
                    </a:cubicBezTo>
                    <a:cubicBezTo>
                      <a:pt x="95" y="0"/>
                      <a:pt x="95" y="0"/>
                      <a:pt x="95" y="0"/>
                    </a:cubicBezTo>
                    <a:cubicBezTo>
                      <a:pt x="115" y="0"/>
                      <a:pt x="132" y="16"/>
                      <a:pt x="132" y="3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" name="Google Shape;560;p26"/>
              <p:cNvSpPr/>
              <p:nvPr/>
            </p:nvSpPr>
            <p:spPr>
              <a:xfrm>
                <a:off x="-27307" y="2494709"/>
                <a:ext cx="271717" cy="167454"/>
              </a:xfrm>
              <a:custGeom>
                <a:rect b="b" l="l" r="r" t="t"/>
                <a:pathLst>
                  <a:path extrusionOk="0" h="36" w="59">
                    <a:moveTo>
                      <a:pt x="52" y="36"/>
                    </a:moveTo>
                    <a:cubicBezTo>
                      <a:pt x="48" y="36"/>
                      <a:pt x="45" y="33"/>
                      <a:pt x="45" y="29"/>
                    </a:cubicBezTo>
                    <a:cubicBezTo>
                      <a:pt x="45" y="21"/>
                      <a:pt x="38" y="14"/>
                      <a:pt x="30" y="14"/>
                    </a:cubicBezTo>
                    <a:cubicBezTo>
                      <a:pt x="21" y="14"/>
                      <a:pt x="15" y="21"/>
                      <a:pt x="15" y="29"/>
                    </a:cubicBezTo>
                    <a:cubicBezTo>
                      <a:pt x="15" y="33"/>
                      <a:pt x="11" y="36"/>
                      <a:pt x="7" y="36"/>
                    </a:cubicBezTo>
                    <a:cubicBezTo>
                      <a:pt x="4" y="36"/>
                      <a:pt x="0" y="33"/>
                      <a:pt x="0" y="29"/>
                    </a:cubicBezTo>
                    <a:cubicBezTo>
                      <a:pt x="0" y="13"/>
                      <a:pt x="14" y="0"/>
                      <a:pt x="30" y="0"/>
                    </a:cubicBezTo>
                    <a:cubicBezTo>
                      <a:pt x="46" y="0"/>
                      <a:pt x="59" y="13"/>
                      <a:pt x="59" y="29"/>
                    </a:cubicBezTo>
                    <a:cubicBezTo>
                      <a:pt x="59" y="33"/>
                      <a:pt x="56" y="36"/>
                      <a:pt x="52" y="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" name="Google Shape;561;p26"/>
              <p:cNvSpPr/>
              <p:nvPr/>
            </p:nvSpPr>
            <p:spPr>
              <a:xfrm>
                <a:off x="-330619" y="2418881"/>
                <a:ext cx="101104" cy="53712"/>
              </a:xfrm>
              <a:custGeom>
                <a:rect b="b" l="l" r="r" t="t"/>
                <a:pathLst>
                  <a:path extrusionOk="0" h="12" w="22">
                    <a:moveTo>
                      <a:pt x="6" y="12"/>
                    </a:moveTo>
                    <a:cubicBezTo>
                      <a:pt x="16" y="12"/>
                      <a:pt x="16" y="12"/>
                      <a:pt x="16" y="12"/>
                    </a:cubicBezTo>
                    <a:cubicBezTo>
                      <a:pt x="20" y="12"/>
                      <a:pt x="22" y="9"/>
                      <a:pt x="22" y="6"/>
                    </a:cubicBezTo>
                    <a:cubicBezTo>
                      <a:pt x="22" y="3"/>
                      <a:pt x="20" y="0"/>
                      <a:pt x="1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lose/>
                  </a:path>
                </a:pathLst>
              </a:custGeom>
              <a:solidFill>
                <a:srgbClr val="F9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" name="Google Shape;562;p26"/>
              <p:cNvSpPr/>
              <p:nvPr/>
            </p:nvSpPr>
            <p:spPr>
              <a:xfrm>
                <a:off x="-330619" y="2418881"/>
                <a:ext cx="101104" cy="53712"/>
              </a:xfrm>
              <a:custGeom>
                <a:rect b="b" l="l" r="r" t="t"/>
                <a:pathLst>
                  <a:path extrusionOk="0" h="12" w="22">
                    <a:moveTo>
                      <a:pt x="6" y="12"/>
                    </a:moveTo>
                    <a:cubicBezTo>
                      <a:pt x="16" y="12"/>
                      <a:pt x="16" y="12"/>
                      <a:pt x="16" y="12"/>
                    </a:cubicBezTo>
                    <a:cubicBezTo>
                      <a:pt x="20" y="12"/>
                      <a:pt x="22" y="9"/>
                      <a:pt x="22" y="6"/>
                    </a:cubicBezTo>
                    <a:cubicBezTo>
                      <a:pt x="22" y="3"/>
                      <a:pt x="20" y="0"/>
                      <a:pt x="1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" name="Google Shape;563;p26"/>
              <p:cNvSpPr/>
              <p:nvPr/>
            </p:nvSpPr>
            <p:spPr>
              <a:xfrm>
                <a:off x="-330619" y="2488390"/>
                <a:ext cx="101104" cy="53712"/>
              </a:xfrm>
              <a:custGeom>
                <a:rect b="b" l="l" r="r" t="t"/>
                <a:pathLst>
                  <a:path extrusionOk="0" h="12" w="22">
                    <a:moveTo>
                      <a:pt x="16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2"/>
                      <a:pt x="6" y="12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20" y="12"/>
                      <a:pt x="22" y="10"/>
                      <a:pt x="22" y="6"/>
                    </a:cubicBezTo>
                    <a:cubicBezTo>
                      <a:pt x="22" y="3"/>
                      <a:pt x="20" y="0"/>
                      <a:pt x="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" name="Google Shape;564;p26"/>
              <p:cNvSpPr/>
              <p:nvPr/>
            </p:nvSpPr>
            <p:spPr>
              <a:xfrm>
                <a:off x="-330619" y="2542102"/>
                <a:ext cx="50400" cy="468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" name="Google Shape;565;p26"/>
              <p:cNvSpPr/>
              <p:nvPr/>
            </p:nvSpPr>
            <p:spPr>
              <a:xfrm>
                <a:off x="-330619" y="2592654"/>
                <a:ext cx="50400" cy="468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" name="Google Shape;566;p26"/>
              <p:cNvSpPr/>
              <p:nvPr/>
            </p:nvSpPr>
            <p:spPr>
              <a:xfrm>
                <a:off x="-321140" y="2422041"/>
                <a:ext cx="85306" cy="47393"/>
              </a:xfrm>
              <a:custGeom>
                <a:rect b="b" l="l" r="r" t="t"/>
                <a:pathLst>
                  <a:path extrusionOk="0" h="10" w="19">
                    <a:moveTo>
                      <a:pt x="14" y="10"/>
                    </a:moveTo>
                    <a:cubicBezTo>
                      <a:pt x="4" y="10"/>
                      <a:pt x="4" y="10"/>
                      <a:pt x="4" y="10"/>
                    </a:cubicBezTo>
                    <a:cubicBezTo>
                      <a:pt x="2" y="10"/>
                      <a:pt x="0" y="8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3"/>
                      <a:pt x="2" y="0"/>
                      <a:pt x="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7" y="0"/>
                      <a:pt x="19" y="3"/>
                      <a:pt x="19" y="5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19" y="8"/>
                      <a:pt x="17" y="10"/>
                      <a:pt x="14" y="1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" name="Google Shape;567;p26"/>
              <p:cNvSpPr/>
              <p:nvPr/>
            </p:nvSpPr>
            <p:spPr>
              <a:xfrm>
                <a:off x="-321150" y="2494701"/>
                <a:ext cx="85325" cy="41425"/>
              </a:xfrm>
              <a:custGeom>
                <a:rect b="b" l="l" r="r" t="t"/>
                <a:pathLst>
                  <a:path extrusionOk="0" h="9" w="19">
                    <a:moveTo>
                      <a:pt x="14" y="9"/>
                    </a:moveTo>
                    <a:cubicBezTo>
                      <a:pt x="4" y="9"/>
                      <a:pt x="4" y="9"/>
                      <a:pt x="4" y="9"/>
                    </a:cubicBezTo>
                    <a:cubicBezTo>
                      <a:pt x="2" y="9"/>
                      <a:pt x="0" y="7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7" y="0"/>
                      <a:pt x="19" y="2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19" y="7"/>
                      <a:pt x="17" y="9"/>
                      <a:pt x="14" y="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" name="Google Shape;568;p26"/>
              <p:cNvSpPr/>
              <p:nvPr/>
            </p:nvSpPr>
            <p:spPr>
              <a:xfrm>
                <a:off x="-321140" y="2551579"/>
                <a:ext cx="31200" cy="31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26"/>
              <p:cNvSpPr/>
              <p:nvPr/>
            </p:nvSpPr>
            <p:spPr>
              <a:xfrm>
                <a:off x="-321140" y="2598973"/>
                <a:ext cx="31200" cy="34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0" name="Google Shape;570;p26"/>
            <p:cNvGrpSpPr/>
            <p:nvPr/>
          </p:nvGrpSpPr>
          <p:grpSpPr>
            <a:xfrm>
              <a:off x="6038826" y="1352181"/>
              <a:ext cx="1280037" cy="1218904"/>
              <a:chOff x="6038826" y="1352181"/>
              <a:chExt cx="1280037" cy="1218904"/>
            </a:xfrm>
          </p:grpSpPr>
          <p:sp>
            <p:nvSpPr>
              <p:cNvPr id="571" name="Google Shape;571;p26"/>
              <p:cNvSpPr/>
              <p:nvPr/>
            </p:nvSpPr>
            <p:spPr>
              <a:xfrm>
                <a:off x="6121727" y="1399671"/>
                <a:ext cx="1197135" cy="318578"/>
              </a:xfrm>
              <a:custGeom>
                <a:rect b="b" l="l" r="r" t="t"/>
                <a:pathLst>
                  <a:path extrusionOk="0" h="75" w="282">
                    <a:moveTo>
                      <a:pt x="282" y="75"/>
                    </a:moveTo>
                    <a:cubicBezTo>
                      <a:pt x="37" y="75"/>
                      <a:pt x="37" y="75"/>
                      <a:pt x="37" y="75"/>
                    </a:cubicBezTo>
                    <a:cubicBezTo>
                      <a:pt x="16" y="75"/>
                      <a:pt x="0" y="58"/>
                      <a:pt x="0" y="37"/>
                    </a:cubicBezTo>
                    <a:cubicBezTo>
                      <a:pt x="0" y="17"/>
                      <a:pt x="16" y="0"/>
                      <a:pt x="37" y="0"/>
                    </a:cubicBezTo>
                    <a:cubicBezTo>
                      <a:pt x="282" y="0"/>
                      <a:pt x="282" y="0"/>
                      <a:pt x="282" y="0"/>
                    </a:cubicBezTo>
                    <a:lnTo>
                      <a:pt x="282" y="7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" name="Google Shape;572;p26"/>
              <p:cNvSpPr/>
              <p:nvPr/>
            </p:nvSpPr>
            <p:spPr>
              <a:xfrm>
                <a:off x="6121727" y="1829057"/>
                <a:ext cx="1197135" cy="318578"/>
              </a:xfrm>
              <a:custGeom>
                <a:rect b="b" l="l" r="r" t="t"/>
                <a:pathLst>
                  <a:path extrusionOk="0" h="75" w="282">
                    <a:moveTo>
                      <a:pt x="277" y="75"/>
                    </a:moveTo>
                    <a:cubicBezTo>
                      <a:pt x="37" y="75"/>
                      <a:pt x="37" y="75"/>
                      <a:pt x="37" y="75"/>
                    </a:cubicBezTo>
                    <a:cubicBezTo>
                      <a:pt x="16" y="75"/>
                      <a:pt x="0" y="58"/>
                      <a:pt x="0" y="37"/>
                    </a:cubicBezTo>
                    <a:cubicBezTo>
                      <a:pt x="0" y="16"/>
                      <a:pt x="16" y="0"/>
                      <a:pt x="37" y="0"/>
                    </a:cubicBezTo>
                    <a:cubicBezTo>
                      <a:pt x="277" y="0"/>
                      <a:pt x="277" y="0"/>
                      <a:pt x="277" y="0"/>
                    </a:cubicBezTo>
                    <a:cubicBezTo>
                      <a:pt x="280" y="0"/>
                      <a:pt x="282" y="2"/>
                      <a:pt x="282" y="5"/>
                    </a:cubicBezTo>
                    <a:cubicBezTo>
                      <a:pt x="282" y="70"/>
                      <a:pt x="282" y="70"/>
                      <a:pt x="282" y="70"/>
                    </a:cubicBezTo>
                    <a:cubicBezTo>
                      <a:pt x="282" y="72"/>
                      <a:pt x="280" y="75"/>
                      <a:pt x="277" y="7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" name="Google Shape;573;p26"/>
              <p:cNvSpPr/>
              <p:nvPr/>
            </p:nvSpPr>
            <p:spPr>
              <a:xfrm>
                <a:off x="6121727" y="2252507"/>
                <a:ext cx="1197135" cy="318578"/>
              </a:xfrm>
              <a:custGeom>
                <a:rect b="b" l="l" r="r" t="t"/>
                <a:pathLst>
                  <a:path extrusionOk="0" h="75" w="282">
                    <a:moveTo>
                      <a:pt x="282" y="75"/>
                    </a:moveTo>
                    <a:cubicBezTo>
                      <a:pt x="37" y="75"/>
                      <a:pt x="37" y="75"/>
                      <a:pt x="37" y="75"/>
                    </a:cubicBezTo>
                    <a:cubicBezTo>
                      <a:pt x="16" y="75"/>
                      <a:pt x="0" y="58"/>
                      <a:pt x="0" y="38"/>
                    </a:cubicBezTo>
                    <a:cubicBezTo>
                      <a:pt x="0" y="17"/>
                      <a:pt x="16" y="0"/>
                      <a:pt x="37" y="0"/>
                    </a:cubicBezTo>
                    <a:cubicBezTo>
                      <a:pt x="282" y="0"/>
                      <a:pt x="282" y="0"/>
                      <a:pt x="282" y="0"/>
                    </a:cubicBezTo>
                    <a:lnTo>
                      <a:pt x="282" y="7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" name="Google Shape;574;p26"/>
              <p:cNvSpPr/>
              <p:nvPr/>
            </p:nvSpPr>
            <p:spPr>
              <a:xfrm>
                <a:off x="6440303" y="1451118"/>
                <a:ext cx="223146" cy="4909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" name="Google Shape;575;p26"/>
              <p:cNvSpPr/>
              <p:nvPr/>
            </p:nvSpPr>
            <p:spPr>
              <a:xfrm>
                <a:off x="6440303" y="1884461"/>
                <a:ext cx="223146" cy="4909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" name="Google Shape;576;p26"/>
              <p:cNvSpPr/>
              <p:nvPr/>
            </p:nvSpPr>
            <p:spPr>
              <a:xfrm>
                <a:off x="6440303" y="2307912"/>
                <a:ext cx="223146" cy="55043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p26"/>
              <p:cNvSpPr/>
              <p:nvPr/>
            </p:nvSpPr>
            <p:spPr>
              <a:xfrm>
                <a:off x="6440303" y="1989335"/>
                <a:ext cx="741960" cy="5132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" name="Google Shape;578;p26"/>
              <p:cNvSpPr/>
              <p:nvPr/>
            </p:nvSpPr>
            <p:spPr>
              <a:xfrm>
                <a:off x="6440303" y="2062548"/>
                <a:ext cx="741960" cy="1562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" name="Google Shape;579;p26"/>
              <p:cNvSpPr/>
              <p:nvPr/>
            </p:nvSpPr>
            <p:spPr>
              <a:xfrm>
                <a:off x="6440303" y="2096187"/>
                <a:ext cx="741960" cy="1227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" name="Google Shape;580;p26"/>
              <p:cNvSpPr/>
              <p:nvPr/>
            </p:nvSpPr>
            <p:spPr>
              <a:xfrm>
                <a:off x="6440303" y="1544118"/>
                <a:ext cx="488690" cy="26034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" name="Google Shape;581;p26"/>
              <p:cNvSpPr/>
              <p:nvPr/>
            </p:nvSpPr>
            <p:spPr>
              <a:xfrm>
                <a:off x="6440303" y="1603480"/>
                <a:ext cx="741960" cy="26034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" name="Google Shape;582;p26"/>
              <p:cNvSpPr/>
              <p:nvPr/>
            </p:nvSpPr>
            <p:spPr>
              <a:xfrm>
                <a:off x="6966646" y="1544118"/>
                <a:ext cx="89258" cy="26034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" name="Google Shape;583;p26"/>
              <p:cNvSpPr/>
              <p:nvPr/>
            </p:nvSpPr>
            <p:spPr>
              <a:xfrm>
                <a:off x="7097243" y="1544118"/>
                <a:ext cx="85167" cy="26034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" name="Google Shape;584;p26"/>
              <p:cNvSpPr/>
              <p:nvPr/>
            </p:nvSpPr>
            <p:spPr>
              <a:xfrm>
                <a:off x="6440303" y="1645034"/>
                <a:ext cx="85167" cy="29009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" name="Google Shape;585;p26"/>
              <p:cNvSpPr/>
              <p:nvPr/>
            </p:nvSpPr>
            <p:spPr>
              <a:xfrm>
                <a:off x="6440303" y="2410806"/>
                <a:ext cx="318727" cy="37935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" name="Google Shape;586;p26"/>
              <p:cNvSpPr/>
              <p:nvPr/>
            </p:nvSpPr>
            <p:spPr>
              <a:xfrm>
                <a:off x="6867710" y="2410806"/>
                <a:ext cx="313892" cy="37935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587;p26"/>
              <p:cNvSpPr/>
              <p:nvPr/>
            </p:nvSpPr>
            <p:spPr>
              <a:xfrm>
                <a:off x="6610474" y="2485998"/>
                <a:ext cx="571626" cy="17852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" name="Google Shape;588;p26"/>
              <p:cNvSpPr/>
              <p:nvPr/>
            </p:nvSpPr>
            <p:spPr>
              <a:xfrm>
                <a:off x="6430410" y="2485998"/>
                <a:ext cx="154343" cy="17852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" name="Google Shape;589;p26"/>
              <p:cNvSpPr/>
              <p:nvPr/>
            </p:nvSpPr>
            <p:spPr>
              <a:xfrm>
                <a:off x="6792518" y="2410806"/>
                <a:ext cx="37935" cy="37935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0" name="Google Shape;590;p26"/>
              <p:cNvGrpSpPr/>
              <p:nvPr/>
            </p:nvGrpSpPr>
            <p:grpSpPr>
              <a:xfrm>
                <a:off x="6176729" y="1447613"/>
                <a:ext cx="217108" cy="217584"/>
                <a:chOff x="5471892" y="3290059"/>
                <a:chExt cx="174300" cy="174654"/>
              </a:xfrm>
            </p:grpSpPr>
            <p:sp>
              <p:nvSpPr>
                <p:cNvPr id="591" name="Google Shape;591;p26"/>
                <p:cNvSpPr/>
                <p:nvPr/>
              </p:nvSpPr>
              <p:spPr>
                <a:xfrm>
                  <a:off x="5471892" y="3290059"/>
                  <a:ext cx="174300" cy="1743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2" name="Google Shape;592;p26"/>
                <p:cNvSpPr/>
                <p:nvPr/>
              </p:nvSpPr>
              <p:spPr>
                <a:xfrm>
                  <a:off x="5529353" y="3328218"/>
                  <a:ext cx="58800" cy="576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3" name="Google Shape;593;p26"/>
                <p:cNvSpPr/>
                <p:nvPr/>
              </p:nvSpPr>
              <p:spPr>
                <a:xfrm>
                  <a:off x="5522965" y="3396863"/>
                  <a:ext cx="71826" cy="67850"/>
                </a:xfrm>
                <a:custGeom>
                  <a:rect b="b" l="l" r="r" t="t"/>
                  <a:pathLst>
                    <a:path extrusionOk="0" h="25" w="21">
                      <a:moveTo>
                        <a:pt x="11" y="0"/>
                      </a:moveTo>
                      <a:cubicBezTo>
                        <a:pt x="5" y="0"/>
                        <a:pt x="0" y="5"/>
                        <a:pt x="0" y="11"/>
                      </a:cubicBezTo>
                      <a:cubicBezTo>
                        <a:pt x="0" y="22"/>
                        <a:pt x="0" y="22"/>
                        <a:pt x="0" y="22"/>
                      </a:cubicBezTo>
                      <a:cubicBezTo>
                        <a:pt x="3" y="24"/>
                        <a:pt x="7" y="25"/>
                        <a:pt x="11" y="25"/>
                      </a:cubicBezTo>
                      <a:cubicBezTo>
                        <a:pt x="15" y="25"/>
                        <a:pt x="18" y="24"/>
                        <a:pt x="21" y="22"/>
                      </a:cubicBezTo>
                      <a:cubicBezTo>
                        <a:pt x="21" y="11"/>
                        <a:pt x="21" y="11"/>
                        <a:pt x="21" y="11"/>
                      </a:cubicBezTo>
                      <a:cubicBezTo>
                        <a:pt x="21" y="5"/>
                        <a:pt x="17" y="0"/>
                        <a:pt x="1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94" name="Google Shape;594;p26"/>
              <p:cNvGrpSpPr/>
              <p:nvPr/>
            </p:nvGrpSpPr>
            <p:grpSpPr>
              <a:xfrm>
                <a:off x="6053671" y="1352181"/>
                <a:ext cx="186001" cy="187981"/>
                <a:chOff x="5369111" y="3210252"/>
                <a:chExt cx="150037" cy="151634"/>
              </a:xfrm>
            </p:grpSpPr>
            <p:sp>
              <p:nvSpPr>
                <p:cNvPr id="595" name="Google Shape;595;p26"/>
                <p:cNvSpPr/>
                <p:nvPr/>
              </p:nvSpPr>
              <p:spPr>
                <a:xfrm>
                  <a:off x="5369111" y="3210252"/>
                  <a:ext cx="150037" cy="151634"/>
                </a:xfrm>
                <a:custGeom>
                  <a:rect b="b" l="l" r="r" t="t"/>
                  <a:pathLst>
                    <a:path extrusionOk="0" h="44" w="44">
                      <a:moveTo>
                        <a:pt x="41" y="33"/>
                      </a:moveTo>
                      <a:cubicBezTo>
                        <a:pt x="43" y="30"/>
                        <a:pt x="44" y="26"/>
                        <a:pt x="44" y="22"/>
                      </a:cubicBezTo>
                      <a:cubicBezTo>
                        <a:pt x="44" y="9"/>
                        <a:pt x="34" y="0"/>
                        <a:pt x="22" y="0"/>
                      </a:cubicBezTo>
                      <a:cubicBezTo>
                        <a:pt x="10" y="0"/>
                        <a:pt x="0" y="9"/>
                        <a:pt x="0" y="22"/>
                      </a:cubicBezTo>
                      <a:cubicBezTo>
                        <a:pt x="0" y="34"/>
                        <a:pt x="10" y="44"/>
                        <a:pt x="22" y="44"/>
                      </a:cubicBezTo>
                      <a:cubicBezTo>
                        <a:pt x="26" y="44"/>
                        <a:pt x="30" y="42"/>
                        <a:pt x="33" y="40"/>
                      </a:cubicBezTo>
                      <a:cubicBezTo>
                        <a:pt x="41" y="40"/>
                        <a:pt x="41" y="40"/>
                        <a:pt x="41" y="40"/>
                      </a:cubicBezTo>
                      <a:lnTo>
                        <a:pt x="41" y="33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6" name="Google Shape;596;p26"/>
                <p:cNvSpPr/>
                <p:nvPr/>
              </p:nvSpPr>
              <p:spPr>
                <a:xfrm>
                  <a:off x="5384907" y="3227809"/>
                  <a:ext cx="116400" cy="1131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7" name="Google Shape;597;p26"/>
                <p:cNvSpPr/>
                <p:nvPr/>
              </p:nvSpPr>
              <p:spPr>
                <a:xfrm>
                  <a:off x="5394484" y="3234193"/>
                  <a:ext cx="99300" cy="1005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98" name="Google Shape;598;p26"/>
              <p:cNvGrpSpPr/>
              <p:nvPr/>
            </p:nvGrpSpPr>
            <p:grpSpPr>
              <a:xfrm>
                <a:off x="6180229" y="1874601"/>
                <a:ext cx="217108" cy="217584"/>
                <a:chOff x="5471892" y="3290059"/>
                <a:chExt cx="174300" cy="174654"/>
              </a:xfrm>
            </p:grpSpPr>
            <p:sp>
              <p:nvSpPr>
                <p:cNvPr id="599" name="Google Shape;599;p26"/>
                <p:cNvSpPr/>
                <p:nvPr/>
              </p:nvSpPr>
              <p:spPr>
                <a:xfrm>
                  <a:off x="5471892" y="3290059"/>
                  <a:ext cx="174300" cy="1743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0" name="Google Shape;600;p26"/>
                <p:cNvSpPr/>
                <p:nvPr/>
              </p:nvSpPr>
              <p:spPr>
                <a:xfrm>
                  <a:off x="5529353" y="3328218"/>
                  <a:ext cx="58800" cy="576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1" name="Google Shape;601;p26"/>
                <p:cNvSpPr/>
                <p:nvPr/>
              </p:nvSpPr>
              <p:spPr>
                <a:xfrm>
                  <a:off x="5522965" y="3396863"/>
                  <a:ext cx="71826" cy="67850"/>
                </a:xfrm>
                <a:custGeom>
                  <a:rect b="b" l="l" r="r" t="t"/>
                  <a:pathLst>
                    <a:path extrusionOk="0" h="25" w="21">
                      <a:moveTo>
                        <a:pt x="11" y="0"/>
                      </a:moveTo>
                      <a:cubicBezTo>
                        <a:pt x="5" y="0"/>
                        <a:pt x="0" y="5"/>
                        <a:pt x="0" y="11"/>
                      </a:cubicBezTo>
                      <a:cubicBezTo>
                        <a:pt x="0" y="22"/>
                        <a:pt x="0" y="22"/>
                        <a:pt x="0" y="22"/>
                      </a:cubicBezTo>
                      <a:cubicBezTo>
                        <a:pt x="3" y="24"/>
                        <a:pt x="7" y="25"/>
                        <a:pt x="11" y="25"/>
                      </a:cubicBezTo>
                      <a:cubicBezTo>
                        <a:pt x="15" y="25"/>
                        <a:pt x="18" y="24"/>
                        <a:pt x="21" y="22"/>
                      </a:cubicBezTo>
                      <a:cubicBezTo>
                        <a:pt x="21" y="11"/>
                        <a:pt x="21" y="11"/>
                        <a:pt x="21" y="11"/>
                      </a:cubicBezTo>
                      <a:cubicBezTo>
                        <a:pt x="21" y="5"/>
                        <a:pt x="17" y="0"/>
                        <a:pt x="1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02" name="Google Shape;602;p26"/>
              <p:cNvGrpSpPr/>
              <p:nvPr/>
            </p:nvGrpSpPr>
            <p:grpSpPr>
              <a:xfrm>
                <a:off x="6180229" y="2298101"/>
                <a:ext cx="217108" cy="217584"/>
                <a:chOff x="5471892" y="3290059"/>
                <a:chExt cx="174300" cy="174654"/>
              </a:xfrm>
            </p:grpSpPr>
            <p:sp>
              <p:nvSpPr>
                <p:cNvPr id="603" name="Google Shape;603;p26"/>
                <p:cNvSpPr/>
                <p:nvPr/>
              </p:nvSpPr>
              <p:spPr>
                <a:xfrm>
                  <a:off x="5471892" y="3290059"/>
                  <a:ext cx="174300" cy="1743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4" name="Google Shape;604;p26"/>
                <p:cNvSpPr/>
                <p:nvPr/>
              </p:nvSpPr>
              <p:spPr>
                <a:xfrm>
                  <a:off x="5529353" y="3328218"/>
                  <a:ext cx="58800" cy="576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5" name="Google Shape;605;p26"/>
                <p:cNvSpPr/>
                <p:nvPr/>
              </p:nvSpPr>
              <p:spPr>
                <a:xfrm>
                  <a:off x="5522965" y="3396863"/>
                  <a:ext cx="71826" cy="67850"/>
                </a:xfrm>
                <a:custGeom>
                  <a:rect b="b" l="l" r="r" t="t"/>
                  <a:pathLst>
                    <a:path extrusionOk="0" h="25" w="21">
                      <a:moveTo>
                        <a:pt x="11" y="0"/>
                      </a:moveTo>
                      <a:cubicBezTo>
                        <a:pt x="5" y="0"/>
                        <a:pt x="0" y="5"/>
                        <a:pt x="0" y="11"/>
                      </a:cubicBezTo>
                      <a:cubicBezTo>
                        <a:pt x="0" y="22"/>
                        <a:pt x="0" y="22"/>
                        <a:pt x="0" y="22"/>
                      </a:cubicBezTo>
                      <a:cubicBezTo>
                        <a:pt x="3" y="24"/>
                        <a:pt x="7" y="25"/>
                        <a:pt x="11" y="25"/>
                      </a:cubicBezTo>
                      <a:cubicBezTo>
                        <a:pt x="15" y="25"/>
                        <a:pt x="18" y="24"/>
                        <a:pt x="21" y="22"/>
                      </a:cubicBezTo>
                      <a:cubicBezTo>
                        <a:pt x="21" y="11"/>
                        <a:pt x="21" y="11"/>
                        <a:pt x="21" y="11"/>
                      </a:cubicBezTo>
                      <a:cubicBezTo>
                        <a:pt x="21" y="5"/>
                        <a:pt x="17" y="0"/>
                        <a:pt x="1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06" name="Google Shape;606;p26"/>
              <p:cNvSpPr/>
              <p:nvPr/>
            </p:nvSpPr>
            <p:spPr>
              <a:xfrm>
                <a:off x="6038826" y="2214911"/>
                <a:ext cx="186001" cy="186002"/>
              </a:xfrm>
              <a:custGeom>
                <a:rect b="b" l="l" r="r" t="t"/>
                <a:pathLst>
                  <a:path extrusionOk="0" h="44" w="44">
                    <a:moveTo>
                      <a:pt x="41" y="34"/>
                    </a:moveTo>
                    <a:cubicBezTo>
                      <a:pt x="43" y="30"/>
                      <a:pt x="44" y="27"/>
                      <a:pt x="44" y="22"/>
                    </a:cubicBezTo>
                    <a:cubicBezTo>
                      <a:pt x="44" y="10"/>
                      <a:pt x="34" y="0"/>
                      <a:pt x="22" y="0"/>
                    </a:cubicBezTo>
                    <a:cubicBezTo>
                      <a:pt x="10" y="0"/>
                      <a:pt x="0" y="10"/>
                      <a:pt x="0" y="22"/>
                    </a:cubicBezTo>
                    <a:cubicBezTo>
                      <a:pt x="0" y="35"/>
                      <a:pt x="10" y="44"/>
                      <a:pt x="22" y="44"/>
                    </a:cubicBezTo>
                    <a:cubicBezTo>
                      <a:pt x="26" y="44"/>
                      <a:pt x="30" y="43"/>
                      <a:pt x="33" y="41"/>
                    </a:cubicBezTo>
                    <a:cubicBezTo>
                      <a:pt x="41" y="41"/>
                      <a:pt x="41" y="41"/>
                      <a:pt x="41" y="41"/>
                    </a:cubicBezTo>
                    <a:lnTo>
                      <a:pt x="41" y="3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" name="Google Shape;607;p26"/>
              <p:cNvSpPr/>
              <p:nvPr/>
            </p:nvSpPr>
            <p:spPr>
              <a:xfrm>
                <a:off x="6058407" y="2240634"/>
                <a:ext cx="144301" cy="14021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" name="Google Shape;608;p26"/>
              <p:cNvSpPr/>
              <p:nvPr/>
            </p:nvSpPr>
            <p:spPr>
              <a:xfrm>
                <a:off x="6070280" y="2248549"/>
                <a:ext cx="123102" cy="123102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7"/>
          <p:cNvSpPr txBox="1"/>
          <p:nvPr>
            <p:ph type="title"/>
          </p:nvPr>
        </p:nvSpPr>
        <p:spPr>
          <a:xfrm>
            <a:off x="235575" y="2274225"/>
            <a:ext cx="4837200" cy="9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Défi </a:t>
            </a:r>
            <a:endParaRPr sz="4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et promesse</a:t>
            </a:r>
            <a:endParaRPr sz="4200"/>
          </a:p>
        </p:txBody>
      </p:sp>
      <p:sp>
        <p:nvSpPr>
          <p:cNvPr id="614" name="Google Shape;614;p27"/>
          <p:cNvSpPr txBox="1"/>
          <p:nvPr>
            <p:ph idx="2" type="title"/>
          </p:nvPr>
        </p:nvSpPr>
        <p:spPr>
          <a:xfrm>
            <a:off x="822250" y="1401763"/>
            <a:ext cx="1229700" cy="74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615" name="Google Shape;615;p27"/>
          <p:cNvGrpSpPr/>
          <p:nvPr/>
        </p:nvGrpSpPr>
        <p:grpSpPr>
          <a:xfrm>
            <a:off x="4462663" y="833073"/>
            <a:ext cx="4106436" cy="3338568"/>
            <a:chOff x="677713" y="979198"/>
            <a:chExt cx="4106436" cy="3338568"/>
          </a:xfrm>
        </p:grpSpPr>
        <p:grpSp>
          <p:nvGrpSpPr>
            <p:cNvPr id="616" name="Google Shape;616;p27"/>
            <p:cNvGrpSpPr/>
            <p:nvPr/>
          </p:nvGrpSpPr>
          <p:grpSpPr>
            <a:xfrm>
              <a:off x="1529466" y="1284974"/>
              <a:ext cx="480545" cy="481555"/>
              <a:chOff x="5471892" y="3290059"/>
              <a:chExt cx="174300" cy="174654"/>
            </a:xfrm>
          </p:grpSpPr>
          <p:sp>
            <p:nvSpPr>
              <p:cNvPr id="617" name="Google Shape;617;p27"/>
              <p:cNvSpPr/>
              <p:nvPr/>
            </p:nvSpPr>
            <p:spPr>
              <a:xfrm>
                <a:off x="5471892" y="3290059"/>
                <a:ext cx="174300" cy="17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8" name="Google Shape;618;p27"/>
              <p:cNvSpPr/>
              <p:nvPr/>
            </p:nvSpPr>
            <p:spPr>
              <a:xfrm>
                <a:off x="5529353" y="3328218"/>
                <a:ext cx="58800" cy="5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9" name="Google Shape;619;p27"/>
              <p:cNvSpPr/>
              <p:nvPr/>
            </p:nvSpPr>
            <p:spPr>
              <a:xfrm>
                <a:off x="5522965" y="3396863"/>
                <a:ext cx="71826" cy="67850"/>
              </a:xfrm>
              <a:custGeom>
                <a:rect b="b" l="l" r="r" t="t"/>
                <a:pathLst>
                  <a:path extrusionOk="0" h="25" w="21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4"/>
                      <a:pt x="7" y="25"/>
                      <a:pt x="11" y="25"/>
                    </a:cubicBezTo>
                    <a:cubicBezTo>
                      <a:pt x="15" y="25"/>
                      <a:pt x="18" y="24"/>
                      <a:pt x="21" y="22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5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0" name="Google Shape;620;p27"/>
            <p:cNvGrpSpPr/>
            <p:nvPr/>
          </p:nvGrpSpPr>
          <p:grpSpPr>
            <a:xfrm>
              <a:off x="2111256" y="979198"/>
              <a:ext cx="243759" cy="244271"/>
              <a:chOff x="5471892" y="3290059"/>
              <a:chExt cx="174300" cy="174654"/>
            </a:xfrm>
          </p:grpSpPr>
          <p:sp>
            <p:nvSpPr>
              <p:cNvPr id="621" name="Google Shape;621;p27"/>
              <p:cNvSpPr/>
              <p:nvPr/>
            </p:nvSpPr>
            <p:spPr>
              <a:xfrm>
                <a:off x="5471892" y="3290059"/>
                <a:ext cx="174300" cy="17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" name="Google Shape;622;p27"/>
              <p:cNvSpPr/>
              <p:nvPr/>
            </p:nvSpPr>
            <p:spPr>
              <a:xfrm>
                <a:off x="5529353" y="3333831"/>
                <a:ext cx="58800" cy="57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27"/>
              <p:cNvSpPr/>
              <p:nvPr/>
            </p:nvSpPr>
            <p:spPr>
              <a:xfrm>
                <a:off x="5522965" y="3396863"/>
                <a:ext cx="71826" cy="67850"/>
              </a:xfrm>
              <a:custGeom>
                <a:rect b="b" l="l" r="r" t="t"/>
                <a:pathLst>
                  <a:path extrusionOk="0" h="25" w="21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4"/>
                      <a:pt x="7" y="25"/>
                      <a:pt x="11" y="25"/>
                    </a:cubicBezTo>
                    <a:cubicBezTo>
                      <a:pt x="15" y="25"/>
                      <a:pt x="18" y="24"/>
                      <a:pt x="21" y="22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5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4" name="Google Shape;624;p27"/>
            <p:cNvGrpSpPr/>
            <p:nvPr/>
          </p:nvGrpSpPr>
          <p:grpSpPr>
            <a:xfrm>
              <a:off x="3489532" y="1284972"/>
              <a:ext cx="372601" cy="373357"/>
              <a:chOff x="5471892" y="3290059"/>
              <a:chExt cx="174300" cy="174654"/>
            </a:xfrm>
          </p:grpSpPr>
          <p:sp>
            <p:nvSpPr>
              <p:cNvPr id="625" name="Google Shape;625;p27"/>
              <p:cNvSpPr/>
              <p:nvPr/>
            </p:nvSpPr>
            <p:spPr>
              <a:xfrm>
                <a:off x="5471892" y="3290059"/>
                <a:ext cx="174300" cy="17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27"/>
              <p:cNvSpPr/>
              <p:nvPr/>
            </p:nvSpPr>
            <p:spPr>
              <a:xfrm>
                <a:off x="5529353" y="3333831"/>
                <a:ext cx="58800" cy="5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27"/>
              <p:cNvSpPr/>
              <p:nvPr/>
            </p:nvSpPr>
            <p:spPr>
              <a:xfrm>
                <a:off x="5522965" y="3396863"/>
                <a:ext cx="71826" cy="67850"/>
              </a:xfrm>
              <a:custGeom>
                <a:rect b="b" l="l" r="r" t="t"/>
                <a:pathLst>
                  <a:path extrusionOk="0" h="25" w="21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4"/>
                      <a:pt x="7" y="25"/>
                      <a:pt x="11" y="25"/>
                    </a:cubicBezTo>
                    <a:cubicBezTo>
                      <a:pt x="15" y="25"/>
                      <a:pt x="18" y="24"/>
                      <a:pt x="21" y="22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5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8" name="Google Shape;628;p27"/>
            <p:cNvGrpSpPr/>
            <p:nvPr/>
          </p:nvGrpSpPr>
          <p:grpSpPr>
            <a:xfrm>
              <a:off x="677713" y="1538012"/>
              <a:ext cx="4106436" cy="2779754"/>
              <a:chOff x="677713" y="1538012"/>
              <a:chExt cx="4106436" cy="2779754"/>
            </a:xfrm>
          </p:grpSpPr>
          <p:grpSp>
            <p:nvGrpSpPr>
              <p:cNvPr id="629" name="Google Shape;629;p27"/>
              <p:cNvGrpSpPr/>
              <p:nvPr/>
            </p:nvGrpSpPr>
            <p:grpSpPr>
              <a:xfrm>
                <a:off x="1231443" y="1538012"/>
                <a:ext cx="2998974" cy="2779754"/>
                <a:chOff x="2101656" y="1040175"/>
                <a:chExt cx="3536109" cy="3277625"/>
              </a:xfrm>
            </p:grpSpPr>
            <p:sp>
              <p:nvSpPr>
                <p:cNvPr id="630" name="Google Shape;630;p27"/>
                <p:cNvSpPr/>
                <p:nvPr/>
              </p:nvSpPr>
              <p:spPr>
                <a:xfrm>
                  <a:off x="3468694" y="3735428"/>
                  <a:ext cx="798971" cy="454659"/>
                </a:xfrm>
                <a:custGeom>
                  <a:rect b="b" l="l" r="r" t="t"/>
                  <a:pathLst>
                    <a:path extrusionOk="0" h="188" w="331">
                      <a:moveTo>
                        <a:pt x="317" y="142"/>
                      </a:moveTo>
                      <a:cubicBezTo>
                        <a:pt x="307" y="0"/>
                        <a:pt x="307" y="0"/>
                        <a:pt x="307" y="0"/>
                      </a:cubicBez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3" y="143"/>
                        <a:pt x="13" y="143"/>
                        <a:pt x="13" y="143"/>
                      </a:cubicBezTo>
                      <a:cubicBezTo>
                        <a:pt x="12" y="159"/>
                        <a:pt x="8" y="175"/>
                        <a:pt x="0" y="188"/>
                      </a:cubicBezTo>
                      <a:cubicBezTo>
                        <a:pt x="331" y="188"/>
                        <a:pt x="331" y="188"/>
                        <a:pt x="331" y="188"/>
                      </a:cubicBezTo>
                      <a:cubicBezTo>
                        <a:pt x="323" y="174"/>
                        <a:pt x="318" y="159"/>
                        <a:pt x="317" y="14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1" name="Google Shape;631;p27"/>
                <p:cNvSpPr/>
                <p:nvPr/>
              </p:nvSpPr>
              <p:spPr>
                <a:xfrm>
                  <a:off x="3299091" y="4190087"/>
                  <a:ext cx="1138176" cy="127713"/>
                </a:xfrm>
                <a:custGeom>
                  <a:rect b="b" l="l" r="r" t="t"/>
                  <a:pathLst>
                    <a:path extrusionOk="0" h="53" w="471">
                      <a:moveTo>
                        <a:pt x="461" y="0"/>
                      </a:moveTo>
                      <a:cubicBezTo>
                        <a:pt x="11" y="0"/>
                        <a:pt x="11" y="0"/>
                        <a:pt x="11" y="0"/>
                      </a:cubicBezTo>
                      <a:cubicBezTo>
                        <a:pt x="5" y="0"/>
                        <a:pt x="0" y="5"/>
                        <a:pt x="0" y="11"/>
                      </a:cubicBezTo>
                      <a:cubicBezTo>
                        <a:pt x="0" y="42"/>
                        <a:pt x="0" y="42"/>
                        <a:pt x="0" y="42"/>
                      </a:cubicBezTo>
                      <a:cubicBezTo>
                        <a:pt x="0" y="48"/>
                        <a:pt x="5" y="53"/>
                        <a:pt x="11" y="53"/>
                      </a:cubicBezTo>
                      <a:cubicBezTo>
                        <a:pt x="461" y="53"/>
                        <a:pt x="461" y="53"/>
                        <a:pt x="461" y="53"/>
                      </a:cubicBezTo>
                      <a:cubicBezTo>
                        <a:pt x="467" y="53"/>
                        <a:pt x="471" y="48"/>
                        <a:pt x="471" y="42"/>
                      </a:cubicBezTo>
                      <a:cubicBezTo>
                        <a:pt x="471" y="11"/>
                        <a:pt x="471" y="11"/>
                        <a:pt x="471" y="11"/>
                      </a:cubicBezTo>
                      <a:cubicBezTo>
                        <a:pt x="471" y="5"/>
                        <a:pt x="467" y="0"/>
                        <a:pt x="46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2" name="Google Shape;632;p27"/>
                <p:cNvSpPr/>
                <p:nvPr/>
              </p:nvSpPr>
              <p:spPr>
                <a:xfrm>
                  <a:off x="2101656" y="3488176"/>
                  <a:ext cx="3536109" cy="328989"/>
                </a:xfrm>
                <a:custGeom>
                  <a:rect b="b" l="l" r="r" t="t"/>
                  <a:pathLst>
                    <a:path extrusionOk="0" h="136" w="1464">
                      <a:moveTo>
                        <a:pt x="0" y="0"/>
                      </a:moveTo>
                      <a:cubicBezTo>
                        <a:pt x="0" y="90"/>
                        <a:pt x="0" y="90"/>
                        <a:pt x="0" y="90"/>
                      </a:cubicBezTo>
                      <a:cubicBezTo>
                        <a:pt x="0" y="116"/>
                        <a:pt x="21" y="136"/>
                        <a:pt x="46" y="136"/>
                      </a:cubicBezTo>
                      <a:cubicBezTo>
                        <a:pt x="1418" y="136"/>
                        <a:pt x="1418" y="136"/>
                        <a:pt x="1418" y="136"/>
                      </a:cubicBezTo>
                      <a:cubicBezTo>
                        <a:pt x="1443" y="136"/>
                        <a:pt x="1464" y="116"/>
                        <a:pt x="1464" y="90"/>
                      </a:cubicBezTo>
                      <a:cubicBezTo>
                        <a:pt x="1464" y="0"/>
                        <a:pt x="1464" y="0"/>
                        <a:pt x="1464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3" name="Google Shape;633;p27"/>
                <p:cNvSpPr/>
                <p:nvPr/>
              </p:nvSpPr>
              <p:spPr>
                <a:xfrm>
                  <a:off x="2101656" y="1380402"/>
                  <a:ext cx="3536109" cy="2107777"/>
                </a:xfrm>
                <a:custGeom>
                  <a:rect b="b" l="l" r="r" t="t"/>
                  <a:pathLst>
                    <a:path extrusionOk="0" h="872" w="1464">
                      <a:moveTo>
                        <a:pt x="1418" y="0"/>
                      </a:move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21" y="0"/>
                        <a:pt x="0" y="21"/>
                        <a:pt x="0" y="46"/>
                      </a:cubicBezTo>
                      <a:cubicBezTo>
                        <a:pt x="0" y="872"/>
                        <a:pt x="0" y="872"/>
                        <a:pt x="0" y="872"/>
                      </a:cubicBezTo>
                      <a:cubicBezTo>
                        <a:pt x="1464" y="872"/>
                        <a:pt x="1464" y="872"/>
                        <a:pt x="1464" y="872"/>
                      </a:cubicBezTo>
                      <a:cubicBezTo>
                        <a:pt x="1464" y="46"/>
                        <a:pt x="1464" y="46"/>
                        <a:pt x="1464" y="46"/>
                      </a:cubicBezTo>
                      <a:cubicBezTo>
                        <a:pt x="1464" y="21"/>
                        <a:pt x="1443" y="0"/>
                        <a:pt x="141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4" name="Google Shape;634;p27"/>
                <p:cNvSpPr/>
                <p:nvPr/>
              </p:nvSpPr>
              <p:spPr>
                <a:xfrm>
                  <a:off x="2248781" y="1520375"/>
                  <a:ext cx="3229500" cy="18279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5" name="Google Shape;635;p27"/>
                <p:cNvSpPr/>
                <p:nvPr/>
              </p:nvSpPr>
              <p:spPr>
                <a:xfrm>
                  <a:off x="3461541" y="2142593"/>
                  <a:ext cx="823500" cy="821400"/>
                </a:xfrm>
                <a:prstGeom prst="ellipse">
                  <a:avLst/>
                </a:prstGeom>
                <a:solidFill>
                  <a:srgbClr val="FFFFFF">
                    <a:alpha val="4063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6" name="Google Shape;636;p27"/>
                <p:cNvSpPr/>
                <p:nvPr/>
              </p:nvSpPr>
              <p:spPr>
                <a:xfrm>
                  <a:off x="3238810" y="2031227"/>
                  <a:ext cx="481222" cy="660020"/>
                </a:xfrm>
                <a:custGeom>
                  <a:rect b="b" l="l" r="r" t="t"/>
                  <a:pathLst>
                    <a:path extrusionOk="0" h="273" w="199">
                      <a:moveTo>
                        <a:pt x="66" y="22"/>
                      </a:moveTo>
                      <a:cubicBezTo>
                        <a:pt x="66" y="22"/>
                        <a:pt x="64" y="27"/>
                        <a:pt x="60" y="36"/>
                      </a:cubicBezTo>
                      <a:cubicBezTo>
                        <a:pt x="56" y="45"/>
                        <a:pt x="51" y="58"/>
                        <a:pt x="45" y="73"/>
                      </a:cubicBezTo>
                      <a:cubicBezTo>
                        <a:pt x="40" y="88"/>
                        <a:pt x="35" y="107"/>
                        <a:pt x="32" y="126"/>
                      </a:cubicBezTo>
                      <a:cubicBezTo>
                        <a:pt x="31" y="135"/>
                        <a:pt x="31" y="145"/>
                        <a:pt x="32" y="155"/>
                      </a:cubicBezTo>
                      <a:cubicBezTo>
                        <a:pt x="33" y="164"/>
                        <a:pt x="35" y="174"/>
                        <a:pt x="39" y="183"/>
                      </a:cubicBezTo>
                      <a:cubicBezTo>
                        <a:pt x="39" y="183"/>
                        <a:pt x="39" y="183"/>
                        <a:pt x="39" y="183"/>
                      </a:cubicBezTo>
                      <a:cubicBezTo>
                        <a:pt x="39" y="183"/>
                        <a:pt x="39" y="183"/>
                        <a:pt x="39" y="183"/>
                      </a:cubicBezTo>
                      <a:cubicBezTo>
                        <a:pt x="39" y="183"/>
                        <a:pt x="39" y="184"/>
                        <a:pt x="39" y="183"/>
                      </a:cubicBezTo>
                      <a:cubicBezTo>
                        <a:pt x="39" y="183"/>
                        <a:pt x="39" y="183"/>
                        <a:pt x="39" y="183"/>
                      </a:cubicBezTo>
                      <a:cubicBezTo>
                        <a:pt x="40" y="184"/>
                        <a:pt x="40" y="184"/>
                        <a:pt x="40" y="184"/>
                      </a:cubicBezTo>
                      <a:cubicBezTo>
                        <a:pt x="41" y="186"/>
                        <a:pt x="41" y="186"/>
                        <a:pt x="41" y="186"/>
                      </a:cubicBezTo>
                      <a:cubicBezTo>
                        <a:pt x="41" y="187"/>
                        <a:pt x="42" y="189"/>
                        <a:pt x="42" y="189"/>
                      </a:cubicBezTo>
                      <a:cubicBezTo>
                        <a:pt x="44" y="192"/>
                        <a:pt x="44" y="192"/>
                        <a:pt x="44" y="192"/>
                      </a:cubicBezTo>
                      <a:cubicBezTo>
                        <a:pt x="44" y="193"/>
                        <a:pt x="45" y="194"/>
                        <a:pt x="46" y="195"/>
                      </a:cubicBezTo>
                      <a:cubicBezTo>
                        <a:pt x="48" y="199"/>
                        <a:pt x="51" y="202"/>
                        <a:pt x="54" y="205"/>
                      </a:cubicBezTo>
                      <a:cubicBezTo>
                        <a:pt x="61" y="212"/>
                        <a:pt x="68" y="217"/>
                        <a:pt x="76" y="221"/>
                      </a:cubicBezTo>
                      <a:cubicBezTo>
                        <a:pt x="93" y="229"/>
                        <a:pt x="111" y="233"/>
                        <a:pt x="126" y="235"/>
                      </a:cubicBezTo>
                      <a:cubicBezTo>
                        <a:pt x="141" y="237"/>
                        <a:pt x="155" y="237"/>
                        <a:pt x="164" y="237"/>
                      </a:cubicBezTo>
                      <a:cubicBezTo>
                        <a:pt x="168" y="237"/>
                        <a:pt x="172" y="236"/>
                        <a:pt x="175" y="236"/>
                      </a:cubicBezTo>
                      <a:cubicBezTo>
                        <a:pt x="177" y="236"/>
                        <a:pt x="178" y="236"/>
                        <a:pt x="178" y="236"/>
                      </a:cubicBezTo>
                      <a:cubicBezTo>
                        <a:pt x="179" y="236"/>
                        <a:pt x="179" y="236"/>
                        <a:pt x="179" y="236"/>
                      </a:cubicBezTo>
                      <a:cubicBezTo>
                        <a:pt x="188" y="235"/>
                        <a:pt x="197" y="242"/>
                        <a:pt x="198" y="252"/>
                      </a:cubicBezTo>
                      <a:cubicBezTo>
                        <a:pt x="199" y="262"/>
                        <a:pt x="192" y="271"/>
                        <a:pt x="182" y="272"/>
                      </a:cubicBezTo>
                      <a:cubicBezTo>
                        <a:pt x="182" y="272"/>
                        <a:pt x="182" y="272"/>
                        <a:pt x="181" y="272"/>
                      </a:cubicBezTo>
                      <a:cubicBezTo>
                        <a:pt x="181" y="272"/>
                        <a:pt x="180" y="272"/>
                        <a:pt x="177" y="272"/>
                      </a:cubicBezTo>
                      <a:cubicBezTo>
                        <a:pt x="174" y="272"/>
                        <a:pt x="170" y="272"/>
                        <a:pt x="165" y="272"/>
                      </a:cubicBezTo>
                      <a:cubicBezTo>
                        <a:pt x="154" y="273"/>
                        <a:pt x="139" y="272"/>
                        <a:pt x="121" y="270"/>
                      </a:cubicBezTo>
                      <a:cubicBezTo>
                        <a:pt x="112" y="268"/>
                        <a:pt x="103" y="266"/>
                        <a:pt x="92" y="264"/>
                      </a:cubicBezTo>
                      <a:cubicBezTo>
                        <a:pt x="82" y="261"/>
                        <a:pt x="71" y="256"/>
                        <a:pt x="61" y="251"/>
                      </a:cubicBezTo>
                      <a:cubicBezTo>
                        <a:pt x="50" y="245"/>
                        <a:pt x="40" y="238"/>
                        <a:pt x="31" y="228"/>
                      </a:cubicBezTo>
                      <a:cubicBezTo>
                        <a:pt x="26" y="223"/>
                        <a:pt x="22" y="218"/>
                        <a:pt x="19" y="213"/>
                      </a:cubicBezTo>
                      <a:cubicBezTo>
                        <a:pt x="18" y="211"/>
                        <a:pt x="17" y="210"/>
                        <a:pt x="16" y="208"/>
                      </a:cubicBezTo>
                      <a:cubicBezTo>
                        <a:pt x="13" y="204"/>
                        <a:pt x="13" y="204"/>
                        <a:pt x="13" y="204"/>
                      </a:cubicBezTo>
                      <a:cubicBezTo>
                        <a:pt x="12" y="202"/>
                        <a:pt x="12" y="201"/>
                        <a:pt x="11" y="199"/>
                      </a:cubicBezTo>
                      <a:cubicBezTo>
                        <a:pt x="11" y="198"/>
                        <a:pt x="11" y="198"/>
                        <a:pt x="11" y="198"/>
                      </a:cubicBezTo>
                      <a:cubicBezTo>
                        <a:pt x="10" y="197"/>
                        <a:pt x="10" y="197"/>
                        <a:pt x="10" y="197"/>
                      </a:cubicBezTo>
                      <a:cubicBezTo>
                        <a:pt x="10" y="196"/>
                        <a:pt x="10" y="196"/>
                        <a:pt x="10" y="196"/>
                      </a:cubicBezTo>
                      <a:cubicBezTo>
                        <a:pt x="10" y="196"/>
                        <a:pt x="10" y="196"/>
                        <a:pt x="10" y="196"/>
                      </a:cubicBezTo>
                      <a:cubicBezTo>
                        <a:pt x="9" y="195"/>
                        <a:pt x="9" y="195"/>
                        <a:pt x="9" y="195"/>
                      </a:cubicBezTo>
                      <a:cubicBezTo>
                        <a:pt x="5" y="183"/>
                        <a:pt x="2" y="170"/>
                        <a:pt x="1" y="158"/>
                      </a:cubicBezTo>
                      <a:cubicBezTo>
                        <a:pt x="0" y="145"/>
                        <a:pt x="0" y="133"/>
                        <a:pt x="2" y="122"/>
                      </a:cubicBezTo>
                      <a:cubicBezTo>
                        <a:pt x="5" y="99"/>
                        <a:pt x="12" y="79"/>
                        <a:pt x="18" y="63"/>
                      </a:cubicBezTo>
                      <a:cubicBezTo>
                        <a:pt x="24" y="47"/>
                        <a:pt x="30" y="34"/>
                        <a:pt x="34" y="25"/>
                      </a:cubicBezTo>
                      <a:cubicBezTo>
                        <a:pt x="38" y="15"/>
                        <a:pt x="40" y="10"/>
                        <a:pt x="40" y="10"/>
                      </a:cubicBezTo>
                      <a:cubicBezTo>
                        <a:pt x="43" y="3"/>
                        <a:pt x="52" y="0"/>
                        <a:pt x="59" y="3"/>
                      </a:cubicBezTo>
                      <a:cubicBezTo>
                        <a:pt x="66" y="6"/>
                        <a:pt x="69" y="14"/>
                        <a:pt x="66" y="21"/>
                      </a:cubicBezTo>
                      <a:lnTo>
                        <a:pt x="66" y="2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7" name="Google Shape;637;p27"/>
                <p:cNvSpPr/>
                <p:nvPr/>
              </p:nvSpPr>
              <p:spPr>
                <a:xfrm>
                  <a:off x="3323612" y="2011815"/>
                  <a:ext cx="106257" cy="79693"/>
                </a:xfrm>
                <a:custGeom>
                  <a:rect b="b" l="l" r="r" t="t"/>
                  <a:pathLst>
                    <a:path extrusionOk="0" h="33" w="44">
                      <a:moveTo>
                        <a:pt x="15" y="1"/>
                      </a:moveTo>
                      <a:cubicBezTo>
                        <a:pt x="13" y="0"/>
                        <a:pt x="12" y="0"/>
                        <a:pt x="10" y="0"/>
                      </a:cubicBezTo>
                      <a:cubicBezTo>
                        <a:pt x="6" y="0"/>
                        <a:pt x="3" y="2"/>
                        <a:pt x="2" y="5"/>
                      </a:cubicBezTo>
                      <a:cubicBezTo>
                        <a:pt x="0" y="8"/>
                        <a:pt x="0" y="12"/>
                        <a:pt x="2" y="15"/>
                      </a:cubicBezTo>
                      <a:cubicBezTo>
                        <a:pt x="3" y="18"/>
                        <a:pt x="5" y="20"/>
                        <a:pt x="9" y="22"/>
                      </a:cubicBezTo>
                      <a:cubicBezTo>
                        <a:pt x="13" y="24"/>
                        <a:pt x="18" y="26"/>
                        <a:pt x="23" y="28"/>
                      </a:cubicBezTo>
                      <a:cubicBezTo>
                        <a:pt x="25" y="29"/>
                        <a:pt x="28" y="30"/>
                        <a:pt x="31" y="31"/>
                      </a:cubicBezTo>
                      <a:cubicBezTo>
                        <a:pt x="36" y="33"/>
                        <a:pt x="41" y="30"/>
                        <a:pt x="43" y="25"/>
                      </a:cubicBezTo>
                      <a:cubicBezTo>
                        <a:pt x="44" y="23"/>
                        <a:pt x="44" y="20"/>
                        <a:pt x="43" y="17"/>
                      </a:cubicBezTo>
                      <a:cubicBezTo>
                        <a:pt x="41" y="14"/>
                        <a:pt x="39" y="13"/>
                        <a:pt x="36" y="11"/>
                      </a:cubicBezTo>
                      <a:cubicBezTo>
                        <a:pt x="31" y="8"/>
                        <a:pt x="25" y="5"/>
                        <a:pt x="20" y="3"/>
                      </a:cubicBezTo>
                      <a:cubicBezTo>
                        <a:pt x="18" y="2"/>
                        <a:pt x="17" y="2"/>
                        <a:pt x="1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8" name="Google Shape;638;p27"/>
                <p:cNvSpPr/>
                <p:nvPr/>
              </p:nvSpPr>
              <p:spPr>
                <a:xfrm>
                  <a:off x="3311352" y="1859580"/>
                  <a:ext cx="215580" cy="200254"/>
                </a:xfrm>
                <a:custGeom>
                  <a:rect b="b" l="l" r="r" t="t"/>
                  <a:pathLst>
                    <a:path extrusionOk="0" h="83" w="89">
                      <a:moveTo>
                        <a:pt x="28" y="73"/>
                      </a:moveTo>
                      <a:cubicBezTo>
                        <a:pt x="8" y="62"/>
                        <a:pt x="0" y="38"/>
                        <a:pt x="10" y="17"/>
                      </a:cubicBezTo>
                      <a:cubicBezTo>
                        <a:pt x="14" y="10"/>
                        <a:pt x="20" y="4"/>
                        <a:pt x="28" y="0"/>
                      </a:cubicBezTo>
                      <a:cubicBezTo>
                        <a:pt x="39" y="21"/>
                        <a:pt x="39" y="21"/>
                        <a:pt x="39" y="21"/>
                      </a:cubicBezTo>
                      <a:cubicBezTo>
                        <a:pt x="36" y="23"/>
                        <a:pt x="33" y="25"/>
                        <a:pt x="32" y="28"/>
                      </a:cubicBezTo>
                      <a:cubicBezTo>
                        <a:pt x="27" y="37"/>
                        <a:pt x="31" y="47"/>
                        <a:pt x="39" y="51"/>
                      </a:cubicBezTo>
                      <a:cubicBezTo>
                        <a:pt x="47" y="56"/>
                        <a:pt x="58" y="52"/>
                        <a:pt x="62" y="44"/>
                      </a:cubicBezTo>
                      <a:cubicBezTo>
                        <a:pt x="64" y="41"/>
                        <a:pt x="64" y="37"/>
                        <a:pt x="64" y="34"/>
                      </a:cubicBezTo>
                      <a:cubicBezTo>
                        <a:pt x="87" y="30"/>
                        <a:pt x="87" y="30"/>
                        <a:pt x="87" y="30"/>
                      </a:cubicBezTo>
                      <a:cubicBezTo>
                        <a:pt x="89" y="38"/>
                        <a:pt x="87" y="47"/>
                        <a:pt x="83" y="55"/>
                      </a:cubicBezTo>
                      <a:cubicBezTo>
                        <a:pt x="73" y="75"/>
                        <a:pt x="48" y="83"/>
                        <a:pt x="28" y="7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9" name="Google Shape;639;p27"/>
                <p:cNvSpPr/>
                <p:nvPr/>
              </p:nvSpPr>
              <p:spPr>
                <a:xfrm>
                  <a:off x="3265375" y="2120115"/>
                  <a:ext cx="132821" cy="65389"/>
                </a:xfrm>
                <a:custGeom>
                  <a:rect b="b" l="l" r="r" t="t"/>
                  <a:pathLst>
                    <a:path extrusionOk="0" h="27" w="55">
                      <a:moveTo>
                        <a:pt x="0" y="6"/>
                      </a:moveTo>
                      <a:cubicBezTo>
                        <a:pt x="0" y="4"/>
                        <a:pt x="1" y="2"/>
                        <a:pt x="2" y="0"/>
                      </a:cubicBezTo>
                      <a:cubicBezTo>
                        <a:pt x="55" y="21"/>
                        <a:pt x="55" y="21"/>
                        <a:pt x="55" y="21"/>
                      </a:cubicBezTo>
                      <a:cubicBezTo>
                        <a:pt x="54" y="23"/>
                        <a:pt x="53" y="25"/>
                        <a:pt x="53" y="27"/>
                      </a:cubicBez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0" name="Google Shape;640;p27"/>
                <p:cNvSpPr/>
                <p:nvPr/>
              </p:nvSpPr>
              <p:spPr>
                <a:xfrm>
                  <a:off x="3231659" y="2217177"/>
                  <a:ext cx="134865" cy="55172"/>
                </a:xfrm>
                <a:custGeom>
                  <a:rect b="b" l="l" r="r" t="t"/>
                  <a:pathLst>
                    <a:path extrusionOk="0" h="54" w="132">
                      <a:moveTo>
                        <a:pt x="0" y="16"/>
                      </a:moveTo>
                      <a:lnTo>
                        <a:pt x="2" y="0"/>
                      </a:lnTo>
                      <a:lnTo>
                        <a:pt x="132" y="40"/>
                      </a:lnTo>
                      <a:lnTo>
                        <a:pt x="128" y="54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1" name="Google Shape;641;p27"/>
                <p:cNvSpPr/>
                <p:nvPr/>
              </p:nvSpPr>
              <p:spPr>
                <a:xfrm>
                  <a:off x="3210203" y="2325477"/>
                  <a:ext cx="137930" cy="29630"/>
                </a:xfrm>
                <a:custGeom>
                  <a:rect b="b" l="l" r="r" t="t"/>
                  <a:pathLst>
                    <a:path extrusionOk="0" h="12" w="57">
                      <a:moveTo>
                        <a:pt x="0" y="8"/>
                      </a:moveTo>
                      <a:cubicBezTo>
                        <a:pt x="0" y="5"/>
                        <a:pt x="0" y="3"/>
                        <a:pt x="1" y="0"/>
                      </a:cubicBezTo>
                      <a:cubicBezTo>
                        <a:pt x="57" y="7"/>
                        <a:pt x="57" y="7"/>
                        <a:pt x="57" y="7"/>
                      </a:cubicBezTo>
                      <a:cubicBezTo>
                        <a:pt x="57" y="9"/>
                        <a:pt x="57" y="11"/>
                        <a:pt x="57" y="12"/>
                      </a:cubicBezTo>
                      <a:lnTo>
                        <a:pt x="0" y="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2" name="Google Shape;642;p27"/>
                <p:cNvSpPr/>
                <p:nvPr/>
              </p:nvSpPr>
              <p:spPr>
                <a:xfrm>
                  <a:off x="3215312" y="2420496"/>
                  <a:ext cx="136908" cy="42912"/>
                </a:xfrm>
                <a:custGeom>
                  <a:rect b="b" l="l" r="r" t="t"/>
                  <a:pathLst>
                    <a:path extrusionOk="0" h="18" w="57">
                      <a:moveTo>
                        <a:pt x="1" y="18"/>
                      </a:moveTo>
                      <a:cubicBezTo>
                        <a:pt x="1" y="15"/>
                        <a:pt x="0" y="13"/>
                        <a:pt x="0" y="10"/>
                      </a:cubicBezTo>
                      <a:cubicBezTo>
                        <a:pt x="56" y="0"/>
                        <a:pt x="56" y="0"/>
                        <a:pt x="56" y="0"/>
                      </a:cubicBezTo>
                      <a:cubicBezTo>
                        <a:pt x="56" y="2"/>
                        <a:pt x="56" y="3"/>
                        <a:pt x="57" y="5"/>
                      </a:cubicBezTo>
                      <a:lnTo>
                        <a:pt x="1" y="18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3" name="Google Shape;643;p27"/>
                <p:cNvSpPr/>
                <p:nvPr/>
              </p:nvSpPr>
              <p:spPr>
                <a:xfrm>
                  <a:off x="3260266" y="2485885"/>
                  <a:ext cx="121583" cy="93997"/>
                </a:xfrm>
                <a:custGeom>
                  <a:rect b="b" l="l" r="r" t="t"/>
                  <a:pathLst>
                    <a:path extrusionOk="0" h="92" w="119">
                      <a:moveTo>
                        <a:pt x="12" y="92"/>
                      </a:moveTo>
                      <a:lnTo>
                        <a:pt x="0" y="75"/>
                      </a:lnTo>
                      <a:lnTo>
                        <a:pt x="112" y="0"/>
                      </a:lnTo>
                      <a:lnTo>
                        <a:pt x="119" y="9"/>
                      </a:lnTo>
                      <a:lnTo>
                        <a:pt x="12" y="92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4" name="Google Shape;644;p27"/>
                <p:cNvSpPr/>
                <p:nvPr/>
              </p:nvSpPr>
              <p:spPr>
                <a:xfrm>
                  <a:off x="3350176" y="2533905"/>
                  <a:ext cx="84802" cy="125670"/>
                </a:xfrm>
                <a:custGeom>
                  <a:rect b="b" l="l" r="r" t="t"/>
                  <a:pathLst>
                    <a:path extrusionOk="0" h="52" w="35">
                      <a:moveTo>
                        <a:pt x="7" y="52"/>
                      </a:moveTo>
                      <a:cubicBezTo>
                        <a:pt x="5" y="51"/>
                        <a:pt x="3" y="50"/>
                        <a:pt x="0" y="48"/>
                      </a:cubicBezTo>
                      <a:cubicBezTo>
                        <a:pt x="31" y="0"/>
                        <a:pt x="31" y="0"/>
                        <a:pt x="31" y="0"/>
                      </a:cubicBezTo>
                      <a:cubicBezTo>
                        <a:pt x="32" y="1"/>
                        <a:pt x="33" y="1"/>
                        <a:pt x="35" y="2"/>
                      </a:cubicBezTo>
                      <a:lnTo>
                        <a:pt x="7" y="52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5" name="Google Shape;645;p27"/>
                <p:cNvSpPr/>
                <p:nvPr/>
              </p:nvSpPr>
              <p:spPr>
                <a:xfrm>
                  <a:off x="3461541" y="2562513"/>
                  <a:ext cx="48020" cy="137930"/>
                </a:xfrm>
                <a:custGeom>
                  <a:rect b="b" l="l" r="r" t="t"/>
                  <a:pathLst>
                    <a:path extrusionOk="0" h="135" w="47">
                      <a:moveTo>
                        <a:pt x="16" y="135"/>
                      </a:moveTo>
                      <a:lnTo>
                        <a:pt x="0" y="130"/>
                      </a:lnTo>
                      <a:lnTo>
                        <a:pt x="33" y="0"/>
                      </a:lnTo>
                      <a:lnTo>
                        <a:pt x="47" y="3"/>
                      </a:lnTo>
                      <a:lnTo>
                        <a:pt x="16" y="135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6" name="Google Shape;646;p27"/>
                <p:cNvSpPr/>
                <p:nvPr/>
              </p:nvSpPr>
              <p:spPr>
                <a:xfrm>
                  <a:off x="3569842" y="2576816"/>
                  <a:ext cx="24521" cy="137930"/>
                </a:xfrm>
                <a:custGeom>
                  <a:rect b="b" l="l" r="r" t="t"/>
                  <a:pathLst>
                    <a:path extrusionOk="0" h="135" w="24">
                      <a:moveTo>
                        <a:pt x="17" y="135"/>
                      </a:moveTo>
                      <a:lnTo>
                        <a:pt x="0" y="135"/>
                      </a:lnTo>
                      <a:lnTo>
                        <a:pt x="10" y="0"/>
                      </a:lnTo>
                      <a:lnTo>
                        <a:pt x="24" y="0"/>
                      </a:lnTo>
                      <a:lnTo>
                        <a:pt x="17" y="135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7" name="Google Shape;647;p27"/>
                <p:cNvSpPr/>
                <p:nvPr/>
              </p:nvSpPr>
              <p:spPr>
                <a:xfrm>
                  <a:off x="3610710" y="2548209"/>
                  <a:ext cx="102170" cy="208427"/>
                </a:xfrm>
                <a:custGeom>
                  <a:rect b="b" l="l" r="r" t="t"/>
                  <a:pathLst>
                    <a:path extrusionOk="0" h="86" w="42">
                      <a:moveTo>
                        <a:pt x="20" y="85"/>
                      </a:moveTo>
                      <a:cubicBezTo>
                        <a:pt x="20" y="86"/>
                        <a:pt x="13" y="80"/>
                        <a:pt x="12" y="79"/>
                      </a:cubicBezTo>
                      <a:cubicBezTo>
                        <a:pt x="9" y="75"/>
                        <a:pt x="7" y="72"/>
                        <a:pt x="5" y="68"/>
                      </a:cubicBezTo>
                      <a:cubicBezTo>
                        <a:pt x="1" y="59"/>
                        <a:pt x="0" y="50"/>
                        <a:pt x="1" y="42"/>
                      </a:cubicBezTo>
                      <a:cubicBezTo>
                        <a:pt x="3" y="20"/>
                        <a:pt x="20" y="3"/>
                        <a:pt x="42" y="0"/>
                      </a:cubicBezTo>
                      <a:cubicBezTo>
                        <a:pt x="42" y="0"/>
                        <a:pt x="20" y="84"/>
                        <a:pt x="20" y="8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8" name="Google Shape;648;p27"/>
                <p:cNvSpPr/>
                <p:nvPr/>
              </p:nvSpPr>
              <p:spPr>
                <a:xfrm>
                  <a:off x="4019391" y="2581925"/>
                  <a:ext cx="251339" cy="174712"/>
                </a:xfrm>
                <a:custGeom>
                  <a:rect b="b" l="l" r="r" t="t"/>
                  <a:pathLst>
                    <a:path extrusionOk="0" h="72" w="104">
                      <a:moveTo>
                        <a:pt x="22" y="0"/>
                      </a:moveTo>
                      <a:cubicBezTo>
                        <a:pt x="11" y="0"/>
                        <a:pt x="2" y="7"/>
                        <a:pt x="1" y="17"/>
                      </a:cubicBezTo>
                      <a:cubicBezTo>
                        <a:pt x="0" y="28"/>
                        <a:pt x="8" y="37"/>
                        <a:pt x="18" y="38"/>
                      </a:cubicBezTo>
                      <a:cubicBezTo>
                        <a:pt x="33" y="39"/>
                        <a:pt x="76" y="48"/>
                        <a:pt x="88" y="72"/>
                      </a:cubicBezTo>
                      <a:cubicBezTo>
                        <a:pt x="88" y="72"/>
                        <a:pt x="88" y="72"/>
                        <a:pt x="88" y="72"/>
                      </a:cubicBezTo>
                      <a:cubicBezTo>
                        <a:pt x="95" y="60"/>
                        <a:pt x="101" y="47"/>
                        <a:pt x="104" y="33"/>
                      </a:cubicBezTo>
                      <a:cubicBezTo>
                        <a:pt x="75" y="6"/>
                        <a:pt x="28" y="1"/>
                        <a:pt x="2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9" name="Google Shape;649;p27"/>
                <p:cNvSpPr/>
                <p:nvPr/>
              </p:nvSpPr>
              <p:spPr>
                <a:xfrm>
                  <a:off x="4180820" y="2629945"/>
                  <a:ext cx="58237" cy="87866"/>
                </a:xfrm>
                <a:custGeom>
                  <a:rect b="b" l="l" r="r" t="t"/>
                  <a:pathLst>
                    <a:path extrusionOk="0" h="36" w="24">
                      <a:moveTo>
                        <a:pt x="6" y="36"/>
                      </a:moveTo>
                      <a:cubicBezTo>
                        <a:pt x="3" y="35"/>
                        <a:pt x="2" y="34"/>
                        <a:pt x="0" y="32"/>
                      </a:cubicBezTo>
                      <a:cubicBezTo>
                        <a:pt x="19" y="0"/>
                        <a:pt x="19" y="0"/>
                        <a:pt x="19" y="0"/>
                      </a:cubicBezTo>
                      <a:cubicBezTo>
                        <a:pt x="20" y="1"/>
                        <a:pt x="23" y="2"/>
                        <a:pt x="24" y="3"/>
                      </a:cubicBezTo>
                      <a:lnTo>
                        <a:pt x="6" y="36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0" name="Google Shape;650;p27"/>
                <p:cNvSpPr/>
                <p:nvPr/>
              </p:nvSpPr>
              <p:spPr>
                <a:xfrm>
                  <a:off x="4051064" y="2548209"/>
                  <a:ext cx="103192" cy="208427"/>
                </a:xfrm>
                <a:custGeom>
                  <a:rect b="b" l="l" r="r" t="t"/>
                  <a:pathLst>
                    <a:path extrusionOk="0" h="86" w="43">
                      <a:moveTo>
                        <a:pt x="23" y="85"/>
                      </a:moveTo>
                      <a:cubicBezTo>
                        <a:pt x="23" y="86"/>
                        <a:pt x="30" y="80"/>
                        <a:pt x="31" y="79"/>
                      </a:cubicBezTo>
                      <a:cubicBezTo>
                        <a:pt x="34" y="75"/>
                        <a:pt x="36" y="72"/>
                        <a:pt x="38" y="68"/>
                      </a:cubicBezTo>
                      <a:cubicBezTo>
                        <a:pt x="41" y="59"/>
                        <a:pt x="43" y="50"/>
                        <a:pt x="42" y="42"/>
                      </a:cubicBezTo>
                      <a:cubicBezTo>
                        <a:pt x="39" y="20"/>
                        <a:pt x="22" y="3"/>
                        <a:pt x="0" y="0"/>
                      </a:cubicBezTo>
                      <a:cubicBezTo>
                        <a:pt x="0" y="0"/>
                        <a:pt x="22" y="84"/>
                        <a:pt x="23" y="8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1" name="Google Shape;651;p27"/>
                <p:cNvSpPr/>
                <p:nvPr/>
              </p:nvSpPr>
              <p:spPr>
                <a:xfrm>
                  <a:off x="3654643" y="2470559"/>
                  <a:ext cx="453636" cy="493483"/>
                </a:xfrm>
                <a:custGeom>
                  <a:rect b="b" l="l" r="r" t="t"/>
                  <a:pathLst>
                    <a:path extrusionOk="0" h="204" w="188">
                      <a:moveTo>
                        <a:pt x="94" y="0"/>
                      </a:moveTo>
                      <a:cubicBezTo>
                        <a:pt x="42" y="0"/>
                        <a:pt x="0" y="42"/>
                        <a:pt x="0" y="94"/>
                      </a:cubicBezTo>
                      <a:cubicBezTo>
                        <a:pt x="0" y="178"/>
                        <a:pt x="0" y="178"/>
                        <a:pt x="0" y="178"/>
                      </a:cubicBezTo>
                      <a:cubicBezTo>
                        <a:pt x="27" y="195"/>
                        <a:pt x="57" y="204"/>
                        <a:pt x="91" y="204"/>
                      </a:cubicBezTo>
                      <a:cubicBezTo>
                        <a:pt x="127" y="204"/>
                        <a:pt x="161" y="193"/>
                        <a:pt x="188" y="173"/>
                      </a:cubicBezTo>
                      <a:cubicBezTo>
                        <a:pt x="188" y="94"/>
                        <a:pt x="188" y="94"/>
                        <a:pt x="188" y="94"/>
                      </a:cubicBezTo>
                      <a:cubicBezTo>
                        <a:pt x="188" y="42"/>
                        <a:pt x="146" y="0"/>
                        <a:pt x="9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2" name="Google Shape;652;p27"/>
                <p:cNvSpPr/>
                <p:nvPr/>
              </p:nvSpPr>
              <p:spPr>
                <a:xfrm>
                  <a:off x="3792573" y="2695334"/>
                  <a:ext cx="161429" cy="268708"/>
                </a:xfrm>
                <a:custGeom>
                  <a:rect b="b" l="l" r="r" t="t"/>
                  <a:pathLst>
                    <a:path extrusionOk="0" h="111" w="67">
                      <a:moveTo>
                        <a:pt x="34" y="0"/>
                      </a:moveTo>
                      <a:cubicBezTo>
                        <a:pt x="15" y="0"/>
                        <a:pt x="0" y="15"/>
                        <a:pt x="0" y="34"/>
                      </a:cubicBezTo>
                      <a:cubicBezTo>
                        <a:pt x="0" y="108"/>
                        <a:pt x="0" y="108"/>
                        <a:pt x="0" y="108"/>
                      </a:cubicBezTo>
                      <a:cubicBezTo>
                        <a:pt x="11" y="110"/>
                        <a:pt x="22" y="111"/>
                        <a:pt x="34" y="111"/>
                      </a:cubicBezTo>
                      <a:cubicBezTo>
                        <a:pt x="45" y="111"/>
                        <a:pt x="56" y="110"/>
                        <a:pt x="67" y="108"/>
                      </a:cubicBezTo>
                      <a:cubicBezTo>
                        <a:pt x="67" y="34"/>
                        <a:pt x="67" y="34"/>
                        <a:pt x="67" y="34"/>
                      </a:cubicBezTo>
                      <a:cubicBezTo>
                        <a:pt x="67" y="15"/>
                        <a:pt x="52" y="0"/>
                        <a:pt x="3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3" name="Google Shape;653;p27"/>
                <p:cNvSpPr/>
                <p:nvPr/>
              </p:nvSpPr>
              <p:spPr>
                <a:xfrm>
                  <a:off x="3780312" y="2487929"/>
                  <a:ext cx="188100" cy="81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4" name="Google Shape;654;p27"/>
                <p:cNvSpPr/>
                <p:nvPr/>
              </p:nvSpPr>
              <p:spPr>
                <a:xfrm>
                  <a:off x="3826289" y="2383715"/>
                  <a:ext cx="96040" cy="169603"/>
                </a:xfrm>
                <a:custGeom>
                  <a:rect b="b" l="l" r="r" t="t"/>
                  <a:pathLst>
                    <a:path extrusionOk="0" h="70" w="40">
                      <a:moveTo>
                        <a:pt x="0" y="0"/>
                      </a:moveTo>
                      <a:cubicBezTo>
                        <a:pt x="0" y="54"/>
                        <a:pt x="0" y="54"/>
                        <a:pt x="0" y="54"/>
                      </a:cubicBezTo>
                      <a:cubicBezTo>
                        <a:pt x="0" y="62"/>
                        <a:pt x="0" y="62"/>
                        <a:pt x="0" y="62"/>
                      </a:cubicBezTo>
                      <a:cubicBezTo>
                        <a:pt x="0" y="64"/>
                        <a:pt x="1" y="67"/>
                        <a:pt x="4" y="68"/>
                      </a:cubicBezTo>
                      <a:cubicBezTo>
                        <a:pt x="8" y="69"/>
                        <a:pt x="13" y="70"/>
                        <a:pt x="20" y="70"/>
                      </a:cubicBezTo>
                      <a:cubicBezTo>
                        <a:pt x="26" y="70"/>
                        <a:pt x="32" y="69"/>
                        <a:pt x="36" y="68"/>
                      </a:cubicBezTo>
                      <a:cubicBezTo>
                        <a:pt x="38" y="67"/>
                        <a:pt x="40" y="64"/>
                        <a:pt x="40" y="62"/>
                      </a:cubicBezTo>
                      <a:cubicBezTo>
                        <a:pt x="40" y="54"/>
                        <a:pt x="40" y="54"/>
                        <a:pt x="40" y="54"/>
                      </a:cubicBezTo>
                      <a:cubicBezTo>
                        <a:pt x="40" y="0"/>
                        <a:pt x="40" y="0"/>
                        <a:pt x="4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5" name="Google Shape;655;p27"/>
                <p:cNvSpPr/>
                <p:nvPr/>
              </p:nvSpPr>
              <p:spPr>
                <a:xfrm>
                  <a:off x="3635231" y="1943360"/>
                  <a:ext cx="476100" cy="477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6" name="Google Shape;656;p27"/>
                <p:cNvSpPr/>
                <p:nvPr/>
              </p:nvSpPr>
              <p:spPr>
                <a:xfrm>
                  <a:off x="3729227" y="2265197"/>
                  <a:ext cx="287099" cy="86845"/>
                </a:xfrm>
                <a:custGeom>
                  <a:rect b="b" l="l" r="r" t="t"/>
                  <a:pathLst>
                    <a:path extrusionOk="0" h="36" w="119">
                      <a:moveTo>
                        <a:pt x="4" y="0"/>
                      </a:moveTo>
                      <a:cubicBezTo>
                        <a:pt x="2" y="0"/>
                        <a:pt x="0" y="3"/>
                        <a:pt x="2" y="5"/>
                      </a:cubicBezTo>
                      <a:cubicBezTo>
                        <a:pt x="14" y="24"/>
                        <a:pt x="36" y="36"/>
                        <a:pt x="60" y="36"/>
                      </a:cubicBezTo>
                      <a:cubicBezTo>
                        <a:pt x="84" y="36"/>
                        <a:pt x="105" y="24"/>
                        <a:pt x="118" y="5"/>
                      </a:cubicBezTo>
                      <a:cubicBezTo>
                        <a:pt x="119" y="3"/>
                        <a:pt x="118" y="0"/>
                        <a:pt x="115" y="0"/>
                      </a:cubicBez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7" name="Google Shape;657;p27"/>
                <p:cNvSpPr/>
                <p:nvPr/>
              </p:nvSpPr>
              <p:spPr>
                <a:xfrm>
                  <a:off x="3707772" y="2098659"/>
                  <a:ext cx="331031" cy="113409"/>
                </a:xfrm>
                <a:custGeom>
                  <a:rect b="b" l="l" r="r" t="t"/>
                  <a:pathLst>
                    <a:path extrusionOk="0" h="47" w="137">
                      <a:moveTo>
                        <a:pt x="125" y="47"/>
                      </a:moveTo>
                      <a:cubicBezTo>
                        <a:pt x="12" y="47"/>
                        <a:pt x="12" y="47"/>
                        <a:pt x="12" y="47"/>
                      </a:cubicBezTo>
                      <a:cubicBezTo>
                        <a:pt x="5" y="47"/>
                        <a:pt x="0" y="41"/>
                        <a:pt x="0" y="35"/>
                      </a:cubicBezTo>
                      <a:cubicBezTo>
                        <a:pt x="0" y="12"/>
                        <a:pt x="0" y="12"/>
                        <a:pt x="0" y="12"/>
                      </a:cubicBezTo>
                      <a:cubicBezTo>
                        <a:pt x="0" y="6"/>
                        <a:pt x="5" y="0"/>
                        <a:pt x="12" y="0"/>
                      </a:cubicBezTo>
                      <a:cubicBezTo>
                        <a:pt x="125" y="0"/>
                        <a:pt x="125" y="0"/>
                        <a:pt x="125" y="0"/>
                      </a:cubicBezTo>
                      <a:cubicBezTo>
                        <a:pt x="131" y="0"/>
                        <a:pt x="137" y="6"/>
                        <a:pt x="137" y="12"/>
                      </a:cubicBezTo>
                      <a:cubicBezTo>
                        <a:pt x="137" y="35"/>
                        <a:pt x="137" y="35"/>
                        <a:pt x="137" y="35"/>
                      </a:cubicBezTo>
                      <a:cubicBezTo>
                        <a:pt x="137" y="41"/>
                        <a:pt x="131" y="47"/>
                        <a:pt x="125" y="4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8" name="Google Shape;658;p27"/>
                <p:cNvSpPr/>
                <p:nvPr/>
              </p:nvSpPr>
              <p:spPr>
                <a:xfrm>
                  <a:off x="3768052" y="2132376"/>
                  <a:ext cx="43934" cy="51085"/>
                </a:xfrm>
                <a:custGeom>
                  <a:rect b="b" l="l" r="r" t="t"/>
                  <a:pathLst>
                    <a:path extrusionOk="0" h="50" w="43">
                      <a:moveTo>
                        <a:pt x="43" y="10"/>
                      </a:moveTo>
                      <a:lnTo>
                        <a:pt x="35" y="10"/>
                      </a:lnTo>
                      <a:lnTo>
                        <a:pt x="35" y="0"/>
                      </a:lnTo>
                      <a:lnTo>
                        <a:pt x="7" y="0"/>
                      </a:lnTo>
                      <a:lnTo>
                        <a:pt x="7" y="10"/>
                      </a:lnTo>
                      <a:lnTo>
                        <a:pt x="0" y="10"/>
                      </a:lnTo>
                      <a:lnTo>
                        <a:pt x="0" y="40"/>
                      </a:lnTo>
                      <a:lnTo>
                        <a:pt x="7" y="40"/>
                      </a:lnTo>
                      <a:lnTo>
                        <a:pt x="7" y="50"/>
                      </a:lnTo>
                      <a:lnTo>
                        <a:pt x="35" y="50"/>
                      </a:lnTo>
                      <a:lnTo>
                        <a:pt x="35" y="40"/>
                      </a:lnTo>
                      <a:lnTo>
                        <a:pt x="43" y="40"/>
                      </a:lnTo>
                      <a:lnTo>
                        <a:pt x="43" y="1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9" name="Google Shape;659;p27"/>
                <p:cNvSpPr/>
                <p:nvPr/>
              </p:nvSpPr>
              <p:spPr>
                <a:xfrm>
                  <a:off x="3939698" y="2132376"/>
                  <a:ext cx="40868" cy="51085"/>
                </a:xfrm>
                <a:custGeom>
                  <a:rect b="b" l="l" r="r" t="t"/>
                  <a:pathLst>
                    <a:path extrusionOk="0" h="50" w="40">
                      <a:moveTo>
                        <a:pt x="40" y="10"/>
                      </a:moveTo>
                      <a:lnTo>
                        <a:pt x="33" y="10"/>
                      </a:lnTo>
                      <a:lnTo>
                        <a:pt x="33" y="0"/>
                      </a:lnTo>
                      <a:lnTo>
                        <a:pt x="7" y="0"/>
                      </a:lnTo>
                      <a:lnTo>
                        <a:pt x="7" y="10"/>
                      </a:lnTo>
                      <a:lnTo>
                        <a:pt x="0" y="10"/>
                      </a:lnTo>
                      <a:lnTo>
                        <a:pt x="0" y="40"/>
                      </a:lnTo>
                      <a:lnTo>
                        <a:pt x="7" y="40"/>
                      </a:lnTo>
                      <a:lnTo>
                        <a:pt x="7" y="50"/>
                      </a:lnTo>
                      <a:lnTo>
                        <a:pt x="33" y="50"/>
                      </a:lnTo>
                      <a:lnTo>
                        <a:pt x="33" y="40"/>
                      </a:lnTo>
                      <a:lnTo>
                        <a:pt x="40" y="40"/>
                      </a:lnTo>
                      <a:lnTo>
                        <a:pt x="40" y="1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0" name="Google Shape;660;p27"/>
                <p:cNvSpPr/>
                <p:nvPr/>
              </p:nvSpPr>
              <p:spPr>
                <a:xfrm>
                  <a:off x="3613775" y="2098659"/>
                  <a:ext cx="45977" cy="145082"/>
                </a:xfrm>
                <a:custGeom>
                  <a:rect b="b" l="l" r="r" t="t"/>
                  <a:pathLst>
                    <a:path extrusionOk="0" h="60" w="19">
                      <a:moveTo>
                        <a:pt x="9" y="0"/>
                      </a:moveTo>
                      <a:cubicBezTo>
                        <a:pt x="4" y="0"/>
                        <a:pt x="0" y="4"/>
                        <a:pt x="0" y="9"/>
                      </a:cubicBezTo>
                      <a:cubicBezTo>
                        <a:pt x="0" y="51"/>
                        <a:pt x="0" y="51"/>
                        <a:pt x="0" y="51"/>
                      </a:cubicBezTo>
                      <a:cubicBezTo>
                        <a:pt x="0" y="56"/>
                        <a:pt x="4" y="60"/>
                        <a:pt x="9" y="60"/>
                      </a:cubicBezTo>
                      <a:cubicBezTo>
                        <a:pt x="15" y="60"/>
                        <a:pt x="19" y="56"/>
                        <a:pt x="19" y="51"/>
                      </a:cubicBezTo>
                      <a:cubicBezTo>
                        <a:pt x="19" y="9"/>
                        <a:pt x="19" y="9"/>
                        <a:pt x="19" y="9"/>
                      </a:cubicBezTo>
                      <a:cubicBezTo>
                        <a:pt x="19" y="4"/>
                        <a:pt x="15" y="0"/>
                        <a:pt x="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1" name="Google Shape;661;p27"/>
                <p:cNvSpPr/>
                <p:nvPr/>
              </p:nvSpPr>
              <p:spPr>
                <a:xfrm>
                  <a:off x="3543278" y="2158940"/>
                  <a:ext cx="90000" cy="174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2" name="Google Shape;662;p27"/>
                <p:cNvSpPr/>
                <p:nvPr/>
              </p:nvSpPr>
              <p:spPr>
                <a:xfrm>
                  <a:off x="3526930" y="2149744"/>
                  <a:ext cx="37800" cy="378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3" name="Google Shape;663;p27"/>
                <p:cNvSpPr/>
                <p:nvPr/>
              </p:nvSpPr>
              <p:spPr>
                <a:xfrm>
                  <a:off x="3808920" y="1943360"/>
                  <a:ext cx="130778" cy="104214"/>
                </a:xfrm>
                <a:custGeom>
                  <a:rect b="b" l="l" r="r" t="t"/>
                  <a:pathLst>
                    <a:path extrusionOk="0" h="43" w="54">
                      <a:moveTo>
                        <a:pt x="17" y="43"/>
                      </a:moveTo>
                      <a:cubicBezTo>
                        <a:pt x="36" y="43"/>
                        <a:pt x="36" y="43"/>
                        <a:pt x="36" y="43"/>
                      </a:cubicBezTo>
                      <a:cubicBezTo>
                        <a:pt x="46" y="43"/>
                        <a:pt x="54" y="35"/>
                        <a:pt x="54" y="25"/>
                      </a:cubicBezTo>
                      <a:cubicBezTo>
                        <a:pt x="54" y="4"/>
                        <a:pt x="54" y="4"/>
                        <a:pt x="54" y="4"/>
                      </a:cubicBezTo>
                      <a:cubicBezTo>
                        <a:pt x="45" y="1"/>
                        <a:pt x="36" y="0"/>
                        <a:pt x="27" y="0"/>
                      </a:cubicBezTo>
                      <a:cubicBezTo>
                        <a:pt x="17" y="0"/>
                        <a:pt x="8" y="1"/>
                        <a:pt x="0" y="4"/>
                      </a:cubicBezTo>
                      <a:cubicBezTo>
                        <a:pt x="0" y="25"/>
                        <a:pt x="0" y="25"/>
                        <a:pt x="0" y="25"/>
                      </a:cubicBezTo>
                      <a:cubicBezTo>
                        <a:pt x="0" y="35"/>
                        <a:pt x="8" y="43"/>
                        <a:pt x="17" y="4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4" name="Google Shape;664;p27"/>
                <p:cNvSpPr/>
                <p:nvPr/>
              </p:nvSpPr>
              <p:spPr>
                <a:xfrm>
                  <a:off x="3865114" y="1859580"/>
                  <a:ext cx="16500" cy="870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5" name="Google Shape;665;p27"/>
                <p:cNvSpPr/>
                <p:nvPr/>
              </p:nvSpPr>
              <p:spPr>
                <a:xfrm>
                  <a:off x="3847745" y="1833016"/>
                  <a:ext cx="53100" cy="552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6" name="Google Shape;666;p27"/>
                <p:cNvSpPr/>
                <p:nvPr/>
              </p:nvSpPr>
              <p:spPr>
                <a:xfrm>
                  <a:off x="4088866" y="2098659"/>
                  <a:ext cx="43933" cy="145082"/>
                </a:xfrm>
                <a:custGeom>
                  <a:rect b="b" l="l" r="r" t="t"/>
                  <a:pathLst>
                    <a:path extrusionOk="0" h="60" w="18">
                      <a:moveTo>
                        <a:pt x="9" y="0"/>
                      </a:moveTo>
                      <a:cubicBezTo>
                        <a:pt x="4" y="0"/>
                        <a:pt x="0" y="4"/>
                        <a:pt x="0" y="9"/>
                      </a:cubicBezTo>
                      <a:cubicBezTo>
                        <a:pt x="0" y="51"/>
                        <a:pt x="0" y="51"/>
                        <a:pt x="0" y="51"/>
                      </a:cubicBezTo>
                      <a:cubicBezTo>
                        <a:pt x="0" y="56"/>
                        <a:pt x="4" y="60"/>
                        <a:pt x="9" y="60"/>
                      </a:cubicBezTo>
                      <a:cubicBezTo>
                        <a:pt x="14" y="60"/>
                        <a:pt x="18" y="56"/>
                        <a:pt x="18" y="51"/>
                      </a:cubicBezTo>
                      <a:cubicBezTo>
                        <a:pt x="18" y="9"/>
                        <a:pt x="18" y="9"/>
                        <a:pt x="18" y="9"/>
                      </a:cubicBezTo>
                      <a:cubicBezTo>
                        <a:pt x="18" y="4"/>
                        <a:pt x="14" y="0"/>
                        <a:pt x="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7" name="Google Shape;667;p27"/>
                <p:cNvSpPr/>
                <p:nvPr/>
              </p:nvSpPr>
              <p:spPr>
                <a:xfrm>
                  <a:off x="4113387" y="2160983"/>
                  <a:ext cx="90000" cy="153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8" name="Google Shape;668;p27"/>
                <p:cNvSpPr/>
                <p:nvPr/>
              </p:nvSpPr>
              <p:spPr>
                <a:xfrm>
                  <a:off x="4180820" y="2149744"/>
                  <a:ext cx="38700" cy="378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9" name="Google Shape;669;p27"/>
                <p:cNvSpPr/>
                <p:nvPr/>
              </p:nvSpPr>
              <p:spPr>
                <a:xfrm>
                  <a:off x="3222463" y="1040175"/>
                  <a:ext cx="1294496" cy="722345"/>
                </a:xfrm>
                <a:custGeom>
                  <a:rect b="b" l="l" r="r" t="t"/>
                  <a:pathLst>
                    <a:path extrusionOk="0" h="299" w="536">
                      <a:moveTo>
                        <a:pt x="499" y="0"/>
                      </a:moveTo>
                      <a:cubicBezTo>
                        <a:pt x="37" y="0"/>
                        <a:pt x="37" y="0"/>
                        <a:pt x="37" y="0"/>
                      </a:cubicBezTo>
                      <a:cubicBezTo>
                        <a:pt x="16" y="0"/>
                        <a:pt x="0" y="17"/>
                        <a:pt x="0" y="37"/>
                      </a:cubicBezTo>
                      <a:cubicBezTo>
                        <a:pt x="0" y="188"/>
                        <a:pt x="0" y="188"/>
                        <a:pt x="0" y="188"/>
                      </a:cubicBezTo>
                      <a:cubicBezTo>
                        <a:pt x="0" y="209"/>
                        <a:pt x="16" y="225"/>
                        <a:pt x="37" y="225"/>
                      </a:cubicBezTo>
                      <a:cubicBezTo>
                        <a:pt x="214" y="225"/>
                        <a:pt x="214" y="225"/>
                        <a:pt x="214" y="225"/>
                      </a:cubicBezTo>
                      <a:cubicBezTo>
                        <a:pt x="252" y="288"/>
                        <a:pt x="252" y="288"/>
                        <a:pt x="252" y="288"/>
                      </a:cubicBezTo>
                      <a:cubicBezTo>
                        <a:pt x="259" y="299"/>
                        <a:pt x="276" y="299"/>
                        <a:pt x="284" y="288"/>
                      </a:cubicBezTo>
                      <a:cubicBezTo>
                        <a:pt x="322" y="225"/>
                        <a:pt x="322" y="225"/>
                        <a:pt x="322" y="225"/>
                      </a:cubicBezTo>
                      <a:cubicBezTo>
                        <a:pt x="499" y="225"/>
                        <a:pt x="499" y="225"/>
                        <a:pt x="499" y="225"/>
                      </a:cubicBezTo>
                      <a:cubicBezTo>
                        <a:pt x="520" y="225"/>
                        <a:pt x="536" y="209"/>
                        <a:pt x="536" y="188"/>
                      </a:cubicBezTo>
                      <a:cubicBezTo>
                        <a:pt x="536" y="37"/>
                        <a:pt x="536" y="37"/>
                        <a:pt x="536" y="37"/>
                      </a:cubicBezTo>
                      <a:cubicBezTo>
                        <a:pt x="536" y="17"/>
                        <a:pt x="520" y="0"/>
                        <a:pt x="499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70" name="Google Shape;670;p27"/>
              <p:cNvSpPr/>
              <p:nvPr/>
            </p:nvSpPr>
            <p:spPr>
              <a:xfrm>
                <a:off x="3800666" y="2433987"/>
                <a:ext cx="983484" cy="360467"/>
              </a:xfrm>
              <a:custGeom>
                <a:rect b="b" l="l" r="r" t="t"/>
                <a:pathLst>
                  <a:path extrusionOk="0" h="176" w="480">
                    <a:moveTo>
                      <a:pt x="4" y="167"/>
                    </a:moveTo>
                    <a:cubicBezTo>
                      <a:pt x="50" y="120"/>
                      <a:pt x="50" y="120"/>
                      <a:pt x="50" y="120"/>
                    </a:cubicBezTo>
                    <a:cubicBezTo>
                      <a:pt x="50" y="37"/>
                      <a:pt x="50" y="37"/>
                      <a:pt x="50" y="37"/>
                    </a:cubicBezTo>
                    <a:cubicBezTo>
                      <a:pt x="50" y="17"/>
                      <a:pt x="67" y="0"/>
                      <a:pt x="87" y="0"/>
                    </a:cubicBezTo>
                    <a:cubicBezTo>
                      <a:pt x="443" y="0"/>
                      <a:pt x="443" y="0"/>
                      <a:pt x="443" y="0"/>
                    </a:cubicBezTo>
                    <a:cubicBezTo>
                      <a:pt x="463" y="0"/>
                      <a:pt x="480" y="17"/>
                      <a:pt x="480" y="37"/>
                    </a:cubicBezTo>
                    <a:cubicBezTo>
                      <a:pt x="480" y="139"/>
                      <a:pt x="480" y="139"/>
                      <a:pt x="480" y="139"/>
                    </a:cubicBezTo>
                    <a:cubicBezTo>
                      <a:pt x="480" y="160"/>
                      <a:pt x="463" y="176"/>
                      <a:pt x="443" y="176"/>
                    </a:cubicBezTo>
                    <a:cubicBezTo>
                      <a:pt x="7" y="176"/>
                      <a:pt x="7" y="176"/>
                      <a:pt x="7" y="176"/>
                    </a:cubicBezTo>
                    <a:cubicBezTo>
                      <a:pt x="3" y="176"/>
                      <a:pt x="0" y="171"/>
                      <a:pt x="4" y="16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1" name="Google Shape;671;p27"/>
              <p:cNvSpPr/>
              <p:nvPr/>
            </p:nvSpPr>
            <p:spPr>
              <a:xfrm>
                <a:off x="4520348" y="2363800"/>
                <a:ext cx="47578" cy="46815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2" name="Google Shape;672;p27"/>
              <p:cNvSpPr/>
              <p:nvPr/>
            </p:nvSpPr>
            <p:spPr>
              <a:xfrm>
                <a:off x="4057152" y="2563097"/>
                <a:ext cx="567562" cy="16464"/>
              </a:xfrm>
              <a:custGeom>
                <a:rect b="b" l="l" r="r" t="t"/>
                <a:pathLst>
                  <a:path extrusionOk="0" h="8" w="277">
                    <a:moveTo>
                      <a:pt x="4" y="8"/>
                    </a:moveTo>
                    <a:cubicBezTo>
                      <a:pt x="274" y="8"/>
                      <a:pt x="274" y="8"/>
                      <a:pt x="274" y="8"/>
                    </a:cubicBezTo>
                    <a:cubicBezTo>
                      <a:pt x="276" y="8"/>
                      <a:pt x="277" y="6"/>
                      <a:pt x="277" y="4"/>
                    </a:cubicBezTo>
                    <a:cubicBezTo>
                      <a:pt x="277" y="2"/>
                      <a:pt x="276" y="0"/>
                      <a:pt x="27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2" y="8"/>
                      <a:pt x="4" y="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27"/>
              <p:cNvSpPr/>
              <p:nvPr/>
            </p:nvSpPr>
            <p:spPr>
              <a:xfrm>
                <a:off x="4057152" y="2624619"/>
                <a:ext cx="567562" cy="16464"/>
              </a:xfrm>
              <a:custGeom>
                <a:rect b="b" l="l" r="r" t="t"/>
                <a:pathLst>
                  <a:path extrusionOk="0" h="8" w="277">
                    <a:moveTo>
                      <a:pt x="4" y="8"/>
                    </a:moveTo>
                    <a:cubicBezTo>
                      <a:pt x="274" y="8"/>
                      <a:pt x="274" y="8"/>
                      <a:pt x="274" y="8"/>
                    </a:cubicBezTo>
                    <a:cubicBezTo>
                      <a:pt x="276" y="8"/>
                      <a:pt x="277" y="6"/>
                      <a:pt x="277" y="4"/>
                    </a:cubicBezTo>
                    <a:cubicBezTo>
                      <a:pt x="277" y="2"/>
                      <a:pt x="276" y="0"/>
                      <a:pt x="27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2" y="8"/>
                      <a:pt x="4" y="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27"/>
              <p:cNvSpPr/>
              <p:nvPr/>
            </p:nvSpPr>
            <p:spPr>
              <a:xfrm>
                <a:off x="4057152" y="2686141"/>
                <a:ext cx="567562" cy="15597"/>
              </a:xfrm>
              <a:custGeom>
                <a:rect b="b" l="l" r="r" t="t"/>
                <a:pathLst>
                  <a:path extrusionOk="0" h="8" w="277">
                    <a:moveTo>
                      <a:pt x="4" y="8"/>
                    </a:moveTo>
                    <a:cubicBezTo>
                      <a:pt x="274" y="8"/>
                      <a:pt x="274" y="8"/>
                      <a:pt x="274" y="8"/>
                    </a:cubicBezTo>
                    <a:cubicBezTo>
                      <a:pt x="276" y="8"/>
                      <a:pt x="277" y="6"/>
                      <a:pt x="277" y="4"/>
                    </a:cubicBezTo>
                    <a:cubicBezTo>
                      <a:pt x="277" y="2"/>
                      <a:pt x="276" y="0"/>
                      <a:pt x="27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2" y="8"/>
                      <a:pt x="4" y="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27"/>
              <p:cNvSpPr/>
              <p:nvPr/>
            </p:nvSpPr>
            <p:spPr>
              <a:xfrm>
                <a:off x="3800666" y="3160986"/>
                <a:ext cx="983484" cy="361334"/>
              </a:xfrm>
              <a:custGeom>
                <a:rect b="b" l="l" r="r" t="t"/>
                <a:pathLst>
                  <a:path extrusionOk="0" h="176" w="480">
                    <a:moveTo>
                      <a:pt x="4" y="9"/>
                    </a:moveTo>
                    <a:cubicBezTo>
                      <a:pt x="50" y="56"/>
                      <a:pt x="50" y="56"/>
                      <a:pt x="50" y="56"/>
                    </a:cubicBezTo>
                    <a:cubicBezTo>
                      <a:pt x="50" y="139"/>
                      <a:pt x="50" y="139"/>
                      <a:pt x="50" y="139"/>
                    </a:cubicBezTo>
                    <a:cubicBezTo>
                      <a:pt x="50" y="159"/>
                      <a:pt x="67" y="176"/>
                      <a:pt x="87" y="176"/>
                    </a:cubicBezTo>
                    <a:cubicBezTo>
                      <a:pt x="443" y="176"/>
                      <a:pt x="443" y="176"/>
                      <a:pt x="443" y="176"/>
                    </a:cubicBezTo>
                    <a:cubicBezTo>
                      <a:pt x="463" y="176"/>
                      <a:pt x="480" y="159"/>
                      <a:pt x="480" y="139"/>
                    </a:cubicBezTo>
                    <a:cubicBezTo>
                      <a:pt x="480" y="37"/>
                      <a:pt x="480" y="37"/>
                      <a:pt x="480" y="37"/>
                    </a:cubicBezTo>
                    <a:cubicBezTo>
                      <a:pt x="480" y="17"/>
                      <a:pt x="463" y="0"/>
                      <a:pt x="443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6"/>
                      <a:pt x="4" y="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27"/>
              <p:cNvSpPr/>
              <p:nvPr/>
            </p:nvSpPr>
            <p:spPr>
              <a:xfrm>
                <a:off x="4520348" y="3093399"/>
                <a:ext cx="47578" cy="47578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27"/>
              <p:cNvSpPr/>
              <p:nvPr/>
            </p:nvSpPr>
            <p:spPr>
              <a:xfrm>
                <a:off x="4057152" y="3292695"/>
                <a:ext cx="567562" cy="16464"/>
              </a:xfrm>
              <a:custGeom>
                <a:rect b="b" l="l" r="r" t="t"/>
                <a:pathLst>
                  <a:path extrusionOk="0" h="8" w="277">
                    <a:moveTo>
                      <a:pt x="4" y="8"/>
                    </a:moveTo>
                    <a:cubicBezTo>
                      <a:pt x="274" y="8"/>
                      <a:pt x="274" y="8"/>
                      <a:pt x="274" y="8"/>
                    </a:cubicBezTo>
                    <a:cubicBezTo>
                      <a:pt x="276" y="8"/>
                      <a:pt x="277" y="6"/>
                      <a:pt x="277" y="4"/>
                    </a:cubicBezTo>
                    <a:cubicBezTo>
                      <a:pt x="277" y="2"/>
                      <a:pt x="276" y="0"/>
                      <a:pt x="27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2" y="8"/>
                      <a:pt x="4" y="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27"/>
              <p:cNvSpPr/>
              <p:nvPr/>
            </p:nvSpPr>
            <p:spPr>
              <a:xfrm>
                <a:off x="4057152" y="3354218"/>
                <a:ext cx="567562" cy="16464"/>
              </a:xfrm>
              <a:custGeom>
                <a:rect b="b" l="l" r="r" t="t"/>
                <a:pathLst>
                  <a:path extrusionOk="0" h="8" w="277">
                    <a:moveTo>
                      <a:pt x="4" y="8"/>
                    </a:moveTo>
                    <a:cubicBezTo>
                      <a:pt x="274" y="8"/>
                      <a:pt x="274" y="8"/>
                      <a:pt x="274" y="8"/>
                    </a:cubicBezTo>
                    <a:cubicBezTo>
                      <a:pt x="276" y="8"/>
                      <a:pt x="277" y="6"/>
                      <a:pt x="277" y="4"/>
                    </a:cubicBezTo>
                    <a:cubicBezTo>
                      <a:pt x="277" y="2"/>
                      <a:pt x="276" y="0"/>
                      <a:pt x="27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2" y="8"/>
                      <a:pt x="4" y="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9" name="Google Shape;679;p27"/>
              <p:cNvSpPr/>
              <p:nvPr/>
            </p:nvSpPr>
            <p:spPr>
              <a:xfrm>
                <a:off x="4057152" y="3415739"/>
                <a:ext cx="567562" cy="16464"/>
              </a:xfrm>
              <a:custGeom>
                <a:rect b="b" l="l" r="r" t="t"/>
                <a:pathLst>
                  <a:path extrusionOk="0" h="8" w="277">
                    <a:moveTo>
                      <a:pt x="4" y="8"/>
                    </a:moveTo>
                    <a:cubicBezTo>
                      <a:pt x="274" y="8"/>
                      <a:pt x="274" y="8"/>
                      <a:pt x="274" y="8"/>
                    </a:cubicBezTo>
                    <a:cubicBezTo>
                      <a:pt x="276" y="8"/>
                      <a:pt x="277" y="6"/>
                      <a:pt x="277" y="4"/>
                    </a:cubicBezTo>
                    <a:cubicBezTo>
                      <a:pt x="277" y="2"/>
                      <a:pt x="276" y="0"/>
                      <a:pt x="27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2" y="8"/>
                      <a:pt x="4" y="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" name="Google Shape;680;p27"/>
              <p:cNvSpPr/>
              <p:nvPr/>
            </p:nvSpPr>
            <p:spPr>
              <a:xfrm>
                <a:off x="677713" y="1912386"/>
                <a:ext cx="982618" cy="360467"/>
              </a:xfrm>
              <a:custGeom>
                <a:rect b="b" l="l" r="r" t="t"/>
                <a:pathLst>
                  <a:path extrusionOk="0" h="176" w="480">
                    <a:moveTo>
                      <a:pt x="477" y="167"/>
                    </a:moveTo>
                    <a:cubicBezTo>
                      <a:pt x="430" y="120"/>
                      <a:pt x="430" y="120"/>
                      <a:pt x="430" y="120"/>
                    </a:cubicBezTo>
                    <a:cubicBezTo>
                      <a:pt x="430" y="37"/>
                      <a:pt x="430" y="37"/>
                      <a:pt x="430" y="37"/>
                    </a:cubicBezTo>
                    <a:cubicBezTo>
                      <a:pt x="430" y="17"/>
                      <a:pt x="413" y="0"/>
                      <a:pt x="393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17" y="0"/>
                      <a:pt x="0" y="17"/>
                      <a:pt x="0" y="37"/>
                    </a:cubicBezTo>
                    <a:cubicBezTo>
                      <a:pt x="0" y="139"/>
                      <a:pt x="0" y="139"/>
                      <a:pt x="0" y="139"/>
                    </a:cubicBezTo>
                    <a:cubicBezTo>
                      <a:pt x="0" y="160"/>
                      <a:pt x="17" y="176"/>
                      <a:pt x="37" y="176"/>
                    </a:cubicBezTo>
                    <a:cubicBezTo>
                      <a:pt x="473" y="176"/>
                      <a:pt x="473" y="176"/>
                      <a:pt x="473" y="176"/>
                    </a:cubicBezTo>
                    <a:cubicBezTo>
                      <a:pt x="478" y="176"/>
                      <a:pt x="480" y="170"/>
                      <a:pt x="477" y="16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" name="Google Shape;681;p27"/>
              <p:cNvSpPr/>
              <p:nvPr/>
            </p:nvSpPr>
            <p:spPr>
              <a:xfrm>
                <a:off x="892607" y="1842199"/>
                <a:ext cx="46815" cy="47578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" name="Google Shape;682;p27"/>
              <p:cNvSpPr/>
              <p:nvPr/>
            </p:nvSpPr>
            <p:spPr>
              <a:xfrm>
                <a:off x="837150" y="2041495"/>
                <a:ext cx="567562" cy="16464"/>
              </a:xfrm>
              <a:custGeom>
                <a:rect b="b" l="l" r="r" t="t"/>
                <a:pathLst>
                  <a:path extrusionOk="0" h="8" w="277">
                    <a:moveTo>
                      <a:pt x="273" y="8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2" y="8"/>
                      <a:pt x="0" y="6"/>
                      <a:pt x="0" y="4"/>
                    </a:cubicBezTo>
                    <a:cubicBezTo>
                      <a:pt x="0" y="2"/>
                      <a:pt x="2" y="0"/>
                      <a:pt x="3" y="0"/>
                    </a:cubicBezTo>
                    <a:cubicBezTo>
                      <a:pt x="273" y="0"/>
                      <a:pt x="273" y="0"/>
                      <a:pt x="273" y="0"/>
                    </a:cubicBezTo>
                    <a:cubicBezTo>
                      <a:pt x="275" y="0"/>
                      <a:pt x="277" y="2"/>
                      <a:pt x="277" y="4"/>
                    </a:cubicBezTo>
                    <a:cubicBezTo>
                      <a:pt x="277" y="6"/>
                      <a:pt x="275" y="8"/>
                      <a:pt x="273" y="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3" name="Google Shape;683;p27"/>
              <p:cNvSpPr/>
              <p:nvPr/>
            </p:nvSpPr>
            <p:spPr>
              <a:xfrm>
                <a:off x="837150" y="2103018"/>
                <a:ext cx="567562" cy="16464"/>
              </a:xfrm>
              <a:custGeom>
                <a:rect b="b" l="l" r="r" t="t"/>
                <a:pathLst>
                  <a:path extrusionOk="0" h="8" w="277">
                    <a:moveTo>
                      <a:pt x="273" y="8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2" y="8"/>
                      <a:pt x="0" y="6"/>
                      <a:pt x="0" y="4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273" y="0"/>
                      <a:pt x="273" y="0"/>
                      <a:pt x="273" y="0"/>
                    </a:cubicBezTo>
                    <a:cubicBezTo>
                      <a:pt x="275" y="0"/>
                      <a:pt x="277" y="1"/>
                      <a:pt x="277" y="4"/>
                    </a:cubicBezTo>
                    <a:cubicBezTo>
                      <a:pt x="277" y="6"/>
                      <a:pt x="275" y="8"/>
                      <a:pt x="273" y="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4" name="Google Shape;684;p27"/>
              <p:cNvSpPr/>
              <p:nvPr/>
            </p:nvSpPr>
            <p:spPr>
              <a:xfrm>
                <a:off x="837150" y="2164539"/>
                <a:ext cx="567562" cy="16464"/>
              </a:xfrm>
              <a:custGeom>
                <a:rect b="b" l="l" r="r" t="t"/>
                <a:pathLst>
                  <a:path extrusionOk="0" h="8" w="277">
                    <a:moveTo>
                      <a:pt x="273" y="8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2" y="8"/>
                      <a:pt x="0" y="6"/>
                      <a:pt x="0" y="4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273" y="0"/>
                      <a:pt x="273" y="0"/>
                      <a:pt x="273" y="0"/>
                    </a:cubicBezTo>
                    <a:cubicBezTo>
                      <a:pt x="275" y="0"/>
                      <a:pt x="277" y="1"/>
                      <a:pt x="277" y="4"/>
                    </a:cubicBezTo>
                    <a:cubicBezTo>
                      <a:pt x="277" y="6"/>
                      <a:pt x="275" y="8"/>
                      <a:pt x="273" y="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" name="Google Shape;685;p27"/>
              <p:cNvSpPr/>
              <p:nvPr/>
            </p:nvSpPr>
            <p:spPr>
              <a:xfrm>
                <a:off x="677713" y="2640252"/>
                <a:ext cx="982618" cy="360467"/>
              </a:xfrm>
              <a:custGeom>
                <a:rect b="b" l="l" r="r" t="t"/>
                <a:pathLst>
                  <a:path extrusionOk="0" h="176" w="480">
                    <a:moveTo>
                      <a:pt x="477" y="9"/>
                    </a:moveTo>
                    <a:cubicBezTo>
                      <a:pt x="430" y="56"/>
                      <a:pt x="430" y="56"/>
                      <a:pt x="430" y="56"/>
                    </a:cubicBezTo>
                    <a:cubicBezTo>
                      <a:pt x="430" y="139"/>
                      <a:pt x="430" y="139"/>
                      <a:pt x="430" y="139"/>
                    </a:cubicBezTo>
                    <a:cubicBezTo>
                      <a:pt x="430" y="159"/>
                      <a:pt x="413" y="176"/>
                      <a:pt x="393" y="176"/>
                    </a:cubicBezTo>
                    <a:cubicBezTo>
                      <a:pt x="37" y="176"/>
                      <a:pt x="37" y="176"/>
                      <a:pt x="37" y="176"/>
                    </a:cubicBezTo>
                    <a:cubicBezTo>
                      <a:pt x="17" y="176"/>
                      <a:pt x="0" y="159"/>
                      <a:pt x="0" y="13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6"/>
                      <a:pt x="17" y="0"/>
                      <a:pt x="37" y="0"/>
                    </a:cubicBezTo>
                    <a:cubicBezTo>
                      <a:pt x="473" y="0"/>
                      <a:pt x="473" y="0"/>
                      <a:pt x="473" y="0"/>
                    </a:cubicBezTo>
                    <a:cubicBezTo>
                      <a:pt x="478" y="0"/>
                      <a:pt x="480" y="5"/>
                      <a:pt x="477" y="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27"/>
              <p:cNvSpPr/>
              <p:nvPr/>
            </p:nvSpPr>
            <p:spPr>
              <a:xfrm>
                <a:off x="892607" y="2572664"/>
                <a:ext cx="46815" cy="46815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7" name="Google Shape;687;p27"/>
              <p:cNvSpPr/>
              <p:nvPr/>
            </p:nvSpPr>
            <p:spPr>
              <a:xfrm>
                <a:off x="837150" y="2771094"/>
                <a:ext cx="567562" cy="16464"/>
              </a:xfrm>
              <a:custGeom>
                <a:rect b="b" l="l" r="r" t="t"/>
                <a:pathLst>
                  <a:path extrusionOk="0" h="8" w="277">
                    <a:moveTo>
                      <a:pt x="273" y="8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2" y="8"/>
                      <a:pt x="0" y="6"/>
                      <a:pt x="0" y="4"/>
                    </a:cubicBezTo>
                    <a:cubicBezTo>
                      <a:pt x="0" y="2"/>
                      <a:pt x="2" y="0"/>
                      <a:pt x="3" y="0"/>
                    </a:cubicBezTo>
                    <a:cubicBezTo>
                      <a:pt x="273" y="0"/>
                      <a:pt x="273" y="0"/>
                      <a:pt x="273" y="0"/>
                    </a:cubicBezTo>
                    <a:cubicBezTo>
                      <a:pt x="275" y="0"/>
                      <a:pt x="277" y="2"/>
                      <a:pt x="277" y="4"/>
                    </a:cubicBezTo>
                    <a:cubicBezTo>
                      <a:pt x="277" y="6"/>
                      <a:pt x="275" y="8"/>
                      <a:pt x="273" y="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" name="Google Shape;688;p27"/>
              <p:cNvSpPr/>
              <p:nvPr/>
            </p:nvSpPr>
            <p:spPr>
              <a:xfrm>
                <a:off x="837150" y="2832616"/>
                <a:ext cx="567562" cy="16464"/>
              </a:xfrm>
              <a:custGeom>
                <a:rect b="b" l="l" r="r" t="t"/>
                <a:pathLst>
                  <a:path extrusionOk="0" h="8" w="277">
                    <a:moveTo>
                      <a:pt x="273" y="8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2" y="8"/>
                      <a:pt x="0" y="6"/>
                      <a:pt x="0" y="4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273" y="0"/>
                      <a:pt x="273" y="0"/>
                      <a:pt x="273" y="0"/>
                    </a:cubicBezTo>
                    <a:cubicBezTo>
                      <a:pt x="275" y="0"/>
                      <a:pt x="277" y="1"/>
                      <a:pt x="277" y="4"/>
                    </a:cubicBezTo>
                    <a:cubicBezTo>
                      <a:pt x="277" y="6"/>
                      <a:pt x="275" y="8"/>
                      <a:pt x="273" y="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27"/>
              <p:cNvSpPr/>
              <p:nvPr/>
            </p:nvSpPr>
            <p:spPr>
              <a:xfrm>
                <a:off x="837150" y="2894138"/>
                <a:ext cx="567562" cy="16464"/>
              </a:xfrm>
              <a:custGeom>
                <a:rect b="b" l="l" r="r" t="t"/>
                <a:pathLst>
                  <a:path extrusionOk="0" h="8" w="277">
                    <a:moveTo>
                      <a:pt x="273" y="8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2" y="8"/>
                      <a:pt x="0" y="6"/>
                      <a:pt x="0" y="4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273" y="0"/>
                      <a:pt x="273" y="0"/>
                      <a:pt x="273" y="0"/>
                    </a:cubicBezTo>
                    <a:cubicBezTo>
                      <a:pt x="275" y="0"/>
                      <a:pt x="277" y="1"/>
                      <a:pt x="277" y="4"/>
                    </a:cubicBezTo>
                    <a:cubicBezTo>
                      <a:pt x="277" y="6"/>
                      <a:pt x="275" y="8"/>
                      <a:pt x="273" y="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90" name="Google Shape;690;p27"/>
              <p:cNvGrpSpPr/>
              <p:nvPr/>
            </p:nvGrpSpPr>
            <p:grpSpPr>
              <a:xfrm>
                <a:off x="2325022" y="1663641"/>
                <a:ext cx="811825" cy="199548"/>
                <a:chOff x="572168" y="935960"/>
                <a:chExt cx="669215" cy="164495"/>
              </a:xfrm>
            </p:grpSpPr>
            <p:sp>
              <p:nvSpPr>
                <p:cNvPr id="691" name="Google Shape;691;p27"/>
                <p:cNvSpPr/>
                <p:nvPr/>
              </p:nvSpPr>
              <p:spPr>
                <a:xfrm>
                  <a:off x="572168" y="935960"/>
                  <a:ext cx="669215" cy="19413"/>
                </a:xfrm>
                <a:custGeom>
                  <a:rect b="b" l="l" r="r" t="t"/>
                  <a:pathLst>
                    <a:path extrusionOk="0" h="8" w="277">
                      <a:moveTo>
                        <a:pt x="273" y="8"/>
                      </a:moveTo>
                      <a:cubicBezTo>
                        <a:pt x="3" y="8"/>
                        <a:pt x="3" y="8"/>
                        <a:pt x="3" y="8"/>
                      </a:cubicBezTo>
                      <a:cubicBezTo>
                        <a:pt x="2" y="8"/>
                        <a:pt x="0" y="6"/>
                        <a:pt x="0" y="4"/>
                      </a:cubicBezTo>
                      <a:cubicBezTo>
                        <a:pt x="0" y="2"/>
                        <a:pt x="2" y="0"/>
                        <a:pt x="3" y="0"/>
                      </a:cubicBezTo>
                      <a:cubicBezTo>
                        <a:pt x="273" y="0"/>
                        <a:pt x="273" y="0"/>
                        <a:pt x="273" y="0"/>
                      </a:cubicBezTo>
                      <a:cubicBezTo>
                        <a:pt x="275" y="0"/>
                        <a:pt x="277" y="2"/>
                        <a:pt x="277" y="4"/>
                      </a:cubicBezTo>
                      <a:cubicBezTo>
                        <a:pt x="277" y="6"/>
                        <a:pt x="275" y="8"/>
                        <a:pt x="273" y="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2" name="Google Shape;692;p27"/>
                <p:cNvSpPr/>
                <p:nvPr/>
              </p:nvSpPr>
              <p:spPr>
                <a:xfrm>
                  <a:off x="572168" y="1008502"/>
                  <a:ext cx="669215" cy="19413"/>
                </a:xfrm>
                <a:custGeom>
                  <a:rect b="b" l="l" r="r" t="t"/>
                  <a:pathLst>
                    <a:path extrusionOk="0" h="8" w="277">
                      <a:moveTo>
                        <a:pt x="273" y="8"/>
                      </a:moveTo>
                      <a:cubicBezTo>
                        <a:pt x="3" y="8"/>
                        <a:pt x="3" y="8"/>
                        <a:pt x="3" y="8"/>
                      </a:cubicBezTo>
                      <a:cubicBezTo>
                        <a:pt x="2" y="8"/>
                        <a:pt x="0" y="6"/>
                        <a:pt x="0" y="4"/>
                      </a:cubicBezTo>
                      <a:cubicBezTo>
                        <a:pt x="0" y="1"/>
                        <a:pt x="2" y="0"/>
                        <a:pt x="3" y="0"/>
                      </a:cubicBezTo>
                      <a:cubicBezTo>
                        <a:pt x="273" y="0"/>
                        <a:pt x="273" y="0"/>
                        <a:pt x="273" y="0"/>
                      </a:cubicBezTo>
                      <a:cubicBezTo>
                        <a:pt x="275" y="0"/>
                        <a:pt x="277" y="1"/>
                        <a:pt x="277" y="4"/>
                      </a:cubicBezTo>
                      <a:cubicBezTo>
                        <a:pt x="277" y="6"/>
                        <a:pt x="275" y="8"/>
                        <a:pt x="273" y="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3" name="Google Shape;693;p27"/>
                <p:cNvSpPr/>
                <p:nvPr/>
              </p:nvSpPr>
              <p:spPr>
                <a:xfrm>
                  <a:off x="572168" y="1081042"/>
                  <a:ext cx="669215" cy="19413"/>
                </a:xfrm>
                <a:custGeom>
                  <a:rect b="b" l="l" r="r" t="t"/>
                  <a:pathLst>
                    <a:path extrusionOk="0" h="8" w="277">
                      <a:moveTo>
                        <a:pt x="273" y="8"/>
                      </a:moveTo>
                      <a:cubicBezTo>
                        <a:pt x="3" y="8"/>
                        <a:pt x="3" y="8"/>
                        <a:pt x="3" y="8"/>
                      </a:cubicBezTo>
                      <a:cubicBezTo>
                        <a:pt x="2" y="8"/>
                        <a:pt x="0" y="6"/>
                        <a:pt x="0" y="4"/>
                      </a:cubicBezTo>
                      <a:cubicBezTo>
                        <a:pt x="0" y="1"/>
                        <a:pt x="2" y="0"/>
                        <a:pt x="3" y="0"/>
                      </a:cubicBezTo>
                      <a:cubicBezTo>
                        <a:pt x="273" y="0"/>
                        <a:pt x="273" y="0"/>
                        <a:pt x="273" y="0"/>
                      </a:cubicBezTo>
                      <a:cubicBezTo>
                        <a:pt x="275" y="0"/>
                        <a:pt x="277" y="1"/>
                        <a:pt x="277" y="4"/>
                      </a:cubicBezTo>
                      <a:cubicBezTo>
                        <a:pt x="277" y="6"/>
                        <a:pt x="275" y="8"/>
                        <a:pt x="273" y="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94" name="Google Shape;694;p27"/>
              <p:cNvGrpSpPr/>
              <p:nvPr/>
            </p:nvGrpSpPr>
            <p:grpSpPr>
              <a:xfrm>
                <a:off x="839508" y="1781556"/>
                <a:ext cx="201752" cy="202179"/>
                <a:chOff x="5471892" y="3290059"/>
                <a:chExt cx="174300" cy="174654"/>
              </a:xfrm>
            </p:grpSpPr>
            <p:sp>
              <p:nvSpPr>
                <p:cNvPr id="695" name="Google Shape;695;p27"/>
                <p:cNvSpPr/>
                <p:nvPr/>
              </p:nvSpPr>
              <p:spPr>
                <a:xfrm>
                  <a:off x="5471892" y="3290059"/>
                  <a:ext cx="174300" cy="1743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6" name="Google Shape;696;p27"/>
                <p:cNvSpPr/>
                <p:nvPr/>
              </p:nvSpPr>
              <p:spPr>
                <a:xfrm>
                  <a:off x="5529353" y="3333831"/>
                  <a:ext cx="58800" cy="576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7" name="Google Shape;697;p27"/>
                <p:cNvSpPr/>
                <p:nvPr/>
              </p:nvSpPr>
              <p:spPr>
                <a:xfrm>
                  <a:off x="5522965" y="3396863"/>
                  <a:ext cx="71826" cy="67850"/>
                </a:xfrm>
                <a:custGeom>
                  <a:rect b="b" l="l" r="r" t="t"/>
                  <a:pathLst>
                    <a:path extrusionOk="0" h="25" w="21">
                      <a:moveTo>
                        <a:pt x="11" y="0"/>
                      </a:moveTo>
                      <a:cubicBezTo>
                        <a:pt x="5" y="0"/>
                        <a:pt x="0" y="5"/>
                        <a:pt x="0" y="11"/>
                      </a:cubicBezTo>
                      <a:cubicBezTo>
                        <a:pt x="0" y="22"/>
                        <a:pt x="0" y="22"/>
                        <a:pt x="0" y="22"/>
                      </a:cubicBezTo>
                      <a:cubicBezTo>
                        <a:pt x="3" y="24"/>
                        <a:pt x="7" y="25"/>
                        <a:pt x="11" y="25"/>
                      </a:cubicBezTo>
                      <a:cubicBezTo>
                        <a:pt x="15" y="25"/>
                        <a:pt x="18" y="24"/>
                        <a:pt x="21" y="22"/>
                      </a:cubicBezTo>
                      <a:cubicBezTo>
                        <a:pt x="21" y="11"/>
                        <a:pt x="21" y="11"/>
                        <a:pt x="21" y="11"/>
                      </a:cubicBezTo>
                      <a:cubicBezTo>
                        <a:pt x="21" y="5"/>
                        <a:pt x="17" y="0"/>
                        <a:pt x="1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98" name="Google Shape;698;p27"/>
              <p:cNvGrpSpPr/>
              <p:nvPr/>
            </p:nvGrpSpPr>
            <p:grpSpPr>
              <a:xfrm>
                <a:off x="839508" y="2506331"/>
                <a:ext cx="201752" cy="202179"/>
                <a:chOff x="5471892" y="3290059"/>
                <a:chExt cx="174300" cy="174654"/>
              </a:xfrm>
            </p:grpSpPr>
            <p:sp>
              <p:nvSpPr>
                <p:cNvPr id="699" name="Google Shape;699;p27"/>
                <p:cNvSpPr/>
                <p:nvPr/>
              </p:nvSpPr>
              <p:spPr>
                <a:xfrm>
                  <a:off x="5471892" y="3290059"/>
                  <a:ext cx="174300" cy="1743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0" name="Google Shape;700;p27"/>
                <p:cNvSpPr/>
                <p:nvPr/>
              </p:nvSpPr>
              <p:spPr>
                <a:xfrm>
                  <a:off x="5529353" y="3333831"/>
                  <a:ext cx="58800" cy="57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1" name="Google Shape;701;p27"/>
                <p:cNvSpPr/>
                <p:nvPr/>
              </p:nvSpPr>
              <p:spPr>
                <a:xfrm>
                  <a:off x="5522965" y="3396863"/>
                  <a:ext cx="71826" cy="67850"/>
                </a:xfrm>
                <a:custGeom>
                  <a:rect b="b" l="l" r="r" t="t"/>
                  <a:pathLst>
                    <a:path extrusionOk="0" h="25" w="21">
                      <a:moveTo>
                        <a:pt x="11" y="0"/>
                      </a:moveTo>
                      <a:cubicBezTo>
                        <a:pt x="5" y="0"/>
                        <a:pt x="0" y="5"/>
                        <a:pt x="0" y="11"/>
                      </a:cubicBezTo>
                      <a:cubicBezTo>
                        <a:pt x="0" y="22"/>
                        <a:pt x="0" y="22"/>
                        <a:pt x="0" y="22"/>
                      </a:cubicBezTo>
                      <a:cubicBezTo>
                        <a:pt x="3" y="24"/>
                        <a:pt x="7" y="25"/>
                        <a:pt x="11" y="25"/>
                      </a:cubicBezTo>
                      <a:cubicBezTo>
                        <a:pt x="15" y="25"/>
                        <a:pt x="18" y="24"/>
                        <a:pt x="21" y="22"/>
                      </a:cubicBezTo>
                      <a:cubicBezTo>
                        <a:pt x="21" y="11"/>
                        <a:pt x="21" y="11"/>
                        <a:pt x="21" y="11"/>
                      </a:cubicBezTo>
                      <a:cubicBezTo>
                        <a:pt x="21" y="5"/>
                        <a:pt x="17" y="0"/>
                        <a:pt x="1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02" name="Google Shape;702;p27"/>
              <p:cNvGrpSpPr/>
              <p:nvPr/>
            </p:nvGrpSpPr>
            <p:grpSpPr>
              <a:xfrm>
                <a:off x="4443821" y="2320681"/>
                <a:ext cx="201752" cy="202179"/>
                <a:chOff x="5471892" y="3290059"/>
                <a:chExt cx="174300" cy="174654"/>
              </a:xfrm>
            </p:grpSpPr>
            <p:sp>
              <p:nvSpPr>
                <p:cNvPr id="703" name="Google Shape;703;p27"/>
                <p:cNvSpPr/>
                <p:nvPr/>
              </p:nvSpPr>
              <p:spPr>
                <a:xfrm>
                  <a:off x="5471892" y="3290059"/>
                  <a:ext cx="174300" cy="174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4" name="Google Shape;704;p27"/>
                <p:cNvSpPr/>
                <p:nvPr/>
              </p:nvSpPr>
              <p:spPr>
                <a:xfrm>
                  <a:off x="5529353" y="3333831"/>
                  <a:ext cx="58800" cy="57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5" name="Google Shape;705;p27"/>
                <p:cNvSpPr/>
                <p:nvPr/>
              </p:nvSpPr>
              <p:spPr>
                <a:xfrm>
                  <a:off x="5522965" y="3396863"/>
                  <a:ext cx="71826" cy="67850"/>
                </a:xfrm>
                <a:custGeom>
                  <a:rect b="b" l="l" r="r" t="t"/>
                  <a:pathLst>
                    <a:path extrusionOk="0" h="25" w="21">
                      <a:moveTo>
                        <a:pt x="11" y="0"/>
                      </a:moveTo>
                      <a:cubicBezTo>
                        <a:pt x="5" y="0"/>
                        <a:pt x="0" y="5"/>
                        <a:pt x="0" y="11"/>
                      </a:cubicBezTo>
                      <a:cubicBezTo>
                        <a:pt x="0" y="22"/>
                        <a:pt x="0" y="22"/>
                        <a:pt x="0" y="22"/>
                      </a:cubicBezTo>
                      <a:cubicBezTo>
                        <a:pt x="3" y="24"/>
                        <a:pt x="7" y="25"/>
                        <a:pt x="11" y="25"/>
                      </a:cubicBezTo>
                      <a:cubicBezTo>
                        <a:pt x="15" y="25"/>
                        <a:pt x="18" y="24"/>
                        <a:pt x="21" y="22"/>
                      </a:cubicBezTo>
                      <a:cubicBezTo>
                        <a:pt x="21" y="11"/>
                        <a:pt x="21" y="11"/>
                        <a:pt x="21" y="11"/>
                      </a:cubicBezTo>
                      <a:cubicBezTo>
                        <a:pt x="21" y="5"/>
                        <a:pt x="17" y="0"/>
                        <a:pt x="1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06" name="Google Shape;706;p27"/>
              <p:cNvGrpSpPr/>
              <p:nvPr/>
            </p:nvGrpSpPr>
            <p:grpSpPr>
              <a:xfrm>
                <a:off x="4443821" y="3045456"/>
                <a:ext cx="201752" cy="202179"/>
                <a:chOff x="5471892" y="3290059"/>
                <a:chExt cx="174300" cy="174654"/>
              </a:xfrm>
            </p:grpSpPr>
            <p:sp>
              <p:nvSpPr>
                <p:cNvPr id="707" name="Google Shape;707;p27"/>
                <p:cNvSpPr/>
                <p:nvPr/>
              </p:nvSpPr>
              <p:spPr>
                <a:xfrm>
                  <a:off x="5471892" y="3290059"/>
                  <a:ext cx="174300" cy="1743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8" name="Google Shape;708;p27"/>
                <p:cNvSpPr/>
                <p:nvPr/>
              </p:nvSpPr>
              <p:spPr>
                <a:xfrm>
                  <a:off x="5529353" y="3333831"/>
                  <a:ext cx="58800" cy="57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9" name="Google Shape;709;p27"/>
                <p:cNvSpPr/>
                <p:nvPr/>
              </p:nvSpPr>
              <p:spPr>
                <a:xfrm>
                  <a:off x="5522965" y="3396863"/>
                  <a:ext cx="71826" cy="67850"/>
                </a:xfrm>
                <a:custGeom>
                  <a:rect b="b" l="l" r="r" t="t"/>
                  <a:pathLst>
                    <a:path extrusionOk="0" h="25" w="21">
                      <a:moveTo>
                        <a:pt x="11" y="0"/>
                      </a:moveTo>
                      <a:cubicBezTo>
                        <a:pt x="5" y="0"/>
                        <a:pt x="0" y="5"/>
                        <a:pt x="0" y="11"/>
                      </a:cubicBezTo>
                      <a:cubicBezTo>
                        <a:pt x="0" y="22"/>
                        <a:pt x="0" y="22"/>
                        <a:pt x="0" y="22"/>
                      </a:cubicBezTo>
                      <a:cubicBezTo>
                        <a:pt x="3" y="24"/>
                        <a:pt x="7" y="25"/>
                        <a:pt x="11" y="25"/>
                      </a:cubicBezTo>
                      <a:cubicBezTo>
                        <a:pt x="15" y="25"/>
                        <a:pt x="18" y="24"/>
                        <a:pt x="21" y="22"/>
                      </a:cubicBezTo>
                      <a:cubicBezTo>
                        <a:pt x="21" y="11"/>
                        <a:pt x="21" y="11"/>
                        <a:pt x="21" y="11"/>
                      </a:cubicBezTo>
                      <a:cubicBezTo>
                        <a:pt x="21" y="5"/>
                        <a:pt x="17" y="0"/>
                        <a:pt x="1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28"/>
          <p:cNvSpPr txBox="1"/>
          <p:nvPr>
            <p:ph idx="3" type="subTitle"/>
          </p:nvPr>
        </p:nvSpPr>
        <p:spPr>
          <a:xfrm>
            <a:off x="720000" y="2878100"/>
            <a:ext cx="34134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Historiquement, créer un chatbot intelligent nécessitait du temps, des développeurs et un budget important.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Comment répondre à la demande 24/7 sans ces contraintes ?</a:t>
            </a:r>
            <a:endParaRPr/>
          </a:p>
        </p:txBody>
      </p:sp>
      <p:sp>
        <p:nvSpPr>
          <p:cNvPr id="715" name="Google Shape;715;p28"/>
          <p:cNvSpPr txBox="1"/>
          <p:nvPr>
            <p:ph idx="1" type="subTitle"/>
          </p:nvPr>
        </p:nvSpPr>
        <p:spPr>
          <a:xfrm>
            <a:off x="720000" y="2400800"/>
            <a:ext cx="3413400" cy="47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 </a:t>
            </a:r>
            <a:r>
              <a:rPr lang="en"/>
              <a:t>Défi</a:t>
            </a:r>
            <a:r>
              <a:rPr lang="en"/>
              <a:t> </a:t>
            </a:r>
            <a:endParaRPr/>
          </a:p>
        </p:txBody>
      </p:sp>
      <p:sp>
        <p:nvSpPr>
          <p:cNvPr id="716" name="Google Shape;716;p28"/>
          <p:cNvSpPr txBox="1"/>
          <p:nvPr>
            <p:ph idx="2" type="subTitle"/>
          </p:nvPr>
        </p:nvSpPr>
        <p:spPr>
          <a:xfrm>
            <a:off x="4572003" y="2400800"/>
            <a:ext cx="3413400" cy="47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Promesse</a:t>
            </a:r>
            <a:endParaRPr/>
          </a:p>
        </p:txBody>
      </p:sp>
      <p:sp>
        <p:nvSpPr>
          <p:cNvPr id="717" name="Google Shape;717;p28"/>
          <p:cNvSpPr txBox="1"/>
          <p:nvPr>
            <p:ph idx="4" type="subTitle"/>
          </p:nvPr>
        </p:nvSpPr>
        <p:spPr>
          <a:xfrm>
            <a:off x="4572000" y="2878100"/>
            <a:ext cx="34134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Révolution No-Code 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Présentez le No-Code comme la solution permettant à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n'importe qui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créer un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Chatbot Mobile Intelligent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(IA) rapidement et sans écrire une ligne de code.</a:t>
            </a:r>
            <a:endParaRPr/>
          </a:p>
        </p:txBody>
      </p:sp>
      <p:sp>
        <p:nvSpPr>
          <p:cNvPr id="718" name="Google Shape;718;p28"/>
          <p:cNvSpPr/>
          <p:nvPr/>
        </p:nvSpPr>
        <p:spPr>
          <a:xfrm>
            <a:off x="801100" y="1873950"/>
            <a:ext cx="477300" cy="477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9" name="Google Shape;719;p28"/>
          <p:cNvSpPr/>
          <p:nvPr/>
        </p:nvSpPr>
        <p:spPr>
          <a:xfrm>
            <a:off x="4648200" y="1873950"/>
            <a:ext cx="477300" cy="477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720" name="Google Shape;720;p28"/>
          <p:cNvGrpSpPr/>
          <p:nvPr/>
        </p:nvGrpSpPr>
        <p:grpSpPr>
          <a:xfrm>
            <a:off x="7926232" y="1017723"/>
            <a:ext cx="761742" cy="1168207"/>
            <a:chOff x="8056294" y="1017723"/>
            <a:chExt cx="761742" cy="1168207"/>
          </a:xfrm>
        </p:grpSpPr>
        <p:grpSp>
          <p:nvGrpSpPr>
            <p:cNvPr id="721" name="Google Shape;721;p28"/>
            <p:cNvGrpSpPr/>
            <p:nvPr/>
          </p:nvGrpSpPr>
          <p:grpSpPr>
            <a:xfrm>
              <a:off x="8337491" y="1331024"/>
              <a:ext cx="480545" cy="481555"/>
              <a:chOff x="5471892" y="3290059"/>
              <a:chExt cx="174300" cy="174654"/>
            </a:xfrm>
          </p:grpSpPr>
          <p:sp>
            <p:nvSpPr>
              <p:cNvPr id="722" name="Google Shape;722;p28"/>
              <p:cNvSpPr/>
              <p:nvPr/>
            </p:nvSpPr>
            <p:spPr>
              <a:xfrm>
                <a:off x="5471892" y="3290059"/>
                <a:ext cx="174300" cy="17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8"/>
              <p:cNvSpPr/>
              <p:nvPr/>
            </p:nvSpPr>
            <p:spPr>
              <a:xfrm>
                <a:off x="5529353" y="3328218"/>
                <a:ext cx="58800" cy="5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4;p28"/>
              <p:cNvSpPr/>
              <p:nvPr/>
            </p:nvSpPr>
            <p:spPr>
              <a:xfrm>
                <a:off x="5522965" y="3396863"/>
                <a:ext cx="71826" cy="67850"/>
              </a:xfrm>
              <a:custGeom>
                <a:rect b="b" l="l" r="r" t="t"/>
                <a:pathLst>
                  <a:path extrusionOk="0" h="25" w="21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4"/>
                      <a:pt x="7" y="25"/>
                      <a:pt x="11" y="25"/>
                    </a:cubicBezTo>
                    <a:cubicBezTo>
                      <a:pt x="15" y="25"/>
                      <a:pt x="18" y="24"/>
                      <a:pt x="21" y="22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5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5" name="Google Shape;725;p28"/>
            <p:cNvGrpSpPr/>
            <p:nvPr/>
          </p:nvGrpSpPr>
          <p:grpSpPr>
            <a:xfrm>
              <a:off x="8185131" y="1017723"/>
              <a:ext cx="243759" cy="244271"/>
              <a:chOff x="5471892" y="3290059"/>
              <a:chExt cx="174300" cy="174654"/>
            </a:xfrm>
          </p:grpSpPr>
          <p:sp>
            <p:nvSpPr>
              <p:cNvPr id="726" name="Google Shape;726;p28"/>
              <p:cNvSpPr/>
              <p:nvPr/>
            </p:nvSpPr>
            <p:spPr>
              <a:xfrm>
                <a:off x="5471892" y="3290059"/>
                <a:ext cx="174300" cy="17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28"/>
              <p:cNvSpPr/>
              <p:nvPr/>
            </p:nvSpPr>
            <p:spPr>
              <a:xfrm>
                <a:off x="5529353" y="3333831"/>
                <a:ext cx="58800" cy="57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28"/>
              <p:cNvSpPr/>
              <p:nvPr/>
            </p:nvSpPr>
            <p:spPr>
              <a:xfrm>
                <a:off x="5522965" y="3396863"/>
                <a:ext cx="71826" cy="67850"/>
              </a:xfrm>
              <a:custGeom>
                <a:rect b="b" l="l" r="r" t="t"/>
                <a:pathLst>
                  <a:path extrusionOk="0" h="25" w="21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4"/>
                      <a:pt x="7" y="25"/>
                      <a:pt x="11" y="25"/>
                    </a:cubicBezTo>
                    <a:cubicBezTo>
                      <a:pt x="15" y="25"/>
                      <a:pt x="18" y="24"/>
                      <a:pt x="21" y="22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5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9" name="Google Shape;729;p28"/>
            <p:cNvGrpSpPr/>
            <p:nvPr/>
          </p:nvGrpSpPr>
          <p:grpSpPr>
            <a:xfrm>
              <a:off x="8056294" y="1812572"/>
              <a:ext cx="372601" cy="373357"/>
              <a:chOff x="5471892" y="3290059"/>
              <a:chExt cx="174300" cy="174654"/>
            </a:xfrm>
          </p:grpSpPr>
          <p:sp>
            <p:nvSpPr>
              <p:cNvPr id="730" name="Google Shape;730;p28"/>
              <p:cNvSpPr/>
              <p:nvPr/>
            </p:nvSpPr>
            <p:spPr>
              <a:xfrm>
                <a:off x="5471892" y="3290059"/>
                <a:ext cx="174300" cy="17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" name="Google Shape;731;p28"/>
              <p:cNvSpPr/>
              <p:nvPr/>
            </p:nvSpPr>
            <p:spPr>
              <a:xfrm>
                <a:off x="5529353" y="3333831"/>
                <a:ext cx="58800" cy="57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" name="Google Shape;732;p28"/>
              <p:cNvSpPr/>
              <p:nvPr/>
            </p:nvSpPr>
            <p:spPr>
              <a:xfrm>
                <a:off x="5522965" y="3396863"/>
                <a:ext cx="71826" cy="67850"/>
              </a:xfrm>
              <a:custGeom>
                <a:rect b="b" l="l" r="r" t="t"/>
                <a:pathLst>
                  <a:path extrusionOk="0" h="25" w="21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4"/>
                      <a:pt x="7" y="25"/>
                      <a:pt x="11" y="25"/>
                    </a:cubicBezTo>
                    <a:cubicBezTo>
                      <a:pt x="15" y="25"/>
                      <a:pt x="18" y="24"/>
                      <a:pt x="21" y="22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5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33" name="Google Shape;733;p28"/>
          <p:cNvGrpSpPr/>
          <p:nvPr/>
        </p:nvGrpSpPr>
        <p:grpSpPr>
          <a:xfrm>
            <a:off x="870130" y="1942970"/>
            <a:ext cx="339253" cy="339253"/>
            <a:chOff x="5049725" y="3806450"/>
            <a:chExt cx="481825" cy="481825"/>
          </a:xfrm>
        </p:grpSpPr>
        <p:sp>
          <p:nvSpPr>
            <p:cNvPr id="734" name="Google Shape;734;p28"/>
            <p:cNvSpPr/>
            <p:nvPr/>
          </p:nvSpPr>
          <p:spPr>
            <a:xfrm>
              <a:off x="5361150" y="3976800"/>
              <a:ext cx="28250" cy="28275"/>
            </a:xfrm>
            <a:custGeom>
              <a:rect b="b" l="l" r="r" t="t"/>
              <a:pathLst>
                <a:path extrusionOk="0" h="1131" w="113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35" name="Google Shape;735;p28"/>
            <p:cNvSpPr/>
            <p:nvPr/>
          </p:nvSpPr>
          <p:spPr>
            <a:xfrm>
              <a:off x="5191775" y="3976800"/>
              <a:ext cx="28250" cy="28275"/>
            </a:xfrm>
            <a:custGeom>
              <a:rect b="b" l="l" r="r" t="t"/>
              <a:pathLst>
                <a:path extrusionOk="0" h="1131" w="1130">
                  <a:moveTo>
                    <a:pt x="567" y="1"/>
                  </a:moveTo>
                  <a:cubicBezTo>
                    <a:pt x="253" y="1"/>
                    <a:pt x="0" y="251"/>
                    <a:pt x="0" y="564"/>
                  </a:cubicBezTo>
                  <a:cubicBezTo>
                    <a:pt x="0" y="877"/>
                    <a:pt x="253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36" name="Google Shape;736;p28"/>
            <p:cNvSpPr/>
            <p:nvPr/>
          </p:nvSpPr>
          <p:spPr>
            <a:xfrm>
              <a:off x="5049725" y="3806450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6249" y="5686"/>
                  </a:moveTo>
                  <a:cubicBezTo>
                    <a:pt x="6932" y="5686"/>
                    <a:pt x="7549" y="6098"/>
                    <a:pt x="7811" y="6730"/>
                  </a:cubicBezTo>
                  <a:cubicBezTo>
                    <a:pt x="8073" y="7363"/>
                    <a:pt x="7929" y="8092"/>
                    <a:pt x="7444" y="8576"/>
                  </a:cubicBezTo>
                  <a:cubicBezTo>
                    <a:pt x="7120" y="8901"/>
                    <a:pt x="6686" y="9073"/>
                    <a:pt x="6246" y="9073"/>
                  </a:cubicBezTo>
                  <a:cubicBezTo>
                    <a:pt x="6028" y="9073"/>
                    <a:pt x="5808" y="9031"/>
                    <a:pt x="5598" y="8944"/>
                  </a:cubicBezTo>
                  <a:cubicBezTo>
                    <a:pt x="4966" y="8682"/>
                    <a:pt x="4553" y="8064"/>
                    <a:pt x="4553" y="7378"/>
                  </a:cubicBezTo>
                  <a:cubicBezTo>
                    <a:pt x="4553" y="6441"/>
                    <a:pt x="5312" y="5686"/>
                    <a:pt x="6249" y="5686"/>
                  </a:cubicBezTo>
                  <a:close/>
                  <a:moveTo>
                    <a:pt x="13024" y="5683"/>
                  </a:moveTo>
                  <a:cubicBezTo>
                    <a:pt x="13242" y="5683"/>
                    <a:pt x="13462" y="5725"/>
                    <a:pt x="13671" y="5812"/>
                  </a:cubicBezTo>
                  <a:cubicBezTo>
                    <a:pt x="14304" y="6074"/>
                    <a:pt x="14716" y="6691"/>
                    <a:pt x="14716" y="7378"/>
                  </a:cubicBezTo>
                  <a:cubicBezTo>
                    <a:pt x="14716" y="8314"/>
                    <a:pt x="13957" y="9070"/>
                    <a:pt x="13024" y="9073"/>
                  </a:cubicBezTo>
                  <a:cubicBezTo>
                    <a:pt x="12337" y="9073"/>
                    <a:pt x="11720" y="8658"/>
                    <a:pt x="11458" y="8025"/>
                  </a:cubicBezTo>
                  <a:cubicBezTo>
                    <a:pt x="11196" y="7393"/>
                    <a:pt x="11341" y="6664"/>
                    <a:pt x="11825" y="6179"/>
                  </a:cubicBezTo>
                  <a:cubicBezTo>
                    <a:pt x="12150" y="5855"/>
                    <a:pt x="12583" y="5683"/>
                    <a:pt x="13024" y="5683"/>
                  </a:cubicBezTo>
                  <a:close/>
                  <a:moveTo>
                    <a:pt x="9636" y="10196"/>
                  </a:moveTo>
                  <a:cubicBezTo>
                    <a:pt x="11955" y="10196"/>
                    <a:pt x="13981" y="11765"/>
                    <a:pt x="14557" y="14012"/>
                  </a:cubicBezTo>
                  <a:cubicBezTo>
                    <a:pt x="14635" y="14316"/>
                    <a:pt x="14454" y="14623"/>
                    <a:pt x="14153" y="14701"/>
                  </a:cubicBezTo>
                  <a:cubicBezTo>
                    <a:pt x="14107" y="14713"/>
                    <a:pt x="14060" y="14718"/>
                    <a:pt x="14014" y="14718"/>
                  </a:cubicBezTo>
                  <a:cubicBezTo>
                    <a:pt x="13760" y="14718"/>
                    <a:pt x="13530" y="14550"/>
                    <a:pt x="13464" y="14295"/>
                  </a:cubicBezTo>
                  <a:cubicBezTo>
                    <a:pt x="13015" y="12548"/>
                    <a:pt x="11440" y="11326"/>
                    <a:pt x="9636" y="11326"/>
                  </a:cubicBezTo>
                  <a:cubicBezTo>
                    <a:pt x="7833" y="11326"/>
                    <a:pt x="6258" y="12548"/>
                    <a:pt x="5809" y="14295"/>
                  </a:cubicBezTo>
                  <a:cubicBezTo>
                    <a:pt x="5743" y="14550"/>
                    <a:pt x="5512" y="14718"/>
                    <a:pt x="5260" y="14718"/>
                  </a:cubicBezTo>
                  <a:cubicBezTo>
                    <a:pt x="5215" y="14718"/>
                    <a:pt x="5169" y="14713"/>
                    <a:pt x="5122" y="14701"/>
                  </a:cubicBezTo>
                  <a:cubicBezTo>
                    <a:pt x="4818" y="14623"/>
                    <a:pt x="4638" y="14316"/>
                    <a:pt x="4716" y="14012"/>
                  </a:cubicBezTo>
                  <a:cubicBezTo>
                    <a:pt x="5291" y="11765"/>
                    <a:pt x="7318" y="10196"/>
                    <a:pt x="9636" y="10196"/>
                  </a:cubicBezTo>
                  <a:close/>
                  <a:moveTo>
                    <a:pt x="9636" y="0"/>
                  </a:moveTo>
                  <a:cubicBezTo>
                    <a:pt x="4342" y="0"/>
                    <a:pt x="0" y="4343"/>
                    <a:pt x="0" y="9636"/>
                  </a:cubicBezTo>
                  <a:cubicBezTo>
                    <a:pt x="0" y="14930"/>
                    <a:pt x="4342" y="19272"/>
                    <a:pt x="9636" y="19272"/>
                  </a:cubicBezTo>
                  <a:cubicBezTo>
                    <a:pt x="14927" y="19272"/>
                    <a:pt x="19272" y="14930"/>
                    <a:pt x="19272" y="9636"/>
                  </a:cubicBezTo>
                  <a:cubicBezTo>
                    <a:pt x="19272" y="4343"/>
                    <a:pt x="14927" y="0"/>
                    <a:pt x="96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737" name="Google Shape;737;p28"/>
          <p:cNvGrpSpPr/>
          <p:nvPr/>
        </p:nvGrpSpPr>
        <p:grpSpPr>
          <a:xfrm>
            <a:off x="4717214" y="1942973"/>
            <a:ext cx="339253" cy="339253"/>
            <a:chOff x="5651375" y="3806450"/>
            <a:chExt cx="481825" cy="481825"/>
          </a:xfrm>
        </p:grpSpPr>
        <p:sp>
          <p:nvSpPr>
            <p:cNvPr id="738" name="Google Shape;738;p28"/>
            <p:cNvSpPr/>
            <p:nvPr/>
          </p:nvSpPr>
          <p:spPr>
            <a:xfrm>
              <a:off x="5793425" y="3976800"/>
              <a:ext cx="28250" cy="28275"/>
            </a:xfrm>
            <a:custGeom>
              <a:rect b="b" l="l" r="r" t="t"/>
              <a:pathLst>
                <a:path extrusionOk="0" h="1131" w="1130">
                  <a:moveTo>
                    <a:pt x="567" y="1"/>
                  </a:moveTo>
                  <a:cubicBezTo>
                    <a:pt x="253" y="1"/>
                    <a:pt x="0" y="251"/>
                    <a:pt x="0" y="564"/>
                  </a:cubicBezTo>
                  <a:cubicBezTo>
                    <a:pt x="0" y="877"/>
                    <a:pt x="253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39" name="Google Shape;739;p28"/>
            <p:cNvSpPr/>
            <p:nvPr/>
          </p:nvSpPr>
          <p:spPr>
            <a:xfrm>
              <a:off x="5794475" y="4089725"/>
              <a:ext cx="195600" cy="84725"/>
            </a:xfrm>
            <a:custGeom>
              <a:rect b="b" l="l" r="r" t="t"/>
              <a:pathLst>
                <a:path extrusionOk="0" h="3389" w="7824">
                  <a:moveTo>
                    <a:pt x="1" y="1"/>
                  </a:moveTo>
                  <a:cubicBezTo>
                    <a:pt x="284" y="1943"/>
                    <a:pt x="1949" y="3385"/>
                    <a:pt x="3912" y="3388"/>
                  </a:cubicBezTo>
                  <a:cubicBezTo>
                    <a:pt x="5875" y="3385"/>
                    <a:pt x="7541" y="1943"/>
                    <a:pt x="78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40" name="Google Shape;740;p28"/>
            <p:cNvSpPr/>
            <p:nvPr/>
          </p:nvSpPr>
          <p:spPr>
            <a:xfrm>
              <a:off x="5651375" y="3806450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6249" y="5686"/>
                  </a:moveTo>
                  <a:cubicBezTo>
                    <a:pt x="6932" y="5686"/>
                    <a:pt x="7549" y="6098"/>
                    <a:pt x="7811" y="6730"/>
                  </a:cubicBezTo>
                  <a:cubicBezTo>
                    <a:pt x="8073" y="7363"/>
                    <a:pt x="7929" y="8092"/>
                    <a:pt x="7444" y="8576"/>
                  </a:cubicBezTo>
                  <a:cubicBezTo>
                    <a:pt x="7122" y="8901"/>
                    <a:pt x="6689" y="9073"/>
                    <a:pt x="6248" y="9073"/>
                  </a:cubicBezTo>
                  <a:cubicBezTo>
                    <a:pt x="6029" y="9073"/>
                    <a:pt x="5808" y="9031"/>
                    <a:pt x="5598" y="8944"/>
                  </a:cubicBezTo>
                  <a:cubicBezTo>
                    <a:pt x="4966" y="8682"/>
                    <a:pt x="4553" y="8064"/>
                    <a:pt x="4553" y="7378"/>
                  </a:cubicBezTo>
                  <a:cubicBezTo>
                    <a:pt x="4556" y="6441"/>
                    <a:pt x="5312" y="5686"/>
                    <a:pt x="6249" y="5686"/>
                  </a:cubicBezTo>
                  <a:close/>
                  <a:moveTo>
                    <a:pt x="13024" y="5683"/>
                  </a:moveTo>
                  <a:cubicBezTo>
                    <a:pt x="13242" y="5683"/>
                    <a:pt x="13462" y="5725"/>
                    <a:pt x="13671" y="5812"/>
                  </a:cubicBezTo>
                  <a:cubicBezTo>
                    <a:pt x="14304" y="6074"/>
                    <a:pt x="14716" y="6691"/>
                    <a:pt x="14716" y="7378"/>
                  </a:cubicBezTo>
                  <a:cubicBezTo>
                    <a:pt x="14716" y="8314"/>
                    <a:pt x="13957" y="9073"/>
                    <a:pt x="13024" y="9073"/>
                  </a:cubicBezTo>
                  <a:cubicBezTo>
                    <a:pt x="12337" y="9073"/>
                    <a:pt x="11720" y="8658"/>
                    <a:pt x="11458" y="8025"/>
                  </a:cubicBezTo>
                  <a:cubicBezTo>
                    <a:pt x="11196" y="7393"/>
                    <a:pt x="11341" y="6664"/>
                    <a:pt x="11825" y="6179"/>
                  </a:cubicBezTo>
                  <a:cubicBezTo>
                    <a:pt x="12150" y="5855"/>
                    <a:pt x="12583" y="5683"/>
                    <a:pt x="13024" y="5683"/>
                  </a:cubicBezTo>
                  <a:close/>
                  <a:moveTo>
                    <a:pt x="14153" y="10202"/>
                  </a:moveTo>
                  <a:cubicBezTo>
                    <a:pt x="14463" y="10202"/>
                    <a:pt x="14716" y="10452"/>
                    <a:pt x="14716" y="10766"/>
                  </a:cubicBezTo>
                  <a:cubicBezTo>
                    <a:pt x="14716" y="13566"/>
                    <a:pt x="12437" y="15849"/>
                    <a:pt x="9636" y="15849"/>
                  </a:cubicBezTo>
                  <a:cubicBezTo>
                    <a:pt x="6833" y="15849"/>
                    <a:pt x="4553" y="13566"/>
                    <a:pt x="4553" y="10766"/>
                  </a:cubicBezTo>
                  <a:cubicBezTo>
                    <a:pt x="4553" y="10452"/>
                    <a:pt x="4806" y="10202"/>
                    <a:pt x="5119" y="10202"/>
                  </a:cubicBezTo>
                  <a:close/>
                  <a:moveTo>
                    <a:pt x="9636" y="0"/>
                  </a:moveTo>
                  <a:cubicBezTo>
                    <a:pt x="4342" y="0"/>
                    <a:pt x="0" y="4343"/>
                    <a:pt x="0" y="9636"/>
                  </a:cubicBezTo>
                  <a:cubicBezTo>
                    <a:pt x="0" y="14930"/>
                    <a:pt x="4342" y="19272"/>
                    <a:pt x="9636" y="19272"/>
                  </a:cubicBezTo>
                  <a:cubicBezTo>
                    <a:pt x="14927" y="19272"/>
                    <a:pt x="19272" y="14930"/>
                    <a:pt x="19272" y="9636"/>
                  </a:cubicBezTo>
                  <a:cubicBezTo>
                    <a:pt x="19272" y="4343"/>
                    <a:pt x="14930" y="0"/>
                    <a:pt x="96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41" name="Google Shape;741;p28"/>
            <p:cNvSpPr/>
            <p:nvPr/>
          </p:nvSpPr>
          <p:spPr>
            <a:xfrm>
              <a:off x="5962800" y="3976800"/>
              <a:ext cx="28250" cy="28275"/>
            </a:xfrm>
            <a:custGeom>
              <a:rect b="b" l="l" r="r" t="t"/>
              <a:pathLst>
                <a:path extrusionOk="0" h="1131" w="113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29"/>
          <p:cNvSpPr txBox="1"/>
          <p:nvPr>
            <p:ph type="title"/>
          </p:nvPr>
        </p:nvSpPr>
        <p:spPr>
          <a:xfrm>
            <a:off x="235575" y="2596185"/>
            <a:ext cx="4837200" cy="9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Introduction</a:t>
            </a:r>
            <a:endParaRPr sz="4200"/>
          </a:p>
        </p:txBody>
      </p:sp>
      <p:sp>
        <p:nvSpPr>
          <p:cNvPr id="747" name="Google Shape;747;p29"/>
          <p:cNvSpPr txBox="1"/>
          <p:nvPr>
            <p:ph idx="2" type="title"/>
          </p:nvPr>
        </p:nvSpPr>
        <p:spPr>
          <a:xfrm>
            <a:off x="822250" y="1723722"/>
            <a:ext cx="1229700" cy="74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48" name="Google Shape;748;p29"/>
          <p:cNvSpPr/>
          <p:nvPr/>
        </p:nvSpPr>
        <p:spPr>
          <a:xfrm>
            <a:off x="5007959" y="3280365"/>
            <a:ext cx="841820" cy="24420"/>
          </a:xfrm>
          <a:custGeom>
            <a:rect b="b" l="l" r="r" t="t"/>
            <a:pathLst>
              <a:path extrusionOk="0" h="8" w="277">
                <a:moveTo>
                  <a:pt x="273" y="8"/>
                </a:moveTo>
                <a:cubicBezTo>
                  <a:pt x="3" y="8"/>
                  <a:pt x="3" y="8"/>
                  <a:pt x="3" y="8"/>
                </a:cubicBezTo>
                <a:cubicBezTo>
                  <a:pt x="2" y="8"/>
                  <a:pt x="0" y="6"/>
                  <a:pt x="0" y="4"/>
                </a:cubicBezTo>
                <a:cubicBezTo>
                  <a:pt x="0" y="1"/>
                  <a:pt x="2" y="0"/>
                  <a:pt x="3" y="0"/>
                </a:cubicBezTo>
                <a:cubicBezTo>
                  <a:pt x="273" y="0"/>
                  <a:pt x="273" y="0"/>
                  <a:pt x="273" y="0"/>
                </a:cubicBezTo>
                <a:cubicBezTo>
                  <a:pt x="275" y="0"/>
                  <a:pt x="277" y="1"/>
                  <a:pt x="277" y="4"/>
                </a:cubicBezTo>
                <a:cubicBezTo>
                  <a:pt x="277" y="6"/>
                  <a:pt x="275" y="8"/>
                  <a:pt x="273" y="8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67800" lIns="135600" spcFirstLastPara="1" rIns="135600" wrap="square" tIns="6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9" name="Google Shape;749;p29"/>
          <p:cNvGrpSpPr/>
          <p:nvPr/>
        </p:nvGrpSpPr>
        <p:grpSpPr>
          <a:xfrm>
            <a:off x="4771917" y="1595284"/>
            <a:ext cx="3596612" cy="1952929"/>
            <a:chOff x="5814463" y="3158724"/>
            <a:chExt cx="2424737" cy="1316700"/>
          </a:xfrm>
        </p:grpSpPr>
        <p:grpSp>
          <p:nvGrpSpPr>
            <p:cNvPr id="750" name="Google Shape;750;p29"/>
            <p:cNvGrpSpPr/>
            <p:nvPr/>
          </p:nvGrpSpPr>
          <p:grpSpPr>
            <a:xfrm>
              <a:off x="6920400" y="3158724"/>
              <a:ext cx="1318800" cy="1316700"/>
              <a:chOff x="-774550" y="1128399"/>
              <a:chExt cx="1318800" cy="1316700"/>
            </a:xfrm>
          </p:grpSpPr>
          <p:sp>
            <p:nvSpPr>
              <p:cNvPr id="751" name="Google Shape;751;p29"/>
              <p:cNvSpPr/>
              <p:nvPr/>
            </p:nvSpPr>
            <p:spPr>
              <a:xfrm>
                <a:off x="-774550" y="1128399"/>
                <a:ext cx="1318800" cy="131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67800" lIns="135600" spcFirstLastPara="1" rIns="135600" wrap="square" tIns="67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" name="Google Shape;752;p29"/>
              <p:cNvSpPr/>
              <p:nvPr/>
            </p:nvSpPr>
            <p:spPr>
              <a:xfrm>
                <a:off x="-696634" y="1204389"/>
                <a:ext cx="1162800" cy="116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67800" lIns="135600" spcFirstLastPara="1" rIns="135600" wrap="square" tIns="67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3" name="Google Shape;753;p29"/>
              <p:cNvSpPr/>
              <p:nvPr/>
            </p:nvSpPr>
            <p:spPr>
              <a:xfrm>
                <a:off x="-429846" y="1997512"/>
                <a:ext cx="633635" cy="375176"/>
              </a:xfrm>
              <a:custGeom>
                <a:rect b="b" l="l" r="r" t="t"/>
                <a:pathLst>
                  <a:path extrusionOk="0" h="124" w="209">
                    <a:moveTo>
                      <a:pt x="208" y="89"/>
                    </a:moveTo>
                    <a:cubicBezTo>
                      <a:pt x="201" y="39"/>
                      <a:pt x="157" y="0"/>
                      <a:pt x="105" y="0"/>
                    </a:cubicBezTo>
                    <a:cubicBezTo>
                      <a:pt x="54" y="0"/>
                      <a:pt x="11" y="37"/>
                      <a:pt x="2" y="86"/>
                    </a:cubicBezTo>
                    <a:cubicBezTo>
                      <a:pt x="2" y="89"/>
                      <a:pt x="1" y="91"/>
                      <a:pt x="0" y="94"/>
                    </a:cubicBezTo>
                    <a:cubicBezTo>
                      <a:pt x="1" y="94"/>
                      <a:pt x="1" y="94"/>
                      <a:pt x="1" y="94"/>
                    </a:cubicBezTo>
                    <a:cubicBezTo>
                      <a:pt x="31" y="113"/>
                      <a:pt x="67" y="124"/>
                      <a:pt x="105" y="124"/>
                    </a:cubicBezTo>
                    <a:cubicBezTo>
                      <a:pt x="143" y="124"/>
                      <a:pt x="178" y="113"/>
                      <a:pt x="208" y="94"/>
                    </a:cubicBezTo>
                    <a:cubicBezTo>
                      <a:pt x="209" y="94"/>
                      <a:pt x="209" y="94"/>
                      <a:pt x="209" y="94"/>
                    </a:cubicBezTo>
                    <a:cubicBezTo>
                      <a:pt x="209" y="92"/>
                      <a:pt x="208" y="91"/>
                      <a:pt x="208" y="8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67800" lIns="135600" spcFirstLastPara="1" rIns="135600" wrap="square" tIns="67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4" name="Google Shape;754;p29"/>
              <p:cNvSpPr/>
              <p:nvPr/>
            </p:nvSpPr>
            <p:spPr>
              <a:xfrm>
                <a:off x="-579917" y="1520205"/>
                <a:ext cx="45855" cy="248034"/>
              </a:xfrm>
              <a:custGeom>
                <a:rect b="b" l="l" r="r" t="t"/>
                <a:pathLst>
                  <a:path extrusionOk="0" h="82" w="15">
                    <a:moveTo>
                      <a:pt x="7" y="82"/>
                    </a:moveTo>
                    <a:cubicBezTo>
                      <a:pt x="7" y="82"/>
                      <a:pt x="7" y="82"/>
                      <a:pt x="7" y="82"/>
                    </a:cubicBezTo>
                    <a:cubicBezTo>
                      <a:pt x="3" y="82"/>
                      <a:pt x="0" y="78"/>
                      <a:pt x="0" y="7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4"/>
                      <a:pt x="3" y="0"/>
                      <a:pt x="7" y="0"/>
                    </a:cubicBezTo>
                    <a:cubicBezTo>
                      <a:pt x="12" y="0"/>
                      <a:pt x="15" y="4"/>
                      <a:pt x="15" y="8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5" y="78"/>
                      <a:pt x="12" y="82"/>
                      <a:pt x="7" y="8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67800" lIns="135600" spcFirstLastPara="1" rIns="135600" wrap="square" tIns="67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5" name="Google Shape;755;p29"/>
              <p:cNvSpPr/>
              <p:nvPr/>
            </p:nvSpPr>
            <p:spPr>
              <a:xfrm>
                <a:off x="-552821" y="1576480"/>
                <a:ext cx="252300" cy="252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67800" lIns="135600" spcFirstLastPara="1" rIns="135600" wrap="square" tIns="67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6" name="Google Shape;756;p29"/>
              <p:cNvSpPr/>
              <p:nvPr/>
            </p:nvSpPr>
            <p:spPr>
              <a:xfrm>
                <a:off x="76645" y="1576480"/>
                <a:ext cx="249900" cy="252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67800" lIns="135600" spcFirstLastPara="1" rIns="135600" wrap="square" tIns="67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" name="Google Shape;757;p29"/>
              <p:cNvSpPr/>
              <p:nvPr/>
            </p:nvSpPr>
            <p:spPr>
              <a:xfrm>
                <a:off x="22452" y="2114233"/>
                <a:ext cx="72951" cy="43771"/>
              </a:xfrm>
              <a:custGeom>
                <a:rect b="b" l="l" r="r" t="t"/>
                <a:pathLst>
                  <a:path extrusionOk="0" h="14" w="24">
                    <a:moveTo>
                      <a:pt x="17" y="14"/>
                    </a:moveTo>
                    <a:cubicBezTo>
                      <a:pt x="6" y="14"/>
                      <a:pt x="6" y="14"/>
                      <a:pt x="6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21" y="0"/>
                      <a:pt x="24" y="3"/>
                      <a:pt x="24" y="7"/>
                    </a:cubicBezTo>
                    <a:cubicBezTo>
                      <a:pt x="24" y="11"/>
                      <a:pt x="21" y="14"/>
                      <a:pt x="17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67800" lIns="135600" spcFirstLastPara="1" rIns="135600" wrap="square" tIns="67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8" name="Google Shape;758;p29"/>
              <p:cNvSpPr/>
              <p:nvPr/>
            </p:nvSpPr>
            <p:spPr>
              <a:xfrm>
                <a:off x="22452" y="2166342"/>
                <a:ext cx="72951" cy="39603"/>
              </a:xfrm>
              <a:custGeom>
                <a:rect b="b" l="l" r="r" t="t"/>
                <a:pathLst>
                  <a:path extrusionOk="0" h="13" w="24">
                    <a:moveTo>
                      <a:pt x="6" y="0"/>
                    </a:moveTo>
                    <a:cubicBezTo>
                      <a:pt x="17" y="0"/>
                      <a:pt x="17" y="0"/>
                      <a:pt x="17" y="0"/>
                    </a:cubicBezTo>
                    <a:cubicBezTo>
                      <a:pt x="21" y="0"/>
                      <a:pt x="24" y="3"/>
                      <a:pt x="24" y="7"/>
                    </a:cubicBezTo>
                    <a:cubicBezTo>
                      <a:pt x="24" y="10"/>
                      <a:pt x="21" y="13"/>
                      <a:pt x="17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3" y="13"/>
                      <a:pt x="0" y="10"/>
                      <a:pt x="0" y="7"/>
                    </a:cubicBezTo>
                    <a:cubicBezTo>
                      <a:pt x="0" y="3"/>
                      <a:pt x="3" y="0"/>
                      <a:pt x="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67800" lIns="135600" spcFirstLastPara="1" rIns="135600" wrap="square" tIns="67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9" name="Google Shape;759;p29"/>
              <p:cNvSpPr/>
              <p:nvPr/>
            </p:nvSpPr>
            <p:spPr>
              <a:xfrm>
                <a:off x="62055" y="2245546"/>
                <a:ext cx="33300" cy="33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67800" lIns="135600" spcFirstLastPara="1" rIns="135600" wrap="square" tIns="67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" name="Google Shape;760;p29"/>
              <p:cNvSpPr/>
              <p:nvPr/>
            </p:nvSpPr>
            <p:spPr>
              <a:xfrm>
                <a:off x="-4643" y="2245546"/>
                <a:ext cx="35700" cy="33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67800" lIns="135600" spcFirstLastPara="1" rIns="135600" wrap="square" tIns="67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" name="Google Shape;761;p29"/>
              <p:cNvSpPr/>
              <p:nvPr/>
            </p:nvSpPr>
            <p:spPr>
              <a:xfrm>
                <a:off x="-250594" y="1772406"/>
                <a:ext cx="275131" cy="404357"/>
              </a:xfrm>
              <a:custGeom>
                <a:rect b="b" l="l" r="r" t="t"/>
                <a:pathLst>
                  <a:path extrusionOk="0" h="133" w="91">
                    <a:moveTo>
                      <a:pt x="45" y="133"/>
                    </a:moveTo>
                    <a:cubicBezTo>
                      <a:pt x="45" y="133"/>
                      <a:pt x="45" y="133"/>
                      <a:pt x="45" y="133"/>
                    </a:cubicBezTo>
                    <a:cubicBezTo>
                      <a:pt x="20" y="133"/>
                      <a:pt x="0" y="113"/>
                      <a:pt x="0" y="87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1"/>
                      <a:pt x="20" y="0"/>
                      <a:pt x="45" y="0"/>
                    </a:cubicBezTo>
                    <a:cubicBezTo>
                      <a:pt x="71" y="0"/>
                      <a:pt x="91" y="21"/>
                      <a:pt x="91" y="46"/>
                    </a:cubicBezTo>
                    <a:cubicBezTo>
                      <a:pt x="91" y="87"/>
                      <a:pt x="91" y="87"/>
                      <a:pt x="91" y="87"/>
                    </a:cubicBezTo>
                    <a:cubicBezTo>
                      <a:pt x="91" y="113"/>
                      <a:pt x="71" y="133"/>
                      <a:pt x="45" y="13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67800" lIns="135600" spcFirstLastPara="1" rIns="135600" wrap="square" tIns="67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2" name="Google Shape;762;p29"/>
              <p:cNvSpPr/>
              <p:nvPr/>
            </p:nvSpPr>
            <p:spPr>
              <a:xfrm>
                <a:off x="-236004" y="1799503"/>
                <a:ext cx="245951" cy="352250"/>
              </a:xfrm>
              <a:custGeom>
                <a:rect b="b" l="l" r="r" t="t"/>
                <a:pathLst>
                  <a:path extrusionOk="0" h="116" w="81">
                    <a:moveTo>
                      <a:pt x="40" y="116"/>
                    </a:moveTo>
                    <a:cubicBezTo>
                      <a:pt x="40" y="116"/>
                      <a:pt x="40" y="116"/>
                      <a:pt x="40" y="116"/>
                    </a:cubicBezTo>
                    <a:cubicBezTo>
                      <a:pt x="18" y="116"/>
                      <a:pt x="0" y="98"/>
                      <a:pt x="0" y="76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62" y="0"/>
                      <a:pt x="81" y="18"/>
                      <a:pt x="81" y="40"/>
                    </a:cubicBezTo>
                    <a:cubicBezTo>
                      <a:pt x="81" y="76"/>
                      <a:pt x="81" y="76"/>
                      <a:pt x="81" y="76"/>
                    </a:cubicBezTo>
                    <a:cubicBezTo>
                      <a:pt x="81" y="98"/>
                      <a:pt x="62" y="116"/>
                      <a:pt x="40" y="11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67800" lIns="135600" spcFirstLastPara="1" rIns="135600" wrap="square" tIns="67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3" name="Google Shape;763;p29"/>
              <p:cNvSpPr/>
              <p:nvPr/>
            </p:nvSpPr>
            <p:spPr>
              <a:xfrm>
                <a:off x="-450689" y="1397229"/>
                <a:ext cx="673236" cy="673234"/>
              </a:xfrm>
              <a:custGeom>
                <a:rect b="b" l="l" r="r" t="t"/>
                <a:pathLst>
                  <a:path extrusionOk="0" h="221" w="222">
                    <a:moveTo>
                      <a:pt x="147" y="221"/>
                    </a:moveTo>
                    <a:cubicBezTo>
                      <a:pt x="75" y="221"/>
                      <a:pt x="75" y="221"/>
                      <a:pt x="75" y="221"/>
                    </a:cubicBezTo>
                    <a:cubicBezTo>
                      <a:pt x="34" y="221"/>
                      <a:pt x="0" y="188"/>
                      <a:pt x="0" y="147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34"/>
                      <a:pt x="34" y="0"/>
                      <a:pt x="75" y="0"/>
                    </a:cubicBezTo>
                    <a:cubicBezTo>
                      <a:pt x="147" y="0"/>
                      <a:pt x="147" y="0"/>
                      <a:pt x="147" y="0"/>
                    </a:cubicBezTo>
                    <a:cubicBezTo>
                      <a:pt x="188" y="0"/>
                      <a:pt x="222" y="34"/>
                      <a:pt x="222" y="75"/>
                    </a:cubicBezTo>
                    <a:cubicBezTo>
                      <a:pt x="222" y="147"/>
                      <a:pt x="222" y="147"/>
                      <a:pt x="222" y="147"/>
                    </a:cubicBezTo>
                    <a:cubicBezTo>
                      <a:pt x="222" y="188"/>
                      <a:pt x="188" y="221"/>
                      <a:pt x="147" y="22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67800" lIns="135600" spcFirstLastPara="1" rIns="135600" wrap="square" tIns="67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4" name="Google Shape;764;p29"/>
              <p:cNvSpPr/>
              <p:nvPr/>
            </p:nvSpPr>
            <p:spPr>
              <a:xfrm>
                <a:off x="-411087" y="1772406"/>
                <a:ext cx="594032" cy="298057"/>
              </a:xfrm>
              <a:custGeom>
                <a:rect b="b" l="l" r="r" t="t"/>
                <a:pathLst>
                  <a:path extrusionOk="0" h="98" w="196">
                    <a:moveTo>
                      <a:pt x="158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17" y="0"/>
                      <a:pt x="0" y="17"/>
                      <a:pt x="0" y="39"/>
                    </a:cubicBezTo>
                    <a:cubicBezTo>
                      <a:pt x="0" y="66"/>
                      <a:pt x="0" y="66"/>
                      <a:pt x="0" y="66"/>
                    </a:cubicBezTo>
                    <a:cubicBezTo>
                      <a:pt x="13" y="84"/>
                      <a:pt x="34" y="98"/>
                      <a:pt x="58" y="98"/>
                    </a:cubicBezTo>
                    <a:cubicBezTo>
                      <a:pt x="138" y="98"/>
                      <a:pt x="138" y="98"/>
                      <a:pt x="138" y="98"/>
                    </a:cubicBezTo>
                    <a:cubicBezTo>
                      <a:pt x="162" y="98"/>
                      <a:pt x="183" y="84"/>
                      <a:pt x="196" y="66"/>
                    </a:cubicBezTo>
                    <a:cubicBezTo>
                      <a:pt x="196" y="39"/>
                      <a:pt x="196" y="39"/>
                      <a:pt x="196" y="39"/>
                    </a:cubicBezTo>
                    <a:cubicBezTo>
                      <a:pt x="196" y="17"/>
                      <a:pt x="179" y="0"/>
                      <a:pt x="15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67800" lIns="135600" spcFirstLastPara="1" rIns="135600" wrap="square" tIns="67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" name="Google Shape;765;p29"/>
              <p:cNvSpPr/>
              <p:nvPr/>
            </p:nvSpPr>
            <p:spPr>
              <a:xfrm>
                <a:off x="-315208" y="1838117"/>
                <a:ext cx="404359" cy="150071"/>
              </a:xfrm>
              <a:custGeom>
                <a:rect b="b" l="l" r="r" t="t"/>
                <a:pathLst>
                  <a:path extrusionOk="0" h="49" w="133">
                    <a:moveTo>
                      <a:pt x="126" y="49"/>
                    </a:moveTo>
                    <a:cubicBezTo>
                      <a:pt x="6" y="49"/>
                      <a:pt x="6" y="49"/>
                      <a:pt x="6" y="49"/>
                    </a:cubicBezTo>
                    <a:cubicBezTo>
                      <a:pt x="3" y="49"/>
                      <a:pt x="0" y="46"/>
                      <a:pt x="0" y="43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26" y="0"/>
                      <a:pt x="126" y="0"/>
                      <a:pt x="126" y="0"/>
                    </a:cubicBezTo>
                    <a:cubicBezTo>
                      <a:pt x="130" y="0"/>
                      <a:pt x="133" y="3"/>
                      <a:pt x="133" y="6"/>
                    </a:cubicBezTo>
                    <a:cubicBezTo>
                      <a:pt x="133" y="43"/>
                      <a:pt x="133" y="43"/>
                      <a:pt x="133" y="43"/>
                    </a:cubicBezTo>
                    <a:cubicBezTo>
                      <a:pt x="133" y="46"/>
                      <a:pt x="130" y="49"/>
                      <a:pt x="126" y="4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67800" lIns="135600" spcFirstLastPara="1" rIns="135600" wrap="square" tIns="67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6" name="Google Shape;766;p29"/>
              <p:cNvSpPr/>
              <p:nvPr/>
            </p:nvSpPr>
            <p:spPr>
              <a:xfrm>
                <a:off x="-267268" y="1877725"/>
                <a:ext cx="304312" cy="77120"/>
              </a:xfrm>
              <a:custGeom>
                <a:rect b="b" l="l" r="r" t="t"/>
                <a:pathLst>
                  <a:path extrusionOk="0" h="25" w="100">
                    <a:moveTo>
                      <a:pt x="0" y="14"/>
                    </a:moveTo>
                    <a:cubicBezTo>
                      <a:pt x="1" y="15"/>
                      <a:pt x="21" y="25"/>
                      <a:pt x="51" y="25"/>
                    </a:cubicBezTo>
                    <a:cubicBezTo>
                      <a:pt x="66" y="25"/>
                      <a:pt x="83" y="22"/>
                      <a:pt x="100" y="14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79" y="6"/>
                      <a:pt x="64" y="9"/>
                      <a:pt x="51" y="9"/>
                    </a:cubicBezTo>
                    <a:cubicBezTo>
                      <a:pt x="38" y="9"/>
                      <a:pt x="27" y="6"/>
                      <a:pt x="19" y="4"/>
                    </a:cubicBezTo>
                    <a:cubicBezTo>
                      <a:pt x="15" y="3"/>
                      <a:pt x="12" y="2"/>
                      <a:pt x="10" y="1"/>
                    </a:cubicBezTo>
                    <a:cubicBezTo>
                      <a:pt x="9" y="1"/>
                      <a:pt x="9" y="0"/>
                      <a:pt x="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0" y="14"/>
                      <a:pt x="0" y="14"/>
                      <a:pt x="0" y="1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67800" lIns="135600" spcFirstLastPara="1" rIns="135600" wrap="square" tIns="67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7" name="Google Shape;767;p29"/>
              <p:cNvSpPr/>
              <p:nvPr/>
            </p:nvSpPr>
            <p:spPr>
              <a:xfrm>
                <a:off x="-311040" y="1507699"/>
                <a:ext cx="400190" cy="218853"/>
              </a:xfrm>
              <a:custGeom>
                <a:rect b="b" l="l" r="r" t="t"/>
                <a:pathLst>
                  <a:path extrusionOk="0" h="72" w="132">
                    <a:moveTo>
                      <a:pt x="132" y="36"/>
                    </a:moveTo>
                    <a:cubicBezTo>
                      <a:pt x="132" y="36"/>
                      <a:pt x="132" y="36"/>
                      <a:pt x="132" y="36"/>
                    </a:cubicBezTo>
                    <a:cubicBezTo>
                      <a:pt x="132" y="56"/>
                      <a:pt x="115" y="72"/>
                      <a:pt x="95" y="72"/>
                    </a:cubicBezTo>
                    <a:cubicBezTo>
                      <a:pt x="36" y="72"/>
                      <a:pt x="36" y="72"/>
                      <a:pt x="36" y="72"/>
                    </a:cubicBezTo>
                    <a:cubicBezTo>
                      <a:pt x="16" y="72"/>
                      <a:pt x="0" y="56"/>
                      <a:pt x="0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16"/>
                      <a:pt x="16" y="0"/>
                      <a:pt x="36" y="0"/>
                    </a:cubicBezTo>
                    <a:cubicBezTo>
                      <a:pt x="95" y="0"/>
                      <a:pt x="95" y="0"/>
                      <a:pt x="95" y="0"/>
                    </a:cubicBezTo>
                    <a:cubicBezTo>
                      <a:pt x="115" y="0"/>
                      <a:pt x="132" y="16"/>
                      <a:pt x="132" y="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67800" lIns="135600" spcFirstLastPara="1" rIns="135600" wrap="square" tIns="67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8" name="Google Shape;768;p29"/>
              <p:cNvSpPr/>
              <p:nvPr/>
            </p:nvSpPr>
            <p:spPr>
              <a:xfrm>
                <a:off x="-202655" y="1576480"/>
                <a:ext cx="179252" cy="110469"/>
              </a:xfrm>
              <a:custGeom>
                <a:rect b="b" l="l" r="r" t="t"/>
                <a:pathLst>
                  <a:path extrusionOk="0" h="36" w="59">
                    <a:moveTo>
                      <a:pt x="52" y="36"/>
                    </a:moveTo>
                    <a:cubicBezTo>
                      <a:pt x="48" y="36"/>
                      <a:pt x="45" y="33"/>
                      <a:pt x="45" y="29"/>
                    </a:cubicBezTo>
                    <a:cubicBezTo>
                      <a:pt x="45" y="21"/>
                      <a:pt x="38" y="14"/>
                      <a:pt x="30" y="14"/>
                    </a:cubicBezTo>
                    <a:cubicBezTo>
                      <a:pt x="21" y="14"/>
                      <a:pt x="15" y="21"/>
                      <a:pt x="15" y="29"/>
                    </a:cubicBezTo>
                    <a:cubicBezTo>
                      <a:pt x="15" y="33"/>
                      <a:pt x="11" y="36"/>
                      <a:pt x="7" y="36"/>
                    </a:cubicBezTo>
                    <a:cubicBezTo>
                      <a:pt x="4" y="36"/>
                      <a:pt x="0" y="33"/>
                      <a:pt x="0" y="29"/>
                    </a:cubicBezTo>
                    <a:cubicBezTo>
                      <a:pt x="0" y="13"/>
                      <a:pt x="14" y="0"/>
                      <a:pt x="30" y="0"/>
                    </a:cubicBezTo>
                    <a:cubicBezTo>
                      <a:pt x="46" y="0"/>
                      <a:pt x="59" y="13"/>
                      <a:pt x="59" y="29"/>
                    </a:cubicBezTo>
                    <a:cubicBezTo>
                      <a:pt x="59" y="33"/>
                      <a:pt x="56" y="36"/>
                      <a:pt x="52" y="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67800" lIns="135600" spcFirstLastPara="1" rIns="135600" wrap="square" tIns="67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29"/>
              <p:cNvSpPr/>
              <p:nvPr/>
            </p:nvSpPr>
            <p:spPr>
              <a:xfrm>
                <a:off x="-402750" y="1526457"/>
                <a:ext cx="66698" cy="35434"/>
              </a:xfrm>
              <a:custGeom>
                <a:rect b="b" l="l" r="r" t="t"/>
                <a:pathLst>
                  <a:path extrusionOk="0" h="12" w="22">
                    <a:moveTo>
                      <a:pt x="6" y="12"/>
                    </a:moveTo>
                    <a:cubicBezTo>
                      <a:pt x="16" y="12"/>
                      <a:pt x="16" y="12"/>
                      <a:pt x="16" y="12"/>
                    </a:cubicBezTo>
                    <a:cubicBezTo>
                      <a:pt x="20" y="12"/>
                      <a:pt x="22" y="9"/>
                      <a:pt x="22" y="6"/>
                    </a:cubicBezTo>
                    <a:cubicBezTo>
                      <a:pt x="22" y="3"/>
                      <a:pt x="20" y="0"/>
                      <a:pt x="1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lose/>
                  </a:path>
                </a:pathLst>
              </a:custGeom>
              <a:solidFill>
                <a:srgbClr val="F9FFFF"/>
              </a:solidFill>
              <a:ln>
                <a:noFill/>
              </a:ln>
            </p:spPr>
            <p:txBody>
              <a:bodyPr anchorCtr="0" anchor="t" bIns="67800" lIns="135600" spcFirstLastPara="1" rIns="135600" wrap="square" tIns="67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0" name="Google Shape;770;p29"/>
              <p:cNvSpPr/>
              <p:nvPr/>
            </p:nvSpPr>
            <p:spPr>
              <a:xfrm>
                <a:off x="-402750" y="1526457"/>
                <a:ext cx="66698" cy="35434"/>
              </a:xfrm>
              <a:custGeom>
                <a:rect b="b" l="l" r="r" t="t"/>
                <a:pathLst>
                  <a:path extrusionOk="0" h="12" w="22">
                    <a:moveTo>
                      <a:pt x="6" y="12"/>
                    </a:moveTo>
                    <a:cubicBezTo>
                      <a:pt x="16" y="12"/>
                      <a:pt x="16" y="12"/>
                      <a:pt x="16" y="12"/>
                    </a:cubicBezTo>
                    <a:cubicBezTo>
                      <a:pt x="20" y="12"/>
                      <a:pt x="22" y="9"/>
                      <a:pt x="22" y="6"/>
                    </a:cubicBezTo>
                    <a:cubicBezTo>
                      <a:pt x="22" y="3"/>
                      <a:pt x="20" y="0"/>
                      <a:pt x="1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67800" lIns="135600" spcFirstLastPara="1" rIns="135600" wrap="square" tIns="67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1" name="Google Shape;771;p29"/>
              <p:cNvSpPr/>
              <p:nvPr/>
            </p:nvSpPr>
            <p:spPr>
              <a:xfrm>
                <a:off x="-402750" y="1572312"/>
                <a:ext cx="66698" cy="35434"/>
              </a:xfrm>
              <a:custGeom>
                <a:rect b="b" l="l" r="r" t="t"/>
                <a:pathLst>
                  <a:path extrusionOk="0" h="12" w="22">
                    <a:moveTo>
                      <a:pt x="16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2"/>
                      <a:pt x="6" y="12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20" y="12"/>
                      <a:pt x="22" y="10"/>
                      <a:pt x="22" y="6"/>
                    </a:cubicBezTo>
                    <a:cubicBezTo>
                      <a:pt x="22" y="3"/>
                      <a:pt x="20" y="0"/>
                      <a:pt x="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67800" lIns="135600" spcFirstLastPara="1" rIns="135600" wrap="square" tIns="67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72" name="Google Shape;772;p29"/>
            <p:cNvSpPr/>
            <p:nvPr/>
          </p:nvSpPr>
          <p:spPr>
            <a:xfrm>
              <a:off x="5814463" y="4040852"/>
              <a:ext cx="982618" cy="360467"/>
            </a:xfrm>
            <a:custGeom>
              <a:rect b="b" l="l" r="r" t="t"/>
              <a:pathLst>
                <a:path extrusionOk="0" h="176" w="480">
                  <a:moveTo>
                    <a:pt x="477" y="9"/>
                  </a:moveTo>
                  <a:cubicBezTo>
                    <a:pt x="430" y="56"/>
                    <a:pt x="430" y="56"/>
                    <a:pt x="430" y="56"/>
                  </a:cubicBezTo>
                  <a:cubicBezTo>
                    <a:pt x="430" y="139"/>
                    <a:pt x="430" y="139"/>
                    <a:pt x="430" y="139"/>
                  </a:cubicBezTo>
                  <a:cubicBezTo>
                    <a:pt x="430" y="159"/>
                    <a:pt x="413" y="176"/>
                    <a:pt x="393" y="176"/>
                  </a:cubicBezTo>
                  <a:cubicBezTo>
                    <a:pt x="37" y="176"/>
                    <a:pt x="37" y="176"/>
                    <a:pt x="37" y="176"/>
                  </a:cubicBezTo>
                  <a:cubicBezTo>
                    <a:pt x="17" y="176"/>
                    <a:pt x="0" y="159"/>
                    <a:pt x="0" y="13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6"/>
                    <a:pt x="17" y="0"/>
                    <a:pt x="37" y="0"/>
                  </a:cubicBezTo>
                  <a:cubicBezTo>
                    <a:pt x="473" y="0"/>
                    <a:pt x="473" y="0"/>
                    <a:pt x="473" y="0"/>
                  </a:cubicBezTo>
                  <a:cubicBezTo>
                    <a:pt x="478" y="0"/>
                    <a:pt x="480" y="5"/>
                    <a:pt x="477" y="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67800" lIns="135600" spcFirstLastPara="1" rIns="135600" wrap="square" tIns="67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6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3" name="Google Shape;773;p29"/>
            <p:cNvSpPr/>
            <p:nvPr/>
          </p:nvSpPr>
          <p:spPr>
            <a:xfrm>
              <a:off x="6029357" y="3973264"/>
              <a:ext cx="46800" cy="46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67800" lIns="135600" spcFirstLastPara="1" rIns="135600" wrap="square" tIns="67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6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" name="Google Shape;774;p29"/>
            <p:cNvSpPr/>
            <p:nvPr/>
          </p:nvSpPr>
          <p:spPr>
            <a:xfrm>
              <a:off x="5973900" y="4171694"/>
              <a:ext cx="567561" cy="16464"/>
            </a:xfrm>
            <a:custGeom>
              <a:rect b="b" l="l" r="r" t="t"/>
              <a:pathLst>
                <a:path extrusionOk="0" h="8" w="277">
                  <a:moveTo>
                    <a:pt x="273" y="8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3" y="0"/>
                  </a:cubicBezTo>
                  <a:cubicBezTo>
                    <a:pt x="273" y="0"/>
                    <a:pt x="273" y="0"/>
                    <a:pt x="273" y="0"/>
                  </a:cubicBezTo>
                  <a:cubicBezTo>
                    <a:pt x="275" y="0"/>
                    <a:pt x="277" y="2"/>
                    <a:pt x="277" y="4"/>
                  </a:cubicBezTo>
                  <a:cubicBezTo>
                    <a:pt x="277" y="6"/>
                    <a:pt x="275" y="8"/>
                    <a:pt x="273" y="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67800" lIns="135600" spcFirstLastPara="1" rIns="135600" wrap="square" tIns="67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6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" name="Google Shape;775;p29"/>
            <p:cNvSpPr/>
            <p:nvPr/>
          </p:nvSpPr>
          <p:spPr>
            <a:xfrm>
              <a:off x="5973900" y="4233216"/>
              <a:ext cx="567561" cy="16464"/>
            </a:xfrm>
            <a:custGeom>
              <a:rect b="b" l="l" r="r" t="t"/>
              <a:pathLst>
                <a:path extrusionOk="0" h="8" w="277">
                  <a:moveTo>
                    <a:pt x="273" y="8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273" y="0"/>
                    <a:pt x="273" y="0"/>
                    <a:pt x="273" y="0"/>
                  </a:cubicBezTo>
                  <a:cubicBezTo>
                    <a:pt x="275" y="0"/>
                    <a:pt x="277" y="1"/>
                    <a:pt x="277" y="4"/>
                  </a:cubicBezTo>
                  <a:cubicBezTo>
                    <a:pt x="277" y="6"/>
                    <a:pt x="275" y="8"/>
                    <a:pt x="273" y="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67800" lIns="135600" spcFirstLastPara="1" rIns="135600" wrap="square" tIns="67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6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76" name="Google Shape;776;p29"/>
            <p:cNvGrpSpPr/>
            <p:nvPr/>
          </p:nvGrpSpPr>
          <p:grpSpPr>
            <a:xfrm>
              <a:off x="5814463" y="3232831"/>
              <a:ext cx="982618" cy="491298"/>
              <a:chOff x="6728113" y="594706"/>
              <a:chExt cx="982618" cy="491298"/>
            </a:xfrm>
          </p:grpSpPr>
          <p:sp>
            <p:nvSpPr>
              <p:cNvPr id="777" name="Google Shape;777;p29"/>
              <p:cNvSpPr/>
              <p:nvPr/>
            </p:nvSpPr>
            <p:spPr>
              <a:xfrm>
                <a:off x="6728113" y="725536"/>
                <a:ext cx="982618" cy="360467"/>
              </a:xfrm>
              <a:custGeom>
                <a:rect b="b" l="l" r="r" t="t"/>
                <a:pathLst>
                  <a:path extrusionOk="0" h="176" w="480">
                    <a:moveTo>
                      <a:pt x="477" y="167"/>
                    </a:moveTo>
                    <a:cubicBezTo>
                      <a:pt x="430" y="120"/>
                      <a:pt x="430" y="120"/>
                      <a:pt x="430" y="120"/>
                    </a:cubicBezTo>
                    <a:cubicBezTo>
                      <a:pt x="430" y="37"/>
                      <a:pt x="430" y="37"/>
                      <a:pt x="430" y="37"/>
                    </a:cubicBezTo>
                    <a:cubicBezTo>
                      <a:pt x="430" y="17"/>
                      <a:pt x="413" y="0"/>
                      <a:pt x="393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17" y="0"/>
                      <a:pt x="0" y="17"/>
                      <a:pt x="0" y="37"/>
                    </a:cubicBezTo>
                    <a:cubicBezTo>
                      <a:pt x="0" y="139"/>
                      <a:pt x="0" y="139"/>
                      <a:pt x="0" y="139"/>
                    </a:cubicBezTo>
                    <a:cubicBezTo>
                      <a:pt x="0" y="160"/>
                      <a:pt x="17" y="176"/>
                      <a:pt x="37" y="176"/>
                    </a:cubicBezTo>
                    <a:cubicBezTo>
                      <a:pt x="473" y="176"/>
                      <a:pt x="473" y="176"/>
                      <a:pt x="473" y="176"/>
                    </a:cubicBezTo>
                    <a:cubicBezTo>
                      <a:pt x="478" y="176"/>
                      <a:pt x="480" y="170"/>
                      <a:pt x="477" y="16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67800" lIns="135600" spcFirstLastPara="1" rIns="135600" wrap="square" tIns="67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" name="Google Shape;778;p29"/>
              <p:cNvSpPr/>
              <p:nvPr/>
            </p:nvSpPr>
            <p:spPr>
              <a:xfrm>
                <a:off x="6943007" y="655349"/>
                <a:ext cx="46800" cy="477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67800" lIns="135600" spcFirstLastPara="1" rIns="135600" wrap="square" tIns="67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" name="Google Shape;779;p29"/>
              <p:cNvSpPr/>
              <p:nvPr/>
            </p:nvSpPr>
            <p:spPr>
              <a:xfrm>
                <a:off x="6887550" y="854645"/>
                <a:ext cx="567561" cy="16464"/>
              </a:xfrm>
              <a:custGeom>
                <a:rect b="b" l="l" r="r" t="t"/>
                <a:pathLst>
                  <a:path extrusionOk="0" h="8" w="277">
                    <a:moveTo>
                      <a:pt x="273" y="8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2" y="8"/>
                      <a:pt x="0" y="6"/>
                      <a:pt x="0" y="4"/>
                    </a:cubicBezTo>
                    <a:cubicBezTo>
                      <a:pt x="0" y="2"/>
                      <a:pt x="2" y="0"/>
                      <a:pt x="3" y="0"/>
                    </a:cubicBezTo>
                    <a:cubicBezTo>
                      <a:pt x="273" y="0"/>
                      <a:pt x="273" y="0"/>
                      <a:pt x="273" y="0"/>
                    </a:cubicBezTo>
                    <a:cubicBezTo>
                      <a:pt x="275" y="0"/>
                      <a:pt x="277" y="2"/>
                      <a:pt x="277" y="4"/>
                    </a:cubicBezTo>
                    <a:cubicBezTo>
                      <a:pt x="277" y="6"/>
                      <a:pt x="275" y="8"/>
                      <a:pt x="273" y="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67800" lIns="135600" spcFirstLastPara="1" rIns="135600" wrap="square" tIns="67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" name="Google Shape;780;p29"/>
              <p:cNvSpPr/>
              <p:nvPr/>
            </p:nvSpPr>
            <p:spPr>
              <a:xfrm>
                <a:off x="6887550" y="916168"/>
                <a:ext cx="567561" cy="16464"/>
              </a:xfrm>
              <a:custGeom>
                <a:rect b="b" l="l" r="r" t="t"/>
                <a:pathLst>
                  <a:path extrusionOk="0" h="8" w="277">
                    <a:moveTo>
                      <a:pt x="273" y="8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2" y="8"/>
                      <a:pt x="0" y="6"/>
                      <a:pt x="0" y="4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273" y="0"/>
                      <a:pt x="273" y="0"/>
                      <a:pt x="273" y="0"/>
                    </a:cubicBezTo>
                    <a:cubicBezTo>
                      <a:pt x="275" y="0"/>
                      <a:pt x="277" y="1"/>
                      <a:pt x="277" y="4"/>
                    </a:cubicBezTo>
                    <a:cubicBezTo>
                      <a:pt x="277" y="6"/>
                      <a:pt x="275" y="8"/>
                      <a:pt x="273" y="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67800" lIns="135600" spcFirstLastPara="1" rIns="135600" wrap="square" tIns="67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" name="Google Shape;781;p29"/>
              <p:cNvSpPr/>
              <p:nvPr/>
            </p:nvSpPr>
            <p:spPr>
              <a:xfrm>
                <a:off x="6887550" y="977689"/>
                <a:ext cx="567561" cy="16464"/>
              </a:xfrm>
              <a:custGeom>
                <a:rect b="b" l="l" r="r" t="t"/>
                <a:pathLst>
                  <a:path extrusionOk="0" h="8" w="277">
                    <a:moveTo>
                      <a:pt x="273" y="8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2" y="8"/>
                      <a:pt x="0" y="6"/>
                      <a:pt x="0" y="4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273" y="0"/>
                      <a:pt x="273" y="0"/>
                      <a:pt x="273" y="0"/>
                    </a:cubicBezTo>
                    <a:cubicBezTo>
                      <a:pt x="275" y="0"/>
                      <a:pt x="277" y="1"/>
                      <a:pt x="277" y="4"/>
                    </a:cubicBezTo>
                    <a:cubicBezTo>
                      <a:pt x="277" y="6"/>
                      <a:pt x="275" y="8"/>
                      <a:pt x="273" y="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67800" lIns="135600" spcFirstLastPara="1" rIns="135600" wrap="square" tIns="67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82" name="Google Shape;782;p29"/>
              <p:cNvGrpSpPr/>
              <p:nvPr/>
            </p:nvGrpSpPr>
            <p:grpSpPr>
              <a:xfrm>
                <a:off x="6889908" y="594706"/>
                <a:ext cx="201752" cy="202179"/>
                <a:chOff x="5471892" y="3290059"/>
                <a:chExt cx="174300" cy="174654"/>
              </a:xfrm>
            </p:grpSpPr>
            <p:sp>
              <p:nvSpPr>
                <p:cNvPr id="783" name="Google Shape;783;p29"/>
                <p:cNvSpPr/>
                <p:nvPr/>
              </p:nvSpPr>
              <p:spPr>
                <a:xfrm>
                  <a:off x="5471892" y="3290059"/>
                  <a:ext cx="174300" cy="1743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67800" lIns="135600" spcFirstLastPara="1" rIns="135600" wrap="square" tIns="678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4" name="Google Shape;784;p29"/>
                <p:cNvSpPr/>
                <p:nvPr/>
              </p:nvSpPr>
              <p:spPr>
                <a:xfrm>
                  <a:off x="5529353" y="3333831"/>
                  <a:ext cx="58800" cy="576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67800" lIns="135600" spcFirstLastPara="1" rIns="135600" wrap="square" tIns="678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5" name="Google Shape;785;p29"/>
                <p:cNvSpPr/>
                <p:nvPr/>
              </p:nvSpPr>
              <p:spPr>
                <a:xfrm>
                  <a:off x="5522965" y="3396863"/>
                  <a:ext cx="71826" cy="67850"/>
                </a:xfrm>
                <a:custGeom>
                  <a:rect b="b" l="l" r="r" t="t"/>
                  <a:pathLst>
                    <a:path extrusionOk="0" h="25" w="21">
                      <a:moveTo>
                        <a:pt x="11" y="0"/>
                      </a:moveTo>
                      <a:cubicBezTo>
                        <a:pt x="5" y="0"/>
                        <a:pt x="0" y="5"/>
                        <a:pt x="0" y="11"/>
                      </a:cubicBezTo>
                      <a:cubicBezTo>
                        <a:pt x="0" y="22"/>
                        <a:pt x="0" y="22"/>
                        <a:pt x="0" y="22"/>
                      </a:cubicBezTo>
                      <a:cubicBezTo>
                        <a:pt x="3" y="24"/>
                        <a:pt x="7" y="25"/>
                        <a:pt x="11" y="25"/>
                      </a:cubicBezTo>
                      <a:cubicBezTo>
                        <a:pt x="15" y="25"/>
                        <a:pt x="18" y="24"/>
                        <a:pt x="21" y="22"/>
                      </a:cubicBezTo>
                      <a:cubicBezTo>
                        <a:pt x="21" y="11"/>
                        <a:pt x="21" y="11"/>
                        <a:pt x="21" y="11"/>
                      </a:cubicBezTo>
                      <a:cubicBezTo>
                        <a:pt x="21" y="5"/>
                        <a:pt x="17" y="0"/>
                        <a:pt x="1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67800" lIns="135600" spcFirstLastPara="1" rIns="135600" wrap="square" tIns="678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86" name="Google Shape;786;p29"/>
            <p:cNvGrpSpPr/>
            <p:nvPr/>
          </p:nvGrpSpPr>
          <p:grpSpPr>
            <a:xfrm>
              <a:off x="5976258" y="3906931"/>
              <a:ext cx="201752" cy="202179"/>
              <a:chOff x="5471892" y="3290059"/>
              <a:chExt cx="174300" cy="174654"/>
            </a:xfrm>
          </p:grpSpPr>
          <p:sp>
            <p:nvSpPr>
              <p:cNvPr id="787" name="Google Shape;787;p29"/>
              <p:cNvSpPr/>
              <p:nvPr/>
            </p:nvSpPr>
            <p:spPr>
              <a:xfrm>
                <a:off x="5471892" y="3290059"/>
                <a:ext cx="174300" cy="17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67800" lIns="135600" spcFirstLastPara="1" rIns="135600" wrap="square" tIns="67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" name="Google Shape;788;p29"/>
              <p:cNvSpPr/>
              <p:nvPr/>
            </p:nvSpPr>
            <p:spPr>
              <a:xfrm>
                <a:off x="5529353" y="3333831"/>
                <a:ext cx="58800" cy="57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67800" lIns="135600" spcFirstLastPara="1" rIns="135600" wrap="square" tIns="67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p29"/>
              <p:cNvSpPr/>
              <p:nvPr/>
            </p:nvSpPr>
            <p:spPr>
              <a:xfrm>
                <a:off x="5522965" y="3396863"/>
                <a:ext cx="71826" cy="67850"/>
              </a:xfrm>
              <a:custGeom>
                <a:rect b="b" l="l" r="r" t="t"/>
                <a:pathLst>
                  <a:path extrusionOk="0" h="25" w="21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4"/>
                      <a:pt x="7" y="25"/>
                      <a:pt x="11" y="25"/>
                    </a:cubicBezTo>
                    <a:cubicBezTo>
                      <a:pt x="15" y="25"/>
                      <a:pt x="18" y="24"/>
                      <a:pt x="21" y="22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5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67800" lIns="135600" spcFirstLastPara="1" rIns="135600" wrap="square" tIns="67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30"/>
          <p:cNvSpPr txBox="1"/>
          <p:nvPr>
            <p:ph type="title"/>
          </p:nvPr>
        </p:nvSpPr>
        <p:spPr>
          <a:xfrm>
            <a:off x="672884" y="473810"/>
            <a:ext cx="7383900" cy="5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Qu'est-ce qu'un chatbot intelligent ?</a:t>
            </a:r>
            <a:endParaRPr/>
          </a:p>
        </p:txBody>
      </p:sp>
      <p:sp>
        <p:nvSpPr>
          <p:cNvPr id="795" name="Google Shape;795;p30"/>
          <p:cNvSpPr txBox="1"/>
          <p:nvPr>
            <p:ph idx="1" type="body"/>
          </p:nvPr>
        </p:nvSpPr>
        <p:spPr>
          <a:xfrm>
            <a:off x="720000" y="1094050"/>
            <a:ext cx="4979100" cy="378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 chatbot intelligent est un programme informatique capable de simuler une conversation humaine (un assistant conversationnel) en utilisant l'intelligence artificielle et le traitement du langage naturel.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Il se base sur: </a:t>
            </a:r>
            <a:endParaRPr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NLP - Natural Language Processing</a:t>
            </a:r>
            <a:r>
              <a:rPr lang="en"/>
              <a:t>: technologie permettant au chatbot de comprendre le langage humain naturel, détecter les intentions et extraire les informations clés des messages.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Intentions</a:t>
            </a:r>
            <a:r>
              <a:rPr lang="en"/>
              <a:t>: ce que l'utilisateur veut accomplir. Exemple : prendre rendez-vous, obtenir des informations produit, faire une réclamation.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Entités</a:t>
            </a:r>
            <a:r>
              <a:rPr lang="en"/>
              <a:t>: Informations spécifiques extraites du message. Exemple : date, heure, nom, produit, lieu.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Flux Conversationnel: </a:t>
            </a:r>
            <a:r>
              <a:rPr lang="en"/>
              <a:t>arbre de décision qui guide la conversation selon les réponses de l'utilisateur. Chemins logiques avec conditions et branches.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Intégration Multicanale:</a:t>
            </a:r>
            <a:r>
              <a:rPr lang="en"/>
              <a:t> déploiement sur mobile (iOS/Android), web, WhatsApp, Facebook Messenger, Instagram, Telegram.  </a:t>
            </a:r>
            <a:endParaRPr/>
          </a:p>
        </p:txBody>
      </p:sp>
      <p:pic>
        <p:nvPicPr>
          <p:cNvPr id="796" name="Google Shape;796;p3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019" l="0" r="9288" t="10304"/>
          <a:stretch/>
        </p:blipFill>
        <p:spPr>
          <a:xfrm>
            <a:off x="6423424" y="1554825"/>
            <a:ext cx="2310000" cy="3172500"/>
          </a:xfrm>
          <a:prstGeom prst="roundRect">
            <a:avLst>
              <a:gd fmla="val 4959" name="adj"/>
            </a:avLst>
          </a:prstGeom>
        </p:spPr>
      </p:pic>
      <p:sp>
        <p:nvSpPr>
          <p:cNvPr id="797" name="Google Shape;797;p30"/>
          <p:cNvSpPr/>
          <p:nvPr/>
        </p:nvSpPr>
        <p:spPr>
          <a:xfrm>
            <a:off x="6184251" y="1454213"/>
            <a:ext cx="2359" cy="7075"/>
          </a:xfrm>
          <a:custGeom>
            <a:rect b="b" l="l" r="r" t="t"/>
            <a:pathLst>
              <a:path extrusionOk="0" h="2" w="1">
                <a:moveTo>
                  <a:pt x="0" y="1"/>
                </a:moveTo>
                <a:cubicBezTo>
                  <a:pt x="1" y="0"/>
                  <a:pt x="1" y="0"/>
                  <a:pt x="1" y="0"/>
                </a:cubicBezTo>
                <a:cubicBezTo>
                  <a:pt x="0" y="1"/>
                  <a:pt x="0" y="2"/>
                  <a:pt x="0" y="2"/>
                </a:cubicBezTo>
                <a:lnTo>
                  <a:pt x="0" y="1"/>
                </a:lnTo>
                <a:close/>
              </a:path>
            </a:pathLst>
          </a:custGeom>
          <a:solidFill>
            <a:srgbClr val="7A2B0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98" name="Google Shape;798;p30"/>
          <p:cNvGrpSpPr/>
          <p:nvPr/>
        </p:nvGrpSpPr>
        <p:grpSpPr>
          <a:xfrm>
            <a:off x="5699132" y="1203898"/>
            <a:ext cx="724298" cy="1254832"/>
            <a:chOff x="4964391" y="3310748"/>
            <a:chExt cx="724298" cy="1254832"/>
          </a:xfrm>
        </p:grpSpPr>
        <p:grpSp>
          <p:nvGrpSpPr>
            <p:cNvPr id="799" name="Google Shape;799;p30"/>
            <p:cNvGrpSpPr/>
            <p:nvPr/>
          </p:nvGrpSpPr>
          <p:grpSpPr>
            <a:xfrm>
              <a:off x="4964391" y="3555024"/>
              <a:ext cx="480545" cy="481555"/>
              <a:chOff x="5471892" y="3290059"/>
              <a:chExt cx="174300" cy="174654"/>
            </a:xfrm>
          </p:grpSpPr>
          <p:sp>
            <p:nvSpPr>
              <p:cNvPr id="800" name="Google Shape;800;p30"/>
              <p:cNvSpPr/>
              <p:nvPr/>
            </p:nvSpPr>
            <p:spPr>
              <a:xfrm>
                <a:off x="5471892" y="3290059"/>
                <a:ext cx="174300" cy="17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" name="Google Shape;801;p30"/>
              <p:cNvSpPr/>
              <p:nvPr/>
            </p:nvSpPr>
            <p:spPr>
              <a:xfrm>
                <a:off x="5529353" y="3328218"/>
                <a:ext cx="58800" cy="5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" name="Google Shape;802;p30"/>
              <p:cNvSpPr/>
              <p:nvPr/>
            </p:nvSpPr>
            <p:spPr>
              <a:xfrm>
                <a:off x="5522965" y="3396863"/>
                <a:ext cx="71826" cy="67850"/>
              </a:xfrm>
              <a:custGeom>
                <a:rect b="b" l="l" r="r" t="t"/>
                <a:pathLst>
                  <a:path extrusionOk="0" h="25" w="21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4"/>
                      <a:pt x="7" y="25"/>
                      <a:pt x="11" y="25"/>
                    </a:cubicBezTo>
                    <a:cubicBezTo>
                      <a:pt x="15" y="25"/>
                      <a:pt x="18" y="24"/>
                      <a:pt x="21" y="22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5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3" name="Google Shape;803;p30"/>
            <p:cNvGrpSpPr/>
            <p:nvPr/>
          </p:nvGrpSpPr>
          <p:grpSpPr>
            <a:xfrm>
              <a:off x="5444931" y="3310748"/>
              <a:ext cx="243759" cy="244271"/>
              <a:chOff x="5387588" y="3290059"/>
              <a:chExt cx="174300" cy="174654"/>
            </a:xfrm>
          </p:grpSpPr>
          <p:sp>
            <p:nvSpPr>
              <p:cNvPr id="804" name="Google Shape;804;p30"/>
              <p:cNvSpPr/>
              <p:nvPr/>
            </p:nvSpPr>
            <p:spPr>
              <a:xfrm>
                <a:off x="5387588" y="3290059"/>
                <a:ext cx="174300" cy="17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" name="Google Shape;805;p30"/>
              <p:cNvSpPr/>
              <p:nvPr/>
            </p:nvSpPr>
            <p:spPr>
              <a:xfrm>
                <a:off x="5445049" y="3333831"/>
                <a:ext cx="58800" cy="57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" name="Google Shape;806;p30"/>
              <p:cNvSpPr/>
              <p:nvPr/>
            </p:nvSpPr>
            <p:spPr>
              <a:xfrm>
                <a:off x="5438661" y="3396863"/>
                <a:ext cx="71826" cy="67850"/>
              </a:xfrm>
              <a:custGeom>
                <a:rect b="b" l="l" r="r" t="t"/>
                <a:pathLst>
                  <a:path extrusionOk="0" h="25" w="21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4"/>
                      <a:pt x="7" y="25"/>
                      <a:pt x="11" y="25"/>
                    </a:cubicBezTo>
                    <a:cubicBezTo>
                      <a:pt x="15" y="25"/>
                      <a:pt x="18" y="24"/>
                      <a:pt x="21" y="22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5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7" name="Google Shape;807;p30"/>
            <p:cNvGrpSpPr/>
            <p:nvPr/>
          </p:nvGrpSpPr>
          <p:grpSpPr>
            <a:xfrm>
              <a:off x="5199207" y="4192222"/>
              <a:ext cx="372601" cy="373357"/>
              <a:chOff x="5439030" y="3290059"/>
              <a:chExt cx="174300" cy="174654"/>
            </a:xfrm>
          </p:grpSpPr>
          <p:sp>
            <p:nvSpPr>
              <p:cNvPr id="808" name="Google Shape;808;p30"/>
              <p:cNvSpPr/>
              <p:nvPr/>
            </p:nvSpPr>
            <p:spPr>
              <a:xfrm>
                <a:off x="5439030" y="3290059"/>
                <a:ext cx="174300" cy="17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" name="Google Shape;809;p30"/>
              <p:cNvSpPr/>
              <p:nvPr/>
            </p:nvSpPr>
            <p:spPr>
              <a:xfrm>
                <a:off x="5496491" y="3333831"/>
                <a:ext cx="58800" cy="5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" name="Google Shape;810;p30"/>
              <p:cNvSpPr/>
              <p:nvPr/>
            </p:nvSpPr>
            <p:spPr>
              <a:xfrm>
                <a:off x="5490103" y="3396863"/>
                <a:ext cx="71826" cy="67850"/>
              </a:xfrm>
              <a:custGeom>
                <a:rect b="b" l="l" r="r" t="t"/>
                <a:pathLst>
                  <a:path extrusionOk="0" h="25" w="21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4"/>
                      <a:pt x="7" y="25"/>
                      <a:pt x="11" y="25"/>
                    </a:cubicBezTo>
                    <a:cubicBezTo>
                      <a:pt x="15" y="25"/>
                      <a:pt x="18" y="24"/>
                      <a:pt x="21" y="22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5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31"/>
          <p:cNvSpPr txBox="1"/>
          <p:nvPr>
            <p:ph type="title"/>
          </p:nvPr>
        </p:nvSpPr>
        <p:spPr>
          <a:xfrm>
            <a:off x="3767925" y="2596185"/>
            <a:ext cx="4837200" cy="9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Les Avantages du No-Code</a:t>
            </a:r>
            <a:endParaRPr sz="4200"/>
          </a:p>
        </p:txBody>
      </p:sp>
      <p:sp>
        <p:nvSpPr>
          <p:cNvPr id="816" name="Google Shape;816;p31"/>
          <p:cNvSpPr txBox="1"/>
          <p:nvPr>
            <p:ph idx="2" type="title"/>
          </p:nvPr>
        </p:nvSpPr>
        <p:spPr>
          <a:xfrm>
            <a:off x="4354600" y="1723722"/>
            <a:ext cx="1229700" cy="7485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817" name="Google Shape;817;p31"/>
          <p:cNvGrpSpPr/>
          <p:nvPr/>
        </p:nvGrpSpPr>
        <p:grpSpPr>
          <a:xfrm>
            <a:off x="1082701" y="915365"/>
            <a:ext cx="2271157" cy="3495511"/>
            <a:chOff x="-2626734" y="1577166"/>
            <a:chExt cx="1108260" cy="1705710"/>
          </a:xfrm>
        </p:grpSpPr>
        <p:sp>
          <p:nvSpPr>
            <p:cNvPr id="818" name="Google Shape;818;p31"/>
            <p:cNvSpPr/>
            <p:nvPr/>
          </p:nvSpPr>
          <p:spPr>
            <a:xfrm>
              <a:off x="-2479900" y="2441376"/>
              <a:ext cx="841500" cy="84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5450" lIns="125450" spcFirstLastPara="1" rIns="125450" wrap="square" tIns="125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21"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819" name="Google Shape;819;p31"/>
            <p:cNvGrpSpPr/>
            <p:nvPr/>
          </p:nvGrpSpPr>
          <p:grpSpPr>
            <a:xfrm>
              <a:off x="-2626734" y="1577166"/>
              <a:ext cx="1108260" cy="1631632"/>
              <a:chOff x="-2613198" y="1538012"/>
              <a:chExt cx="1108260" cy="1631632"/>
            </a:xfrm>
          </p:grpSpPr>
          <p:sp>
            <p:nvSpPr>
              <p:cNvPr id="820" name="Google Shape;820;p31"/>
              <p:cNvSpPr/>
              <p:nvPr/>
            </p:nvSpPr>
            <p:spPr>
              <a:xfrm>
                <a:off x="-2400038" y="2472972"/>
                <a:ext cx="698400" cy="696600"/>
              </a:xfrm>
              <a:prstGeom prst="ellipse">
                <a:avLst/>
              </a:prstGeom>
              <a:solidFill>
                <a:srgbClr val="FFFFFF">
                  <a:alpha val="40630"/>
                </a:srgbClr>
              </a:solidFill>
              <a:ln>
                <a:noFill/>
              </a:ln>
            </p:spPr>
            <p:txBody>
              <a:bodyPr anchorCtr="0" anchor="t" bIns="62725" lIns="125450" spcFirstLastPara="1" rIns="125450" wrap="square" tIns="627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7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1" name="Google Shape;821;p31"/>
              <p:cNvSpPr/>
              <p:nvPr/>
            </p:nvSpPr>
            <p:spPr>
              <a:xfrm>
                <a:off x="-2588936" y="2378523"/>
                <a:ext cx="408125" cy="559763"/>
              </a:xfrm>
              <a:custGeom>
                <a:rect b="b" l="l" r="r" t="t"/>
                <a:pathLst>
                  <a:path extrusionOk="0" h="273" w="199">
                    <a:moveTo>
                      <a:pt x="66" y="22"/>
                    </a:moveTo>
                    <a:cubicBezTo>
                      <a:pt x="66" y="22"/>
                      <a:pt x="64" y="27"/>
                      <a:pt x="60" y="36"/>
                    </a:cubicBezTo>
                    <a:cubicBezTo>
                      <a:pt x="56" y="45"/>
                      <a:pt x="51" y="58"/>
                      <a:pt x="45" y="73"/>
                    </a:cubicBezTo>
                    <a:cubicBezTo>
                      <a:pt x="40" y="88"/>
                      <a:pt x="35" y="107"/>
                      <a:pt x="32" y="126"/>
                    </a:cubicBezTo>
                    <a:cubicBezTo>
                      <a:pt x="31" y="135"/>
                      <a:pt x="31" y="145"/>
                      <a:pt x="32" y="155"/>
                    </a:cubicBezTo>
                    <a:cubicBezTo>
                      <a:pt x="33" y="164"/>
                      <a:pt x="35" y="174"/>
                      <a:pt x="39" y="183"/>
                    </a:cubicBezTo>
                    <a:cubicBezTo>
                      <a:pt x="39" y="183"/>
                      <a:pt x="39" y="183"/>
                      <a:pt x="39" y="183"/>
                    </a:cubicBezTo>
                    <a:cubicBezTo>
                      <a:pt x="39" y="183"/>
                      <a:pt x="39" y="183"/>
                      <a:pt x="39" y="183"/>
                    </a:cubicBezTo>
                    <a:cubicBezTo>
                      <a:pt x="39" y="183"/>
                      <a:pt x="39" y="184"/>
                      <a:pt x="39" y="183"/>
                    </a:cubicBezTo>
                    <a:cubicBezTo>
                      <a:pt x="39" y="183"/>
                      <a:pt x="39" y="183"/>
                      <a:pt x="39" y="183"/>
                    </a:cubicBezTo>
                    <a:cubicBezTo>
                      <a:pt x="40" y="184"/>
                      <a:pt x="40" y="184"/>
                      <a:pt x="40" y="184"/>
                    </a:cubicBezTo>
                    <a:cubicBezTo>
                      <a:pt x="41" y="186"/>
                      <a:pt x="41" y="186"/>
                      <a:pt x="41" y="186"/>
                    </a:cubicBezTo>
                    <a:cubicBezTo>
                      <a:pt x="41" y="187"/>
                      <a:pt x="42" y="189"/>
                      <a:pt x="42" y="189"/>
                    </a:cubicBezTo>
                    <a:cubicBezTo>
                      <a:pt x="44" y="192"/>
                      <a:pt x="44" y="192"/>
                      <a:pt x="44" y="192"/>
                    </a:cubicBezTo>
                    <a:cubicBezTo>
                      <a:pt x="44" y="193"/>
                      <a:pt x="45" y="194"/>
                      <a:pt x="46" y="195"/>
                    </a:cubicBezTo>
                    <a:cubicBezTo>
                      <a:pt x="48" y="199"/>
                      <a:pt x="51" y="202"/>
                      <a:pt x="54" y="205"/>
                    </a:cubicBezTo>
                    <a:cubicBezTo>
                      <a:pt x="61" y="212"/>
                      <a:pt x="68" y="217"/>
                      <a:pt x="76" y="221"/>
                    </a:cubicBezTo>
                    <a:cubicBezTo>
                      <a:pt x="93" y="229"/>
                      <a:pt x="111" y="233"/>
                      <a:pt x="126" y="235"/>
                    </a:cubicBezTo>
                    <a:cubicBezTo>
                      <a:pt x="141" y="237"/>
                      <a:pt x="155" y="237"/>
                      <a:pt x="164" y="237"/>
                    </a:cubicBezTo>
                    <a:cubicBezTo>
                      <a:pt x="168" y="237"/>
                      <a:pt x="172" y="236"/>
                      <a:pt x="175" y="236"/>
                    </a:cubicBezTo>
                    <a:cubicBezTo>
                      <a:pt x="177" y="236"/>
                      <a:pt x="178" y="236"/>
                      <a:pt x="178" y="236"/>
                    </a:cubicBezTo>
                    <a:cubicBezTo>
                      <a:pt x="179" y="236"/>
                      <a:pt x="179" y="236"/>
                      <a:pt x="179" y="236"/>
                    </a:cubicBezTo>
                    <a:cubicBezTo>
                      <a:pt x="188" y="235"/>
                      <a:pt x="197" y="242"/>
                      <a:pt x="198" y="252"/>
                    </a:cubicBezTo>
                    <a:cubicBezTo>
                      <a:pt x="199" y="262"/>
                      <a:pt x="192" y="271"/>
                      <a:pt x="182" y="272"/>
                    </a:cubicBezTo>
                    <a:cubicBezTo>
                      <a:pt x="182" y="272"/>
                      <a:pt x="182" y="272"/>
                      <a:pt x="181" y="272"/>
                    </a:cubicBezTo>
                    <a:cubicBezTo>
                      <a:pt x="181" y="272"/>
                      <a:pt x="180" y="272"/>
                      <a:pt x="177" y="272"/>
                    </a:cubicBezTo>
                    <a:cubicBezTo>
                      <a:pt x="174" y="272"/>
                      <a:pt x="170" y="272"/>
                      <a:pt x="165" y="272"/>
                    </a:cubicBezTo>
                    <a:cubicBezTo>
                      <a:pt x="154" y="273"/>
                      <a:pt x="139" y="272"/>
                      <a:pt x="121" y="270"/>
                    </a:cubicBezTo>
                    <a:cubicBezTo>
                      <a:pt x="112" y="268"/>
                      <a:pt x="103" y="266"/>
                      <a:pt x="92" y="264"/>
                    </a:cubicBezTo>
                    <a:cubicBezTo>
                      <a:pt x="82" y="261"/>
                      <a:pt x="71" y="256"/>
                      <a:pt x="61" y="251"/>
                    </a:cubicBezTo>
                    <a:cubicBezTo>
                      <a:pt x="50" y="245"/>
                      <a:pt x="40" y="238"/>
                      <a:pt x="31" y="228"/>
                    </a:cubicBezTo>
                    <a:cubicBezTo>
                      <a:pt x="26" y="223"/>
                      <a:pt x="22" y="218"/>
                      <a:pt x="19" y="213"/>
                    </a:cubicBezTo>
                    <a:cubicBezTo>
                      <a:pt x="18" y="211"/>
                      <a:pt x="17" y="210"/>
                      <a:pt x="16" y="208"/>
                    </a:cubicBezTo>
                    <a:cubicBezTo>
                      <a:pt x="13" y="204"/>
                      <a:pt x="13" y="204"/>
                      <a:pt x="13" y="204"/>
                    </a:cubicBezTo>
                    <a:cubicBezTo>
                      <a:pt x="12" y="202"/>
                      <a:pt x="12" y="201"/>
                      <a:pt x="11" y="199"/>
                    </a:cubicBezTo>
                    <a:cubicBezTo>
                      <a:pt x="11" y="198"/>
                      <a:pt x="11" y="198"/>
                      <a:pt x="11" y="198"/>
                    </a:cubicBezTo>
                    <a:cubicBezTo>
                      <a:pt x="10" y="197"/>
                      <a:pt x="10" y="197"/>
                      <a:pt x="10" y="197"/>
                    </a:cubicBezTo>
                    <a:cubicBezTo>
                      <a:pt x="10" y="196"/>
                      <a:pt x="10" y="196"/>
                      <a:pt x="10" y="196"/>
                    </a:cubicBezTo>
                    <a:cubicBezTo>
                      <a:pt x="10" y="196"/>
                      <a:pt x="10" y="196"/>
                      <a:pt x="10" y="196"/>
                    </a:cubicBezTo>
                    <a:cubicBezTo>
                      <a:pt x="9" y="195"/>
                      <a:pt x="9" y="195"/>
                      <a:pt x="9" y="195"/>
                    </a:cubicBezTo>
                    <a:cubicBezTo>
                      <a:pt x="5" y="183"/>
                      <a:pt x="2" y="170"/>
                      <a:pt x="1" y="158"/>
                    </a:cubicBezTo>
                    <a:cubicBezTo>
                      <a:pt x="0" y="145"/>
                      <a:pt x="0" y="133"/>
                      <a:pt x="2" y="122"/>
                    </a:cubicBezTo>
                    <a:cubicBezTo>
                      <a:pt x="5" y="99"/>
                      <a:pt x="12" y="79"/>
                      <a:pt x="18" y="63"/>
                    </a:cubicBezTo>
                    <a:cubicBezTo>
                      <a:pt x="24" y="47"/>
                      <a:pt x="30" y="34"/>
                      <a:pt x="34" y="25"/>
                    </a:cubicBezTo>
                    <a:cubicBezTo>
                      <a:pt x="38" y="15"/>
                      <a:pt x="40" y="10"/>
                      <a:pt x="40" y="10"/>
                    </a:cubicBezTo>
                    <a:cubicBezTo>
                      <a:pt x="43" y="3"/>
                      <a:pt x="52" y="0"/>
                      <a:pt x="59" y="3"/>
                    </a:cubicBezTo>
                    <a:cubicBezTo>
                      <a:pt x="66" y="6"/>
                      <a:pt x="69" y="14"/>
                      <a:pt x="66" y="21"/>
                    </a:cubicBezTo>
                    <a:lnTo>
                      <a:pt x="66" y="2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62725" lIns="125450" spcFirstLastPara="1" rIns="125450" wrap="square" tIns="627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7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2" name="Google Shape;822;p31"/>
              <p:cNvSpPr/>
              <p:nvPr/>
            </p:nvSpPr>
            <p:spPr>
              <a:xfrm>
                <a:off x="-2517016" y="2362060"/>
                <a:ext cx="90117" cy="67588"/>
              </a:xfrm>
              <a:custGeom>
                <a:rect b="b" l="l" r="r" t="t"/>
                <a:pathLst>
                  <a:path extrusionOk="0" h="33" w="44">
                    <a:moveTo>
                      <a:pt x="15" y="1"/>
                    </a:moveTo>
                    <a:cubicBezTo>
                      <a:pt x="13" y="0"/>
                      <a:pt x="12" y="0"/>
                      <a:pt x="10" y="0"/>
                    </a:cubicBezTo>
                    <a:cubicBezTo>
                      <a:pt x="6" y="0"/>
                      <a:pt x="3" y="2"/>
                      <a:pt x="2" y="5"/>
                    </a:cubicBezTo>
                    <a:cubicBezTo>
                      <a:pt x="0" y="8"/>
                      <a:pt x="0" y="12"/>
                      <a:pt x="2" y="15"/>
                    </a:cubicBezTo>
                    <a:cubicBezTo>
                      <a:pt x="3" y="18"/>
                      <a:pt x="5" y="20"/>
                      <a:pt x="9" y="22"/>
                    </a:cubicBezTo>
                    <a:cubicBezTo>
                      <a:pt x="13" y="24"/>
                      <a:pt x="18" y="26"/>
                      <a:pt x="23" y="28"/>
                    </a:cubicBezTo>
                    <a:cubicBezTo>
                      <a:pt x="25" y="29"/>
                      <a:pt x="28" y="30"/>
                      <a:pt x="31" y="31"/>
                    </a:cubicBezTo>
                    <a:cubicBezTo>
                      <a:pt x="36" y="33"/>
                      <a:pt x="41" y="30"/>
                      <a:pt x="43" y="25"/>
                    </a:cubicBezTo>
                    <a:cubicBezTo>
                      <a:pt x="44" y="23"/>
                      <a:pt x="44" y="20"/>
                      <a:pt x="43" y="17"/>
                    </a:cubicBezTo>
                    <a:cubicBezTo>
                      <a:pt x="41" y="14"/>
                      <a:pt x="39" y="13"/>
                      <a:pt x="36" y="11"/>
                    </a:cubicBezTo>
                    <a:cubicBezTo>
                      <a:pt x="31" y="8"/>
                      <a:pt x="25" y="5"/>
                      <a:pt x="20" y="3"/>
                    </a:cubicBezTo>
                    <a:cubicBezTo>
                      <a:pt x="18" y="2"/>
                      <a:pt x="17" y="2"/>
                      <a:pt x="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62725" lIns="125450" spcFirstLastPara="1" rIns="125450" wrap="square" tIns="627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7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3" name="Google Shape;823;p31"/>
              <p:cNvSpPr/>
              <p:nvPr/>
            </p:nvSpPr>
            <p:spPr>
              <a:xfrm>
                <a:off x="-2527414" y="2232950"/>
                <a:ext cx="182833" cy="169835"/>
              </a:xfrm>
              <a:custGeom>
                <a:rect b="b" l="l" r="r" t="t"/>
                <a:pathLst>
                  <a:path extrusionOk="0" h="83" w="89">
                    <a:moveTo>
                      <a:pt x="28" y="73"/>
                    </a:moveTo>
                    <a:cubicBezTo>
                      <a:pt x="8" y="62"/>
                      <a:pt x="0" y="38"/>
                      <a:pt x="10" y="17"/>
                    </a:cubicBezTo>
                    <a:cubicBezTo>
                      <a:pt x="14" y="10"/>
                      <a:pt x="20" y="4"/>
                      <a:pt x="28" y="0"/>
                    </a:cubicBezTo>
                    <a:cubicBezTo>
                      <a:pt x="39" y="21"/>
                      <a:pt x="39" y="21"/>
                      <a:pt x="39" y="21"/>
                    </a:cubicBezTo>
                    <a:cubicBezTo>
                      <a:pt x="36" y="23"/>
                      <a:pt x="33" y="25"/>
                      <a:pt x="32" y="28"/>
                    </a:cubicBezTo>
                    <a:cubicBezTo>
                      <a:pt x="27" y="37"/>
                      <a:pt x="31" y="47"/>
                      <a:pt x="39" y="51"/>
                    </a:cubicBezTo>
                    <a:cubicBezTo>
                      <a:pt x="47" y="56"/>
                      <a:pt x="58" y="52"/>
                      <a:pt x="62" y="44"/>
                    </a:cubicBezTo>
                    <a:cubicBezTo>
                      <a:pt x="64" y="41"/>
                      <a:pt x="64" y="37"/>
                      <a:pt x="64" y="34"/>
                    </a:cubicBezTo>
                    <a:cubicBezTo>
                      <a:pt x="87" y="30"/>
                      <a:pt x="87" y="30"/>
                      <a:pt x="87" y="30"/>
                    </a:cubicBezTo>
                    <a:cubicBezTo>
                      <a:pt x="89" y="38"/>
                      <a:pt x="87" y="47"/>
                      <a:pt x="83" y="55"/>
                    </a:cubicBezTo>
                    <a:cubicBezTo>
                      <a:pt x="73" y="75"/>
                      <a:pt x="48" y="83"/>
                      <a:pt x="28" y="7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62725" lIns="125450" spcFirstLastPara="1" rIns="125450" wrap="square" tIns="627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7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4" name="Google Shape;824;p31"/>
              <p:cNvSpPr/>
              <p:nvPr/>
            </p:nvSpPr>
            <p:spPr>
              <a:xfrm>
                <a:off x="-2566407" y="2453909"/>
                <a:ext cx="112646" cy="55456"/>
              </a:xfrm>
              <a:custGeom>
                <a:rect b="b" l="l" r="r" t="t"/>
                <a:pathLst>
                  <a:path extrusionOk="0" h="27" w="55">
                    <a:moveTo>
                      <a:pt x="0" y="6"/>
                    </a:moveTo>
                    <a:cubicBezTo>
                      <a:pt x="0" y="4"/>
                      <a:pt x="1" y="2"/>
                      <a:pt x="2" y="0"/>
                    </a:cubicBezTo>
                    <a:cubicBezTo>
                      <a:pt x="55" y="21"/>
                      <a:pt x="55" y="21"/>
                      <a:pt x="55" y="21"/>
                    </a:cubicBezTo>
                    <a:cubicBezTo>
                      <a:pt x="54" y="23"/>
                      <a:pt x="53" y="25"/>
                      <a:pt x="53" y="27"/>
                    </a:cubicBezTo>
                    <a:lnTo>
                      <a:pt x="0" y="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62725" lIns="125450" spcFirstLastPara="1" rIns="125450" wrap="square" tIns="627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7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5" name="Google Shape;825;p31"/>
              <p:cNvSpPr/>
              <p:nvPr/>
            </p:nvSpPr>
            <p:spPr>
              <a:xfrm>
                <a:off x="-2595002" y="2536227"/>
                <a:ext cx="114379" cy="46791"/>
              </a:xfrm>
              <a:custGeom>
                <a:rect b="b" l="l" r="r" t="t"/>
                <a:pathLst>
                  <a:path extrusionOk="0" h="54" w="132">
                    <a:moveTo>
                      <a:pt x="0" y="16"/>
                    </a:moveTo>
                    <a:lnTo>
                      <a:pt x="2" y="0"/>
                    </a:lnTo>
                    <a:lnTo>
                      <a:pt x="132" y="40"/>
                    </a:lnTo>
                    <a:lnTo>
                      <a:pt x="128" y="54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62725" lIns="125450" spcFirstLastPara="1" rIns="125450" wrap="square" tIns="627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7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6" name="Google Shape;826;p31"/>
              <p:cNvSpPr/>
              <p:nvPr/>
            </p:nvSpPr>
            <p:spPr>
              <a:xfrm>
                <a:off x="-2613198" y="2628077"/>
                <a:ext cx="116979" cy="25129"/>
              </a:xfrm>
              <a:custGeom>
                <a:rect b="b" l="l" r="r" t="t"/>
                <a:pathLst>
                  <a:path extrusionOk="0" h="12" w="57">
                    <a:moveTo>
                      <a:pt x="0" y="8"/>
                    </a:moveTo>
                    <a:cubicBezTo>
                      <a:pt x="0" y="5"/>
                      <a:pt x="0" y="3"/>
                      <a:pt x="1" y="0"/>
                    </a:cubicBezTo>
                    <a:cubicBezTo>
                      <a:pt x="57" y="7"/>
                      <a:pt x="57" y="7"/>
                      <a:pt x="57" y="7"/>
                    </a:cubicBezTo>
                    <a:cubicBezTo>
                      <a:pt x="57" y="9"/>
                      <a:pt x="57" y="11"/>
                      <a:pt x="57" y="12"/>
                    </a:cubicBezTo>
                    <a:lnTo>
                      <a:pt x="0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62725" lIns="125450" spcFirstLastPara="1" rIns="125450" wrap="square" tIns="627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7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7" name="Google Shape;827;p31"/>
              <p:cNvSpPr/>
              <p:nvPr/>
            </p:nvSpPr>
            <p:spPr>
              <a:xfrm>
                <a:off x="-2608866" y="2708662"/>
                <a:ext cx="116112" cy="36393"/>
              </a:xfrm>
              <a:custGeom>
                <a:rect b="b" l="l" r="r" t="t"/>
                <a:pathLst>
                  <a:path extrusionOk="0" h="18" w="57">
                    <a:moveTo>
                      <a:pt x="1" y="18"/>
                    </a:moveTo>
                    <a:cubicBezTo>
                      <a:pt x="1" y="15"/>
                      <a:pt x="0" y="13"/>
                      <a:pt x="0" y="1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6" y="2"/>
                      <a:pt x="56" y="3"/>
                      <a:pt x="57" y="5"/>
                    </a:cubicBezTo>
                    <a:lnTo>
                      <a:pt x="1" y="1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62725" lIns="125450" spcFirstLastPara="1" rIns="125450" wrap="square" tIns="627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7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8" name="Google Shape;828;p31"/>
              <p:cNvSpPr/>
              <p:nvPr/>
            </p:nvSpPr>
            <p:spPr>
              <a:xfrm>
                <a:off x="-2570739" y="2764119"/>
                <a:ext cx="103114" cy="79718"/>
              </a:xfrm>
              <a:custGeom>
                <a:rect b="b" l="l" r="r" t="t"/>
                <a:pathLst>
                  <a:path extrusionOk="0" h="92" w="119">
                    <a:moveTo>
                      <a:pt x="12" y="92"/>
                    </a:moveTo>
                    <a:lnTo>
                      <a:pt x="0" y="75"/>
                    </a:lnTo>
                    <a:lnTo>
                      <a:pt x="112" y="0"/>
                    </a:lnTo>
                    <a:lnTo>
                      <a:pt x="119" y="9"/>
                    </a:lnTo>
                    <a:lnTo>
                      <a:pt x="12" y="9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62725" lIns="125450" spcFirstLastPara="1" rIns="125450" wrap="square" tIns="627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7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9" name="Google Shape;829;p31"/>
              <p:cNvSpPr/>
              <p:nvPr/>
            </p:nvSpPr>
            <p:spPr>
              <a:xfrm>
                <a:off x="-2494487" y="2804844"/>
                <a:ext cx="71920" cy="106581"/>
              </a:xfrm>
              <a:custGeom>
                <a:rect b="b" l="l" r="r" t="t"/>
                <a:pathLst>
                  <a:path extrusionOk="0" h="52" w="35">
                    <a:moveTo>
                      <a:pt x="7" y="52"/>
                    </a:moveTo>
                    <a:cubicBezTo>
                      <a:pt x="5" y="51"/>
                      <a:pt x="3" y="50"/>
                      <a:pt x="0" y="48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2" y="1"/>
                      <a:pt x="33" y="1"/>
                      <a:pt x="35" y="2"/>
                    </a:cubicBezTo>
                    <a:lnTo>
                      <a:pt x="7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62725" lIns="125450" spcFirstLastPara="1" rIns="125450" wrap="square" tIns="627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7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0" name="Google Shape;830;p31"/>
              <p:cNvSpPr/>
              <p:nvPr/>
            </p:nvSpPr>
            <p:spPr>
              <a:xfrm>
                <a:off x="-2400038" y="2829106"/>
                <a:ext cx="40726" cy="116979"/>
              </a:xfrm>
              <a:custGeom>
                <a:rect b="b" l="l" r="r" t="t"/>
                <a:pathLst>
                  <a:path extrusionOk="0" h="135" w="47">
                    <a:moveTo>
                      <a:pt x="16" y="135"/>
                    </a:moveTo>
                    <a:lnTo>
                      <a:pt x="0" y="130"/>
                    </a:lnTo>
                    <a:lnTo>
                      <a:pt x="33" y="0"/>
                    </a:lnTo>
                    <a:lnTo>
                      <a:pt x="47" y="3"/>
                    </a:lnTo>
                    <a:lnTo>
                      <a:pt x="16" y="1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62725" lIns="125450" spcFirstLastPara="1" rIns="125450" wrap="square" tIns="627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7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1" name="Google Shape;831;p31"/>
              <p:cNvSpPr/>
              <p:nvPr/>
            </p:nvSpPr>
            <p:spPr>
              <a:xfrm>
                <a:off x="-2308189" y="2841238"/>
                <a:ext cx="20796" cy="116979"/>
              </a:xfrm>
              <a:custGeom>
                <a:rect b="b" l="l" r="r" t="t"/>
                <a:pathLst>
                  <a:path extrusionOk="0" h="135" w="24">
                    <a:moveTo>
                      <a:pt x="17" y="135"/>
                    </a:moveTo>
                    <a:lnTo>
                      <a:pt x="0" y="135"/>
                    </a:lnTo>
                    <a:lnTo>
                      <a:pt x="10" y="0"/>
                    </a:lnTo>
                    <a:lnTo>
                      <a:pt x="24" y="0"/>
                    </a:lnTo>
                    <a:lnTo>
                      <a:pt x="17" y="1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62725" lIns="125450" spcFirstLastPara="1" rIns="125450" wrap="square" tIns="627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7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2" name="Google Shape;832;p31"/>
              <p:cNvSpPr/>
              <p:nvPr/>
            </p:nvSpPr>
            <p:spPr>
              <a:xfrm>
                <a:off x="-2273528" y="2816975"/>
                <a:ext cx="86651" cy="176767"/>
              </a:xfrm>
              <a:custGeom>
                <a:rect b="b" l="l" r="r" t="t"/>
                <a:pathLst>
                  <a:path extrusionOk="0" h="86" w="42">
                    <a:moveTo>
                      <a:pt x="20" y="85"/>
                    </a:moveTo>
                    <a:cubicBezTo>
                      <a:pt x="20" y="86"/>
                      <a:pt x="13" y="80"/>
                      <a:pt x="12" y="79"/>
                    </a:cubicBezTo>
                    <a:cubicBezTo>
                      <a:pt x="9" y="75"/>
                      <a:pt x="7" y="72"/>
                      <a:pt x="5" y="68"/>
                    </a:cubicBezTo>
                    <a:cubicBezTo>
                      <a:pt x="1" y="59"/>
                      <a:pt x="0" y="50"/>
                      <a:pt x="1" y="42"/>
                    </a:cubicBezTo>
                    <a:cubicBezTo>
                      <a:pt x="3" y="20"/>
                      <a:pt x="20" y="3"/>
                      <a:pt x="42" y="0"/>
                    </a:cubicBezTo>
                    <a:cubicBezTo>
                      <a:pt x="42" y="0"/>
                      <a:pt x="20" y="84"/>
                      <a:pt x="20" y="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62725" lIns="125450" spcFirstLastPara="1" rIns="125450" wrap="square" tIns="627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7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3" name="Google Shape;833;p31"/>
              <p:cNvSpPr/>
              <p:nvPr/>
            </p:nvSpPr>
            <p:spPr>
              <a:xfrm>
                <a:off x="-1926926" y="2845570"/>
                <a:ext cx="213160" cy="148173"/>
              </a:xfrm>
              <a:custGeom>
                <a:rect b="b" l="l" r="r" t="t"/>
                <a:pathLst>
                  <a:path extrusionOk="0" h="72" w="104">
                    <a:moveTo>
                      <a:pt x="22" y="0"/>
                    </a:moveTo>
                    <a:cubicBezTo>
                      <a:pt x="11" y="0"/>
                      <a:pt x="2" y="7"/>
                      <a:pt x="1" y="17"/>
                    </a:cubicBezTo>
                    <a:cubicBezTo>
                      <a:pt x="0" y="28"/>
                      <a:pt x="8" y="37"/>
                      <a:pt x="18" y="38"/>
                    </a:cubicBezTo>
                    <a:cubicBezTo>
                      <a:pt x="33" y="39"/>
                      <a:pt x="76" y="48"/>
                      <a:pt x="88" y="72"/>
                    </a:cubicBezTo>
                    <a:cubicBezTo>
                      <a:pt x="88" y="72"/>
                      <a:pt x="88" y="72"/>
                      <a:pt x="88" y="72"/>
                    </a:cubicBezTo>
                    <a:cubicBezTo>
                      <a:pt x="95" y="60"/>
                      <a:pt x="101" y="47"/>
                      <a:pt x="104" y="33"/>
                    </a:cubicBezTo>
                    <a:cubicBezTo>
                      <a:pt x="75" y="6"/>
                      <a:pt x="28" y="1"/>
                      <a:pt x="2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62725" lIns="125450" spcFirstLastPara="1" rIns="125450" wrap="square" tIns="627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7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4" name="Google Shape;834;p31"/>
              <p:cNvSpPr/>
              <p:nvPr/>
            </p:nvSpPr>
            <p:spPr>
              <a:xfrm>
                <a:off x="-1790018" y="2886296"/>
                <a:ext cx="49391" cy="74520"/>
              </a:xfrm>
              <a:custGeom>
                <a:rect b="b" l="l" r="r" t="t"/>
                <a:pathLst>
                  <a:path extrusionOk="0" h="36" w="24">
                    <a:moveTo>
                      <a:pt x="6" y="36"/>
                    </a:moveTo>
                    <a:cubicBezTo>
                      <a:pt x="3" y="35"/>
                      <a:pt x="2" y="34"/>
                      <a:pt x="0" y="32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0" y="1"/>
                      <a:pt x="23" y="2"/>
                      <a:pt x="24" y="3"/>
                    </a:cubicBezTo>
                    <a:lnTo>
                      <a:pt x="6" y="3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62725" lIns="125450" spcFirstLastPara="1" rIns="125450" wrap="square" tIns="627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7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5" name="Google Shape;835;p31"/>
              <p:cNvSpPr/>
              <p:nvPr/>
            </p:nvSpPr>
            <p:spPr>
              <a:xfrm>
                <a:off x="-1900064" y="2816975"/>
                <a:ext cx="87517" cy="176767"/>
              </a:xfrm>
              <a:custGeom>
                <a:rect b="b" l="l" r="r" t="t"/>
                <a:pathLst>
                  <a:path extrusionOk="0" h="86" w="43">
                    <a:moveTo>
                      <a:pt x="23" y="85"/>
                    </a:moveTo>
                    <a:cubicBezTo>
                      <a:pt x="23" y="86"/>
                      <a:pt x="30" y="80"/>
                      <a:pt x="31" y="79"/>
                    </a:cubicBezTo>
                    <a:cubicBezTo>
                      <a:pt x="34" y="75"/>
                      <a:pt x="36" y="72"/>
                      <a:pt x="38" y="68"/>
                    </a:cubicBezTo>
                    <a:cubicBezTo>
                      <a:pt x="41" y="59"/>
                      <a:pt x="43" y="50"/>
                      <a:pt x="42" y="42"/>
                    </a:cubicBezTo>
                    <a:cubicBezTo>
                      <a:pt x="39" y="20"/>
                      <a:pt x="22" y="3"/>
                      <a:pt x="0" y="0"/>
                    </a:cubicBezTo>
                    <a:cubicBezTo>
                      <a:pt x="0" y="0"/>
                      <a:pt x="22" y="84"/>
                      <a:pt x="23" y="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62725" lIns="125450" spcFirstLastPara="1" rIns="125450" wrap="square" tIns="627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7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6" name="Google Shape;836;p31"/>
              <p:cNvSpPr/>
              <p:nvPr/>
            </p:nvSpPr>
            <p:spPr>
              <a:xfrm>
                <a:off x="-2236268" y="2751121"/>
                <a:ext cx="384728" cy="418523"/>
              </a:xfrm>
              <a:custGeom>
                <a:rect b="b" l="l" r="r" t="t"/>
                <a:pathLst>
                  <a:path extrusionOk="0" h="204" w="188">
                    <a:moveTo>
                      <a:pt x="94" y="0"/>
                    </a:moveTo>
                    <a:cubicBezTo>
                      <a:pt x="42" y="0"/>
                      <a:pt x="0" y="42"/>
                      <a:pt x="0" y="94"/>
                    </a:cubicBezTo>
                    <a:cubicBezTo>
                      <a:pt x="0" y="178"/>
                      <a:pt x="0" y="178"/>
                      <a:pt x="0" y="178"/>
                    </a:cubicBezTo>
                    <a:cubicBezTo>
                      <a:pt x="27" y="195"/>
                      <a:pt x="57" y="204"/>
                      <a:pt x="91" y="204"/>
                    </a:cubicBezTo>
                    <a:cubicBezTo>
                      <a:pt x="127" y="204"/>
                      <a:pt x="161" y="193"/>
                      <a:pt x="188" y="173"/>
                    </a:cubicBezTo>
                    <a:cubicBezTo>
                      <a:pt x="188" y="94"/>
                      <a:pt x="188" y="94"/>
                      <a:pt x="188" y="94"/>
                    </a:cubicBezTo>
                    <a:cubicBezTo>
                      <a:pt x="188" y="42"/>
                      <a:pt x="146" y="0"/>
                      <a:pt x="9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62725" lIns="125450" spcFirstLastPara="1" rIns="125450" wrap="square" tIns="627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7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7" name="Google Shape;837;p31"/>
              <p:cNvSpPr/>
              <p:nvPr/>
            </p:nvSpPr>
            <p:spPr>
              <a:xfrm>
                <a:off x="-2119290" y="2941752"/>
                <a:ext cx="136908" cy="227891"/>
              </a:xfrm>
              <a:custGeom>
                <a:rect b="b" l="l" r="r" t="t"/>
                <a:pathLst>
                  <a:path extrusionOk="0" h="111" w="67">
                    <a:moveTo>
                      <a:pt x="34" y="0"/>
                    </a:moveTo>
                    <a:cubicBezTo>
                      <a:pt x="15" y="0"/>
                      <a:pt x="0" y="15"/>
                      <a:pt x="0" y="34"/>
                    </a:cubicBezTo>
                    <a:cubicBezTo>
                      <a:pt x="0" y="108"/>
                      <a:pt x="0" y="108"/>
                      <a:pt x="0" y="108"/>
                    </a:cubicBezTo>
                    <a:cubicBezTo>
                      <a:pt x="11" y="110"/>
                      <a:pt x="22" y="111"/>
                      <a:pt x="34" y="111"/>
                    </a:cubicBezTo>
                    <a:cubicBezTo>
                      <a:pt x="45" y="111"/>
                      <a:pt x="56" y="110"/>
                      <a:pt x="67" y="108"/>
                    </a:cubicBezTo>
                    <a:cubicBezTo>
                      <a:pt x="67" y="34"/>
                      <a:pt x="67" y="34"/>
                      <a:pt x="67" y="34"/>
                    </a:cubicBezTo>
                    <a:cubicBezTo>
                      <a:pt x="67" y="15"/>
                      <a:pt x="52" y="0"/>
                      <a:pt x="3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62725" lIns="125450" spcFirstLastPara="1" rIns="125450" wrap="square" tIns="627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7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8" name="Google Shape;838;p31"/>
              <p:cNvSpPr/>
              <p:nvPr/>
            </p:nvSpPr>
            <p:spPr>
              <a:xfrm>
                <a:off x="-2129688" y="2765852"/>
                <a:ext cx="159600" cy="69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62725" lIns="125450" spcFirstLastPara="1" rIns="125450" wrap="square" tIns="627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7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9" name="Google Shape;839;p31"/>
              <p:cNvSpPr/>
              <p:nvPr/>
            </p:nvSpPr>
            <p:spPr>
              <a:xfrm>
                <a:off x="-2090695" y="2677468"/>
                <a:ext cx="81451" cy="143840"/>
              </a:xfrm>
              <a:custGeom>
                <a:rect b="b" l="l" r="r" t="t"/>
                <a:pathLst>
                  <a:path extrusionOk="0" h="70" w="40">
                    <a:moveTo>
                      <a:pt x="0" y="0"/>
                    </a:moveTo>
                    <a:cubicBezTo>
                      <a:pt x="0" y="54"/>
                      <a:pt x="0" y="54"/>
                      <a:pt x="0" y="54"/>
                    </a:cubicBezTo>
                    <a:cubicBezTo>
                      <a:pt x="0" y="62"/>
                      <a:pt x="0" y="62"/>
                      <a:pt x="0" y="62"/>
                    </a:cubicBezTo>
                    <a:cubicBezTo>
                      <a:pt x="0" y="64"/>
                      <a:pt x="1" y="67"/>
                      <a:pt x="4" y="68"/>
                    </a:cubicBezTo>
                    <a:cubicBezTo>
                      <a:pt x="8" y="69"/>
                      <a:pt x="13" y="70"/>
                      <a:pt x="20" y="70"/>
                    </a:cubicBezTo>
                    <a:cubicBezTo>
                      <a:pt x="26" y="70"/>
                      <a:pt x="32" y="69"/>
                      <a:pt x="36" y="68"/>
                    </a:cubicBezTo>
                    <a:cubicBezTo>
                      <a:pt x="38" y="67"/>
                      <a:pt x="40" y="64"/>
                      <a:pt x="40" y="62"/>
                    </a:cubicBezTo>
                    <a:cubicBezTo>
                      <a:pt x="40" y="54"/>
                      <a:pt x="40" y="54"/>
                      <a:pt x="40" y="54"/>
                    </a:cubicBezTo>
                    <a:cubicBezTo>
                      <a:pt x="40" y="0"/>
                      <a:pt x="40" y="0"/>
                      <a:pt x="4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62725" lIns="125450" spcFirstLastPara="1" rIns="125450" wrap="square" tIns="627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7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31"/>
              <p:cNvSpPr/>
              <p:nvPr/>
            </p:nvSpPr>
            <p:spPr>
              <a:xfrm>
                <a:off x="-2252732" y="2304003"/>
                <a:ext cx="403800" cy="404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62725" lIns="125450" spcFirstLastPara="1" rIns="125450" wrap="square" tIns="627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7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1" name="Google Shape;841;p31"/>
              <p:cNvSpPr/>
              <p:nvPr/>
            </p:nvSpPr>
            <p:spPr>
              <a:xfrm>
                <a:off x="-2173014" y="2576953"/>
                <a:ext cx="243488" cy="73653"/>
              </a:xfrm>
              <a:custGeom>
                <a:rect b="b" l="l" r="r" t="t"/>
                <a:pathLst>
                  <a:path extrusionOk="0" h="36" w="119">
                    <a:moveTo>
                      <a:pt x="4" y="0"/>
                    </a:moveTo>
                    <a:cubicBezTo>
                      <a:pt x="2" y="0"/>
                      <a:pt x="0" y="3"/>
                      <a:pt x="2" y="5"/>
                    </a:cubicBezTo>
                    <a:cubicBezTo>
                      <a:pt x="14" y="24"/>
                      <a:pt x="36" y="36"/>
                      <a:pt x="60" y="36"/>
                    </a:cubicBezTo>
                    <a:cubicBezTo>
                      <a:pt x="84" y="36"/>
                      <a:pt x="105" y="24"/>
                      <a:pt x="118" y="5"/>
                    </a:cubicBezTo>
                    <a:cubicBezTo>
                      <a:pt x="119" y="3"/>
                      <a:pt x="118" y="0"/>
                      <a:pt x="115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62725" lIns="125450" spcFirstLastPara="1" rIns="125450" wrap="square" tIns="627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7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2" name="Google Shape;842;p31"/>
              <p:cNvSpPr/>
              <p:nvPr/>
            </p:nvSpPr>
            <p:spPr>
              <a:xfrm>
                <a:off x="-2191210" y="2435712"/>
                <a:ext cx="280748" cy="96183"/>
              </a:xfrm>
              <a:custGeom>
                <a:rect b="b" l="l" r="r" t="t"/>
                <a:pathLst>
                  <a:path extrusionOk="0" h="47" w="137">
                    <a:moveTo>
                      <a:pt x="125" y="47"/>
                    </a:moveTo>
                    <a:cubicBezTo>
                      <a:pt x="12" y="47"/>
                      <a:pt x="12" y="47"/>
                      <a:pt x="12" y="47"/>
                    </a:cubicBezTo>
                    <a:cubicBezTo>
                      <a:pt x="5" y="47"/>
                      <a:pt x="0" y="41"/>
                      <a:pt x="0" y="35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6"/>
                      <a:pt x="5" y="0"/>
                      <a:pt x="12" y="0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31" y="0"/>
                      <a:pt x="137" y="6"/>
                      <a:pt x="137" y="12"/>
                    </a:cubicBezTo>
                    <a:cubicBezTo>
                      <a:pt x="137" y="35"/>
                      <a:pt x="137" y="35"/>
                      <a:pt x="137" y="35"/>
                    </a:cubicBezTo>
                    <a:cubicBezTo>
                      <a:pt x="137" y="41"/>
                      <a:pt x="131" y="47"/>
                      <a:pt x="125" y="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62725" lIns="125450" spcFirstLastPara="1" rIns="125450" wrap="square" tIns="627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7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3" name="Google Shape;843;p31"/>
              <p:cNvSpPr/>
              <p:nvPr/>
            </p:nvSpPr>
            <p:spPr>
              <a:xfrm>
                <a:off x="-2140086" y="2464307"/>
                <a:ext cx="37260" cy="43325"/>
              </a:xfrm>
              <a:custGeom>
                <a:rect b="b" l="l" r="r" t="t"/>
                <a:pathLst>
                  <a:path extrusionOk="0" h="50" w="43">
                    <a:moveTo>
                      <a:pt x="43" y="10"/>
                    </a:moveTo>
                    <a:lnTo>
                      <a:pt x="35" y="10"/>
                    </a:lnTo>
                    <a:lnTo>
                      <a:pt x="35" y="0"/>
                    </a:lnTo>
                    <a:lnTo>
                      <a:pt x="7" y="0"/>
                    </a:lnTo>
                    <a:lnTo>
                      <a:pt x="7" y="10"/>
                    </a:lnTo>
                    <a:lnTo>
                      <a:pt x="0" y="10"/>
                    </a:lnTo>
                    <a:lnTo>
                      <a:pt x="0" y="40"/>
                    </a:lnTo>
                    <a:lnTo>
                      <a:pt x="7" y="40"/>
                    </a:lnTo>
                    <a:lnTo>
                      <a:pt x="7" y="50"/>
                    </a:lnTo>
                    <a:lnTo>
                      <a:pt x="35" y="50"/>
                    </a:lnTo>
                    <a:lnTo>
                      <a:pt x="35" y="40"/>
                    </a:lnTo>
                    <a:lnTo>
                      <a:pt x="43" y="40"/>
                    </a:lnTo>
                    <a:lnTo>
                      <a:pt x="43" y="1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62725" lIns="125450" spcFirstLastPara="1" rIns="125450" wrap="square" tIns="627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7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" name="Google Shape;844;p31"/>
              <p:cNvSpPr/>
              <p:nvPr/>
            </p:nvSpPr>
            <p:spPr>
              <a:xfrm>
                <a:off x="-1994514" y="2464307"/>
                <a:ext cx="34660" cy="43325"/>
              </a:xfrm>
              <a:custGeom>
                <a:rect b="b" l="l" r="r" t="t"/>
                <a:pathLst>
                  <a:path extrusionOk="0" h="50" w="40">
                    <a:moveTo>
                      <a:pt x="40" y="10"/>
                    </a:moveTo>
                    <a:lnTo>
                      <a:pt x="33" y="10"/>
                    </a:lnTo>
                    <a:lnTo>
                      <a:pt x="33" y="0"/>
                    </a:lnTo>
                    <a:lnTo>
                      <a:pt x="7" y="0"/>
                    </a:lnTo>
                    <a:lnTo>
                      <a:pt x="7" y="10"/>
                    </a:lnTo>
                    <a:lnTo>
                      <a:pt x="0" y="10"/>
                    </a:lnTo>
                    <a:lnTo>
                      <a:pt x="0" y="40"/>
                    </a:lnTo>
                    <a:lnTo>
                      <a:pt x="7" y="40"/>
                    </a:lnTo>
                    <a:lnTo>
                      <a:pt x="7" y="50"/>
                    </a:lnTo>
                    <a:lnTo>
                      <a:pt x="33" y="50"/>
                    </a:lnTo>
                    <a:lnTo>
                      <a:pt x="33" y="40"/>
                    </a:lnTo>
                    <a:lnTo>
                      <a:pt x="40" y="40"/>
                    </a:lnTo>
                    <a:lnTo>
                      <a:pt x="40" y="1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62725" lIns="125450" spcFirstLastPara="1" rIns="125450" wrap="square" tIns="627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7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5" name="Google Shape;845;p31"/>
              <p:cNvSpPr/>
              <p:nvPr/>
            </p:nvSpPr>
            <p:spPr>
              <a:xfrm>
                <a:off x="-2270929" y="2435712"/>
                <a:ext cx="38993" cy="123044"/>
              </a:xfrm>
              <a:custGeom>
                <a:rect b="b" l="l" r="r" t="t"/>
                <a:pathLst>
                  <a:path extrusionOk="0" h="60" w="19">
                    <a:moveTo>
                      <a:pt x="9" y="0"/>
                    </a:moveTo>
                    <a:cubicBezTo>
                      <a:pt x="4" y="0"/>
                      <a:pt x="0" y="4"/>
                      <a:pt x="0" y="9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56"/>
                      <a:pt x="4" y="60"/>
                      <a:pt x="9" y="60"/>
                    </a:cubicBezTo>
                    <a:cubicBezTo>
                      <a:pt x="15" y="60"/>
                      <a:pt x="19" y="56"/>
                      <a:pt x="19" y="51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19" y="4"/>
                      <a:pt x="15" y="0"/>
                      <a:pt x="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62725" lIns="125450" spcFirstLastPara="1" rIns="125450" wrap="square" tIns="627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7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" name="Google Shape;846;p31"/>
              <p:cNvSpPr/>
              <p:nvPr/>
            </p:nvSpPr>
            <p:spPr>
              <a:xfrm>
                <a:off x="-2330718" y="2486837"/>
                <a:ext cx="76200" cy="147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62725" lIns="125450" spcFirstLastPara="1" rIns="125450" wrap="square" tIns="627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7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" name="Google Shape;847;p31"/>
              <p:cNvSpPr/>
              <p:nvPr/>
            </p:nvSpPr>
            <p:spPr>
              <a:xfrm>
                <a:off x="-2344582" y="2479038"/>
                <a:ext cx="32100" cy="32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62725" lIns="125450" spcFirstLastPara="1" rIns="125450" wrap="square" tIns="627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7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8" name="Google Shape;848;p31"/>
              <p:cNvSpPr/>
              <p:nvPr/>
            </p:nvSpPr>
            <p:spPr>
              <a:xfrm>
                <a:off x="-2105426" y="2304003"/>
                <a:ext cx="110913" cy="88384"/>
              </a:xfrm>
              <a:custGeom>
                <a:rect b="b" l="l" r="r" t="t"/>
                <a:pathLst>
                  <a:path extrusionOk="0" h="43" w="54">
                    <a:moveTo>
                      <a:pt x="17" y="43"/>
                    </a:moveTo>
                    <a:cubicBezTo>
                      <a:pt x="36" y="43"/>
                      <a:pt x="36" y="43"/>
                      <a:pt x="36" y="43"/>
                    </a:cubicBezTo>
                    <a:cubicBezTo>
                      <a:pt x="46" y="43"/>
                      <a:pt x="54" y="35"/>
                      <a:pt x="54" y="25"/>
                    </a:cubicBezTo>
                    <a:cubicBezTo>
                      <a:pt x="54" y="4"/>
                      <a:pt x="54" y="4"/>
                      <a:pt x="54" y="4"/>
                    </a:cubicBezTo>
                    <a:cubicBezTo>
                      <a:pt x="45" y="1"/>
                      <a:pt x="36" y="0"/>
                      <a:pt x="27" y="0"/>
                    </a:cubicBezTo>
                    <a:cubicBezTo>
                      <a:pt x="17" y="0"/>
                      <a:pt x="8" y="1"/>
                      <a:pt x="0" y="4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35"/>
                      <a:pt x="8" y="43"/>
                      <a:pt x="17" y="4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62725" lIns="125450" spcFirstLastPara="1" rIns="125450" wrap="square" tIns="627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7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9" name="Google Shape;849;p31"/>
              <p:cNvSpPr/>
              <p:nvPr/>
            </p:nvSpPr>
            <p:spPr>
              <a:xfrm>
                <a:off x="-2057768" y="2232950"/>
                <a:ext cx="14100" cy="738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62725" lIns="125450" spcFirstLastPara="1" rIns="125450" wrap="square" tIns="627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7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0" name="Google Shape;850;p31"/>
              <p:cNvSpPr/>
              <p:nvPr/>
            </p:nvSpPr>
            <p:spPr>
              <a:xfrm>
                <a:off x="-2072499" y="2210421"/>
                <a:ext cx="45000" cy="46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62725" lIns="125450" spcFirstLastPara="1" rIns="125450" wrap="square" tIns="627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7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1" name="Google Shape;851;p31"/>
              <p:cNvSpPr/>
              <p:nvPr/>
            </p:nvSpPr>
            <p:spPr>
              <a:xfrm>
                <a:off x="-1868004" y="2435712"/>
                <a:ext cx="37260" cy="123044"/>
              </a:xfrm>
              <a:custGeom>
                <a:rect b="b" l="l" r="r" t="t"/>
                <a:pathLst>
                  <a:path extrusionOk="0" h="60" w="18">
                    <a:moveTo>
                      <a:pt x="9" y="0"/>
                    </a:moveTo>
                    <a:cubicBezTo>
                      <a:pt x="4" y="0"/>
                      <a:pt x="0" y="4"/>
                      <a:pt x="0" y="9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56"/>
                      <a:pt x="4" y="60"/>
                      <a:pt x="9" y="60"/>
                    </a:cubicBezTo>
                    <a:cubicBezTo>
                      <a:pt x="14" y="60"/>
                      <a:pt x="18" y="56"/>
                      <a:pt x="18" y="51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8" y="4"/>
                      <a:pt x="14" y="0"/>
                      <a:pt x="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62725" lIns="125450" spcFirstLastPara="1" rIns="125450" wrap="square" tIns="627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7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2" name="Google Shape;852;p31"/>
              <p:cNvSpPr/>
              <p:nvPr/>
            </p:nvSpPr>
            <p:spPr>
              <a:xfrm>
                <a:off x="-1847208" y="2488570"/>
                <a:ext cx="76200" cy="12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62725" lIns="125450" spcFirstLastPara="1" rIns="125450" wrap="square" tIns="627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7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3" name="Google Shape;853;p31"/>
              <p:cNvSpPr/>
              <p:nvPr/>
            </p:nvSpPr>
            <p:spPr>
              <a:xfrm>
                <a:off x="-1790018" y="2479038"/>
                <a:ext cx="32700" cy="32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62725" lIns="125450" spcFirstLastPara="1" rIns="125450" wrap="square" tIns="627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7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4" name="Google Shape;854;p31"/>
              <p:cNvSpPr/>
              <p:nvPr/>
            </p:nvSpPr>
            <p:spPr>
              <a:xfrm>
                <a:off x="-2602800" y="1538012"/>
                <a:ext cx="1097862" cy="612621"/>
              </a:xfrm>
              <a:custGeom>
                <a:rect b="b" l="l" r="r" t="t"/>
                <a:pathLst>
                  <a:path extrusionOk="0" h="299" w="536">
                    <a:moveTo>
                      <a:pt x="499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7"/>
                      <a:pt x="0" y="37"/>
                    </a:cubicBezTo>
                    <a:cubicBezTo>
                      <a:pt x="0" y="188"/>
                      <a:pt x="0" y="188"/>
                      <a:pt x="0" y="188"/>
                    </a:cubicBezTo>
                    <a:cubicBezTo>
                      <a:pt x="0" y="209"/>
                      <a:pt x="16" y="225"/>
                      <a:pt x="37" y="225"/>
                    </a:cubicBezTo>
                    <a:cubicBezTo>
                      <a:pt x="214" y="225"/>
                      <a:pt x="214" y="225"/>
                      <a:pt x="214" y="225"/>
                    </a:cubicBezTo>
                    <a:cubicBezTo>
                      <a:pt x="252" y="288"/>
                      <a:pt x="252" y="288"/>
                      <a:pt x="252" y="288"/>
                    </a:cubicBezTo>
                    <a:cubicBezTo>
                      <a:pt x="259" y="299"/>
                      <a:pt x="276" y="299"/>
                      <a:pt x="284" y="288"/>
                    </a:cubicBezTo>
                    <a:cubicBezTo>
                      <a:pt x="322" y="225"/>
                      <a:pt x="322" y="225"/>
                      <a:pt x="322" y="225"/>
                    </a:cubicBezTo>
                    <a:cubicBezTo>
                      <a:pt x="499" y="225"/>
                      <a:pt x="499" y="225"/>
                      <a:pt x="499" y="225"/>
                    </a:cubicBezTo>
                    <a:cubicBezTo>
                      <a:pt x="520" y="225"/>
                      <a:pt x="536" y="209"/>
                      <a:pt x="536" y="188"/>
                    </a:cubicBezTo>
                    <a:cubicBezTo>
                      <a:pt x="536" y="37"/>
                      <a:pt x="536" y="37"/>
                      <a:pt x="536" y="37"/>
                    </a:cubicBezTo>
                    <a:cubicBezTo>
                      <a:pt x="536" y="17"/>
                      <a:pt x="520" y="0"/>
                      <a:pt x="49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62725" lIns="125450" spcFirstLastPara="1" rIns="125450" wrap="square" tIns="627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7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55" name="Google Shape;855;p31"/>
              <p:cNvGrpSpPr/>
              <p:nvPr/>
            </p:nvGrpSpPr>
            <p:grpSpPr>
              <a:xfrm>
                <a:off x="-2459778" y="1663641"/>
                <a:ext cx="811825" cy="199548"/>
                <a:chOff x="572168" y="935960"/>
                <a:chExt cx="669215" cy="164495"/>
              </a:xfrm>
            </p:grpSpPr>
            <p:sp>
              <p:nvSpPr>
                <p:cNvPr id="856" name="Google Shape;856;p31"/>
                <p:cNvSpPr/>
                <p:nvPr/>
              </p:nvSpPr>
              <p:spPr>
                <a:xfrm>
                  <a:off x="572168" y="935960"/>
                  <a:ext cx="669215" cy="19413"/>
                </a:xfrm>
                <a:custGeom>
                  <a:rect b="b" l="l" r="r" t="t"/>
                  <a:pathLst>
                    <a:path extrusionOk="0" h="8" w="277">
                      <a:moveTo>
                        <a:pt x="273" y="8"/>
                      </a:moveTo>
                      <a:cubicBezTo>
                        <a:pt x="3" y="8"/>
                        <a:pt x="3" y="8"/>
                        <a:pt x="3" y="8"/>
                      </a:cubicBezTo>
                      <a:cubicBezTo>
                        <a:pt x="2" y="8"/>
                        <a:pt x="0" y="6"/>
                        <a:pt x="0" y="4"/>
                      </a:cubicBezTo>
                      <a:cubicBezTo>
                        <a:pt x="0" y="2"/>
                        <a:pt x="2" y="0"/>
                        <a:pt x="3" y="0"/>
                      </a:cubicBezTo>
                      <a:cubicBezTo>
                        <a:pt x="273" y="0"/>
                        <a:pt x="273" y="0"/>
                        <a:pt x="273" y="0"/>
                      </a:cubicBezTo>
                      <a:cubicBezTo>
                        <a:pt x="275" y="0"/>
                        <a:pt x="277" y="2"/>
                        <a:pt x="277" y="4"/>
                      </a:cubicBezTo>
                      <a:cubicBezTo>
                        <a:pt x="277" y="6"/>
                        <a:pt x="275" y="8"/>
                        <a:pt x="273" y="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62725" lIns="125450" spcFirstLastPara="1" rIns="125450" wrap="square" tIns="627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7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7" name="Google Shape;857;p31"/>
                <p:cNvSpPr/>
                <p:nvPr/>
              </p:nvSpPr>
              <p:spPr>
                <a:xfrm>
                  <a:off x="572168" y="1008502"/>
                  <a:ext cx="669215" cy="19413"/>
                </a:xfrm>
                <a:custGeom>
                  <a:rect b="b" l="l" r="r" t="t"/>
                  <a:pathLst>
                    <a:path extrusionOk="0" h="8" w="277">
                      <a:moveTo>
                        <a:pt x="273" y="8"/>
                      </a:moveTo>
                      <a:cubicBezTo>
                        <a:pt x="3" y="8"/>
                        <a:pt x="3" y="8"/>
                        <a:pt x="3" y="8"/>
                      </a:cubicBezTo>
                      <a:cubicBezTo>
                        <a:pt x="2" y="8"/>
                        <a:pt x="0" y="6"/>
                        <a:pt x="0" y="4"/>
                      </a:cubicBezTo>
                      <a:cubicBezTo>
                        <a:pt x="0" y="1"/>
                        <a:pt x="2" y="0"/>
                        <a:pt x="3" y="0"/>
                      </a:cubicBezTo>
                      <a:cubicBezTo>
                        <a:pt x="273" y="0"/>
                        <a:pt x="273" y="0"/>
                        <a:pt x="273" y="0"/>
                      </a:cubicBezTo>
                      <a:cubicBezTo>
                        <a:pt x="275" y="0"/>
                        <a:pt x="277" y="1"/>
                        <a:pt x="277" y="4"/>
                      </a:cubicBezTo>
                      <a:cubicBezTo>
                        <a:pt x="277" y="6"/>
                        <a:pt x="275" y="8"/>
                        <a:pt x="273" y="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62725" lIns="125450" spcFirstLastPara="1" rIns="125450" wrap="square" tIns="627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7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8" name="Google Shape;858;p31"/>
                <p:cNvSpPr/>
                <p:nvPr/>
              </p:nvSpPr>
              <p:spPr>
                <a:xfrm>
                  <a:off x="572168" y="1081042"/>
                  <a:ext cx="669215" cy="19413"/>
                </a:xfrm>
                <a:custGeom>
                  <a:rect b="b" l="l" r="r" t="t"/>
                  <a:pathLst>
                    <a:path extrusionOk="0" h="8" w="277">
                      <a:moveTo>
                        <a:pt x="273" y="8"/>
                      </a:moveTo>
                      <a:cubicBezTo>
                        <a:pt x="3" y="8"/>
                        <a:pt x="3" y="8"/>
                        <a:pt x="3" y="8"/>
                      </a:cubicBezTo>
                      <a:cubicBezTo>
                        <a:pt x="2" y="8"/>
                        <a:pt x="0" y="6"/>
                        <a:pt x="0" y="4"/>
                      </a:cubicBezTo>
                      <a:cubicBezTo>
                        <a:pt x="0" y="1"/>
                        <a:pt x="2" y="0"/>
                        <a:pt x="3" y="0"/>
                      </a:cubicBezTo>
                      <a:cubicBezTo>
                        <a:pt x="273" y="0"/>
                        <a:pt x="273" y="0"/>
                        <a:pt x="273" y="0"/>
                      </a:cubicBezTo>
                      <a:cubicBezTo>
                        <a:pt x="275" y="0"/>
                        <a:pt x="277" y="1"/>
                        <a:pt x="277" y="4"/>
                      </a:cubicBezTo>
                      <a:cubicBezTo>
                        <a:pt x="277" y="6"/>
                        <a:pt x="275" y="8"/>
                        <a:pt x="273" y="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62725" lIns="125450" spcFirstLastPara="1" rIns="125450" wrap="square" tIns="627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7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32"/>
          <p:cNvSpPr txBox="1"/>
          <p:nvPr>
            <p:ph type="title"/>
          </p:nvPr>
        </p:nvSpPr>
        <p:spPr>
          <a:xfrm>
            <a:off x="720000" y="747584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Pourquoi sans programmation?</a:t>
            </a:r>
            <a:endParaRPr/>
          </a:p>
        </p:txBody>
      </p:sp>
      <p:graphicFrame>
        <p:nvGraphicFramePr>
          <p:cNvPr id="864" name="Google Shape;864;p32"/>
          <p:cNvGraphicFramePr/>
          <p:nvPr/>
        </p:nvGraphicFramePr>
        <p:xfrm>
          <a:off x="720000" y="198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{8DA010F1-A2D6-4C54-AA0B-A2E732CF9EFB}</a:tableStyleId>
              </a:tblPr>
              <a:tblGrid>
                <a:gridCol w="2619875"/>
                <a:gridCol w="5084125"/>
              </a:tblGrid>
              <a:tr h="480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🎯 Accessibilité</a:t>
                      </a:r>
                      <a:endParaRPr b="1"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0FB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Aucune compétence en programmation requise. Accessible aux marketeurs, entrepreneurs, et professionnels métier.</a:t>
                      </a:r>
                      <a:endParaRPr sz="10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9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⏱️ Rapidité</a:t>
                      </a:r>
                      <a:endParaRPr b="1"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0FB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Développement en heures au lieu de semaines. Mise en production immédiate.</a:t>
                      </a:r>
                      <a:endParaRPr sz="10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💸 Économie</a:t>
                      </a:r>
                      <a:endParaRPr b="1"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0FB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Réduction des coûts de 70-90% par rapport au développement traditionnel.</a:t>
                      </a:r>
                      <a:endParaRPr sz="10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🔄 Flexibilité</a:t>
                      </a:r>
                      <a:endParaRPr b="1"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0FB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Modifications et ajustements en temps réel sans intervention technique.</a:t>
                      </a:r>
                      <a:endParaRPr sz="10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80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📈 Cas d'Usage Concrets</a:t>
                      </a:r>
                      <a:endParaRPr b="1"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0FB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Service client, e-commerce, prise de rendez-vous, génération de leads, éducation, santé, immobilier, RH, banque.</a:t>
                      </a:r>
                      <a:endParaRPr sz="10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865" name="Google Shape;865;p32"/>
          <p:cNvGrpSpPr/>
          <p:nvPr/>
        </p:nvGrpSpPr>
        <p:grpSpPr>
          <a:xfrm>
            <a:off x="7381133" y="534994"/>
            <a:ext cx="1042869" cy="963363"/>
            <a:chOff x="7381133" y="534994"/>
            <a:chExt cx="1042869" cy="963363"/>
          </a:xfrm>
        </p:grpSpPr>
        <p:grpSp>
          <p:nvGrpSpPr>
            <p:cNvPr id="866" name="Google Shape;866;p32"/>
            <p:cNvGrpSpPr/>
            <p:nvPr/>
          </p:nvGrpSpPr>
          <p:grpSpPr>
            <a:xfrm>
              <a:off x="7488159" y="652914"/>
              <a:ext cx="935843" cy="343781"/>
              <a:chOff x="7020125" y="1702324"/>
              <a:chExt cx="1502398" cy="551904"/>
            </a:xfrm>
          </p:grpSpPr>
          <p:sp>
            <p:nvSpPr>
              <p:cNvPr id="867" name="Google Shape;867;p32"/>
              <p:cNvSpPr/>
              <p:nvPr/>
            </p:nvSpPr>
            <p:spPr>
              <a:xfrm>
                <a:off x="7020125" y="1702324"/>
                <a:ext cx="1502398" cy="551904"/>
              </a:xfrm>
              <a:custGeom>
                <a:rect b="b" l="l" r="r" t="t"/>
                <a:pathLst>
                  <a:path extrusionOk="0" h="176" w="480">
                    <a:moveTo>
                      <a:pt x="477" y="167"/>
                    </a:moveTo>
                    <a:cubicBezTo>
                      <a:pt x="430" y="120"/>
                      <a:pt x="430" y="120"/>
                      <a:pt x="430" y="120"/>
                    </a:cubicBezTo>
                    <a:cubicBezTo>
                      <a:pt x="430" y="37"/>
                      <a:pt x="430" y="37"/>
                      <a:pt x="430" y="37"/>
                    </a:cubicBezTo>
                    <a:cubicBezTo>
                      <a:pt x="430" y="16"/>
                      <a:pt x="413" y="0"/>
                      <a:pt x="393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17" y="0"/>
                      <a:pt x="0" y="16"/>
                      <a:pt x="0" y="37"/>
                    </a:cubicBezTo>
                    <a:cubicBezTo>
                      <a:pt x="0" y="139"/>
                      <a:pt x="0" y="139"/>
                      <a:pt x="0" y="139"/>
                    </a:cubicBezTo>
                    <a:cubicBezTo>
                      <a:pt x="0" y="159"/>
                      <a:pt x="17" y="176"/>
                      <a:pt x="37" y="176"/>
                    </a:cubicBezTo>
                    <a:cubicBezTo>
                      <a:pt x="473" y="176"/>
                      <a:pt x="473" y="176"/>
                      <a:pt x="473" y="176"/>
                    </a:cubicBezTo>
                    <a:cubicBezTo>
                      <a:pt x="478" y="176"/>
                      <a:pt x="480" y="170"/>
                      <a:pt x="477" y="1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8" name="Google Shape;868;p32"/>
              <p:cNvSpPr/>
              <p:nvPr/>
            </p:nvSpPr>
            <p:spPr>
              <a:xfrm>
                <a:off x="7263056" y="1898086"/>
                <a:ext cx="867947" cy="23586"/>
              </a:xfrm>
              <a:custGeom>
                <a:rect b="b" l="l" r="r" t="t"/>
                <a:pathLst>
                  <a:path extrusionOk="0" h="8" w="277">
                    <a:moveTo>
                      <a:pt x="274" y="8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2" y="8"/>
                      <a:pt x="0" y="7"/>
                      <a:pt x="0" y="4"/>
                    </a:cubicBezTo>
                    <a:cubicBezTo>
                      <a:pt x="0" y="2"/>
                      <a:pt x="2" y="0"/>
                      <a:pt x="3" y="0"/>
                    </a:cubicBezTo>
                    <a:cubicBezTo>
                      <a:pt x="274" y="0"/>
                      <a:pt x="274" y="0"/>
                      <a:pt x="274" y="0"/>
                    </a:cubicBezTo>
                    <a:cubicBezTo>
                      <a:pt x="275" y="0"/>
                      <a:pt x="277" y="2"/>
                      <a:pt x="277" y="4"/>
                    </a:cubicBezTo>
                    <a:cubicBezTo>
                      <a:pt x="277" y="7"/>
                      <a:pt x="275" y="8"/>
                      <a:pt x="274" y="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9" name="Google Shape;869;p32"/>
              <p:cNvSpPr/>
              <p:nvPr/>
            </p:nvSpPr>
            <p:spPr>
              <a:xfrm>
                <a:off x="7263056" y="1990069"/>
                <a:ext cx="867947" cy="25944"/>
              </a:xfrm>
              <a:custGeom>
                <a:rect b="b" l="l" r="r" t="t"/>
                <a:pathLst>
                  <a:path extrusionOk="0" h="8" w="277">
                    <a:moveTo>
                      <a:pt x="274" y="8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2" y="8"/>
                      <a:pt x="0" y="7"/>
                      <a:pt x="0" y="4"/>
                    </a:cubicBezTo>
                    <a:cubicBezTo>
                      <a:pt x="0" y="2"/>
                      <a:pt x="2" y="0"/>
                      <a:pt x="3" y="0"/>
                    </a:cubicBezTo>
                    <a:cubicBezTo>
                      <a:pt x="274" y="0"/>
                      <a:pt x="274" y="0"/>
                      <a:pt x="274" y="0"/>
                    </a:cubicBezTo>
                    <a:cubicBezTo>
                      <a:pt x="275" y="0"/>
                      <a:pt x="277" y="2"/>
                      <a:pt x="277" y="4"/>
                    </a:cubicBezTo>
                    <a:cubicBezTo>
                      <a:pt x="277" y="7"/>
                      <a:pt x="275" y="8"/>
                      <a:pt x="274" y="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0" name="Google Shape;870;p32"/>
              <p:cNvSpPr/>
              <p:nvPr/>
            </p:nvSpPr>
            <p:spPr>
              <a:xfrm>
                <a:off x="7263056" y="2084412"/>
                <a:ext cx="867947" cy="25944"/>
              </a:xfrm>
              <a:custGeom>
                <a:rect b="b" l="l" r="r" t="t"/>
                <a:pathLst>
                  <a:path extrusionOk="0" h="8" w="277">
                    <a:moveTo>
                      <a:pt x="274" y="8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2" y="8"/>
                      <a:pt x="0" y="6"/>
                      <a:pt x="0" y="4"/>
                    </a:cubicBezTo>
                    <a:cubicBezTo>
                      <a:pt x="0" y="2"/>
                      <a:pt x="2" y="0"/>
                      <a:pt x="3" y="0"/>
                    </a:cubicBezTo>
                    <a:cubicBezTo>
                      <a:pt x="274" y="0"/>
                      <a:pt x="274" y="0"/>
                      <a:pt x="274" y="0"/>
                    </a:cubicBezTo>
                    <a:cubicBezTo>
                      <a:pt x="275" y="0"/>
                      <a:pt x="277" y="2"/>
                      <a:pt x="277" y="4"/>
                    </a:cubicBezTo>
                    <a:cubicBezTo>
                      <a:pt x="277" y="6"/>
                      <a:pt x="275" y="8"/>
                      <a:pt x="274" y="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1" name="Google Shape;871;p32"/>
            <p:cNvGrpSpPr/>
            <p:nvPr/>
          </p:nvGrpSpPr>
          <p:grpSpPr>
            <a:xfrm flipH="1">
              <a:off x="7381133" y="1154577"/>
              <a:ext cx="935843" cy="343781"/>
              <a:chOff x="7020125" y="1702324"/>
              <a:chExt cx="1502398" cy="551904"/>
            </a:xfrm>
          </p:grpSpPr>
          <p:sp>
            <p:nvSpPr>
              <p:cNvPr id="872" name="Google Shape;872;p32"/>
              <p:cNvSpPr/>
              <p:nvPr/>
            </p:nvSpPr>
            <p:spPr>
              <a:xfrm>
                <a:off x="7020125" y="1702324"/>
                <a:ext cx="1502398" cy="551904"/>
              </a:xfrm>
              <a:custGeom>
                <a:rect b="b" l="l" r="r" t="t"/>
                <a:pathLst>
                  <a:path extrusionOk="0" h="176" w="480">
                    <a:moveTo>
                      <a:pt x="477" y="167"/>
                    </a:moveTo>
                    <a:cubicBezTo>
                      <a:pt x="430" y="120"/>
                      <a:pt x="430" y="120"/>
                      <a:pt x="430" y="120"/>
                    </a:cubicBezTo>
                    <a:cubicBezTo>
                      <a:pt x="430" y="37"/>
                      <a:pt x="430" y="37"/>
                      <a:pt x="430" y="37"/>
                    </a:cubicBezTo>
                    <a:cubicBezTo>
                      <a:pt x="430" y="16"/>
                      <a:pt x="413" y="0"/>
                      <a:pt x="393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17" y="0"/>
                      <a:pt x="0" y="16"/>
                      <a:pt x="0" y="37"/>
                    </a:cubicBezTo>
                    <a:cubicBezTo>
                      <a:pt x="0" y="139"/>
                      <a:pt x="0" y="139"/>
                      <a:pt x="0" y="139"/>
                    </a:cubicBezTo>
                    <a:cubicBezTo>
                      <a:pt x="0" y="159"/>
                      <a:pt x="17" y="176"/>
                      <a:pt x="37" y="176"/>
                    </a:cubicBezTo>
                    <a:cubicBezTo>
                      <a:pt x="473" y="176"/>
                      <a:pt x="473" y="176"/>
                      <a:pt x="473" y="176"/>
                    </a:cubicBezTo>
                    <a:cubicBezTo>
                      <a:pt x="478" y="176"/>
                      <a:pt x="480" y="170"/>
                      <a:pt x="477" y="16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3" name="Google Shape;873;p32"/>
              <p:cNvSpPr/>
              <p:nvPr/>
            </p:nvSpPr>
            <p:spPr>
              <a:xfrm>
                <a:off x="7263056" y="1898086"/>
                <a:ext cx="867947" cy="23586"/>
              </a:xfrm>
              <a:custGeom>
                <a:rect b="b" l="l" r="r" t="t"/>
                <a:pathLst>
                  <a:path extrusionOk="0" h="8" w="277">
                    <a:moveTo>
                      <a:pt x="274" y="8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2" y="8"/>
                      <a:pt x="0" y="7"/>
                      <a:pt x="0" y="4"/>
                    </a:cubicBezTo>
                    <a:cubicBezTo>
                      <a:pt x="0" y="2"/>
                      <a:pt x="2" y="0"/>
                      <a:pt x="3" y="0"/>
                    </a:cubicBezTo>
                    <a:cubicBezTo>
                      <a:pt x="274" y="0"/>
                      <a:pt x="274" y="0"/>
                      <a:pt x="274" y="0"/>
                    </a:cubicBezTo>
                    <a:cubicBezTo>
                      <a:pt x="275" y="0"/>
                      <a:pt x="277" y="2"/>
                      <a:pt x="277" y="4"/>
                    </a:cubicBezTo>
                    <a:cubicBezTo>
                      <a:pt x="277" y="7"/>
                      <a:pt x="275" y="8"/>
                      <a:pt x="274" y="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4" name="Google Shape;874;p32"/>
              <p:cNvSpPr/>
              <p:nvPr/>
            </p:nvSpPr>
            <p:spPr>
              <a:xfrm>
                <a:off x="7263056" y="1990069"/>
                <a:ext cx="867947" cy="25944"/>
              </a:xfrm>
              <a:custGeom>
                <a:rect b="b" l="l" r="r" t="t"/>
                <a:pathLst>
                  <a:path extrusionOk="0" h="8" w="277">
                    <a:moveTo>
                      <a:pt x="274" y="8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2" y="8"/>
                      <a:pt x="0" y="7"/>
                      <a:pt x="0" y="4"/>
                    </a:cubicBezTo>
                    <a:cubicBezTo>
                      <a:pt x="0" y="2"/>
                      <a:pt x="2" y="0"/>
                      <a:pt x="3" y="0"/>
                    </a:cubicBezTo>
                    <a:cubicBezTo>
                      <a:pt x="274" y="0"/>
                      <a:pt x="274" y="0"/>
                      <a:pt x="274" y="0"/>
                    </a:cubicBezTo>
                    <a:cubicBezTo>
                      <a:pt x="275" y="0"/>
                      <a:pt x="277" y="2"/>
                      <a:pt x="277" y="4"/>
                    </a:cubicBezTo>
                    <a:cubicBezTo>
                      <a:pt x="277" y="7"/>
                      <a:pt x="275" y="8"/>
                      <a:pt x="274" y="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5" name="Google Shape;875;p32"/>
              <p:cNvSpPr/>
              <p:nvPr/>
            </p:nvSpPr>
            <p:spPr>
              <a:xfrm>
                <a:off x="7263056" y="2084412"/>
                <a:ext cx="867947" cy="25944"/>
              </a:xfrm>
              <a:custGeom>
                <a:rect b="b" l="l" r="r" t="t"/>
                <a:pathLst>
                  <a:path extrusionOk="0" h="8" w="277">
                    <a:moveTo>
                      <a:pt x="274" y="8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2" y="8"/>
                      <a:pt x="0" y="6"/>
                      <a:pt x="0" y="4"/>
                    </a:cubicBezTo>
                    <a:cubicBezTo>
                      <a:pt x="0" y="2"/>
                      <a:pt x="2" y="0"/>
                      <a:pt x="3" y="0"/>
                    </a:cubicBezTo>
                    <a:cubicBezTo>
                      <a:pt x="274" y="0"/>
                      <a:pt x="274" y="0"/>
                      <a:pt x="274" y="0"/>
                    </a:cubicBezTo>
                    <a:cubicBezTo>
                      <a:pt x="275" y="0"/>
                      <a:pt x="277" y="2"/>
                      <a:pt x="277" y="4"/>
                    </a:cubicBezTo>
                    <a:cubicBezTo>
                      <a:pt x="277" y="6"/>
                      <a:pt x="275" y="8"/>
                      <a:pt x="274" y="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6" name="Google Shape;876;p32"/>
            <p:cNvGrpSpPr/>
            <p:nvPr/>
          </p:nvGrpSpPr>
          <p:grpSpPr>
            <a:xfrm>
              <a:off x="7522856" y="534994"/>
              <a:ext cx="187187" cy="187536"/>
              <a:chOff x="8366386" y="859280"/>
              <a:chExt cx="345300" cy="346007"/>
            </a:xfrm>
          </p:grpSpPr>
          <p:sp>
            <p:nvSpPr>
              <p:cNvPr id="877" name="Google Shape;877;p32"/>
              <p:cNvSpPr/>
              <p:nvPr/>
            </p:nvSpPr>
            <p:spPr>
              <a:xfrm>
                <a:off x="8366386" y="859280"/>
                <a:ext cx="345300" cy="345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8" name="Google Shape;878;p32"/>
              <p:cNvSpPr/>
              <p:nvPr/>
            </p:nvSpPr>
            <p:spPr>
              <a:xfrm>
                <a:off x="8480210" y="934877"/>
                <a:ext cx="116477" cy="114111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9" name="Google Shape;879;p32"/>
              <p:cNvSpPr/>
              <p:nvPr/>
            </p:nvSpPr>
            <p:spPr>
              <a:xfrm>
                <a:off x="8467556" y="1070870"/>
                <a:ext cx="142281" cy="134417"/>
              </a:xfrm>
              <a:custGeom>
                <a:rect b="b" l="l" r="r" t="t"/>
                <a:pathLst>
                  <a:path extrusionOk="0" h="25" w="21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4"/>
                      <a:pt x="7" y="25"/>
                      <a:pt x="11" y="25"/>
                    </a:cubicBezTo>
                    <a:cubicBezTo>
                      <a:pt x="15" y="25"/>
                      <a:pt x="18" y="24"/>
                      <a:pt x="21" y="22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5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80" name="Google Shape;880;p32"/>
            <p:cNvGrpSpPr/>
            <p:nvPr/>
          </p:nvGrpSpPr>
          <p:grpSpPr>
            <a:xfrm>
              <a:off x="8093731" y="1037619"/>
              <a:ext cx="187187" cy="187536"/>
              <a:chOff x="8366386" y="859280"/>
              <a:chExt cx="345300" cy="346007"/>
            </a:xfrm>
          </p:grpSpPr>
          <p:sp>
            <p:nvSpPr>
              <p:cNvPr id="881" name="Google Shape;881;p32"/>
              <p:cNvSpPr/>
              <p:nvPr/>
            </p:nvSpPr>
            <p:spPr>
              <a:xfrm>
                <a:off x="8366386" y="859280"/>
                <a:ext cx="345300" cy="345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2" name="Google Shape;882;p32"/>
              <p:cNvSpPr/>
              <p:nvPr/>
            </p:nvSpPr>
            <p:spPr>
              <a:xfrm>
                <a:off x="8480210" y="934877"/>
                <a:ext cx="116400" cy="114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3" name="Google Shape;883;p32"/>
              <p:cNvSpPr/>
              <p:nvPr/>
            </p:nvSpPr>
            <p:spPr>
              <a:xfrm>
                <a:off x="8467556" y="1070870"/>
                <a:ext cx="142281" cy="134417"/>
              </a:xfrm>
              <a:custGeom>
                <a:rect b="b" l="l" r="r" t="t"/>
                <a:pathLst>
                  <a:path extrusionOk="0" h="25" w="21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4"/>
                      <a:pt x="7" y="25"/>
                      <a:pt x="11" y="25"/>
                    </a:cubicBezTo>
                    <a:cubicBezTo>
                      <a:pt x="15" y="25"/>
                      <a:pt x="18" y="24"/>
                      <a:pt x="21" y="22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5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33"/>
          <p:cNvSpPr txBox="1"/>
          <p:nvPr>
            <p:ph type="title"/>
          </p:nvPr>
        </p:nvSpPr>
        <p:spPr>
          <a:xfrm>
            <a:off x="3996525" y="2367570"/>
            <a:ext cx="4837200" cy="142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Meilleurs Outils No-Code</a:t>
            </a:r>
            <a:endParaRPr sz="4200"/>
          </a:p>
        </p:txBody>
      </p:sp>
      <p:sp>
        <p:nvSpPr>
          <p:cNvPr id="889" name="Google Shape;889;p33"/>
          <p:cNvSpPr txBox="1"/>
          <p:nvPr>
            <p:ph idx="2" type="title"/>
          </p:nvPr>
        </p:nvSpPr>
        <p:spPr>
          <a:xfrm>
            <a:off x="4583200" y="1495122"/>
            <a:ext cx="1229700" cy="74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890" name="Google Shape;890;p33"/>
          <p:cNvGrpSpPr/>
          <p:nvPr/>
        </p:nvGrpSpPr>
        <p:grpSpPr>
          <a:xfrm>
            <a:off x="2852819" y="1381706"/>
            <a:ext cx="986734" cy="983689"/>
            <a:chOff x="2539021" y="2089615"/>
            <a:chExt cx="602475" cy="600616"/>
          </a:xfrm>
        </p:grpSpPr>
        <p:sp>
          <p:nvSpPr>
            <p:cNvPr id="891" name="Google Shape;891;p33"/>
            <p:cNvSpPr/>
            <p:nvPr/>
          </p:nvSpPr>
          <p:spPr>
            <a:xfrm>
              <a:off x="2539021" y="2089615"/>
              <a:ext cx="602475" cy="600616"/>
            </a:xfrm>
            <a:custGeom>
              <a:rect b="b" l="l" r="r" t="t"/>
              <a:pathLst>
                <a:path extrusionOk="0" h="273" w="274">
                  <a:moveTo>
                    <a:pt x="223" y="235"/>
                  </a:moveTo>
                  <a:cubicBezTo>
                    <a:pt x="219" y="239"/>
                    <a:pt x="214" y="243"/>
                    <a:pt x="210" y="246"/>
                  </a:cubicBezTo>
                  <a:cubicBezTo>
                    <a:pt x="188" y="263"/>
                    <a:pt x="163" y="272"/>
                    <a:pt x="137" y="273"/>
                  </a:cubicBezTo>
                  <a:cubicBezTo>
                    <a:pt x="127" y="273"/>
                    <a:pt x="116" y="273"/>
                    <a:pt x="106" y="271"/>
                  </a:cubicBezTo>
                  <a:cubicBezTo>
                    <a:pt x="102" y="270"/>
                    <a:pt x="98" y="269"/>
                    <a:pt x="94" y="268"/>
                  </a:cubicBezTo>
                  <a:cubicBezTo>
                    <a:pt x="79" y="264"/>
                    <a:pt x="65" y="257"/>
                    <a:pt x="52" y="247"/>
                  </a:cubicBezTo>
                  <a:cubicBezTo>
                    <a:pt x="48" y="243"/>
                    <a:pt x="43" y="239"/>
                    <a:pt x="39" y="235"/>
                  </a:cubicBezTo>
                  <a:cubicBezTo>
                    <a:pt x="23" y="219"/>
                    <a:pt x="12" y="200"/>
                    <a:pt x="6" y="179"/>
                  </a:cubicBezTo>
                  <a:cubicBezTo>
                    <a:pt x="5" y="175"/>
                    <a:pt x="4" y="171"/>
                    <a:pt x="3" y="167"/>
                  </a:cubicBezTo>
                  <a:cubicBezTo>
                    <a:pt x="1" y="157"/>
                    <a:pt x="0" y="146"/>
                    <a:pt x="1" y="136"/>
                  </a:cubicBezTo>
                  <a:cubicBezTo>
                    <a:pt x="2" y="105"/>
                    <a:pt x="15" y="75"/>
                    <a:pt x="39" y="51"/>
                  </a:cubicBezTo>
                  <a:cubicBezTo>
                    <a:pt x="90" y="0"/>
                    <a:pt x="172" y="0"/>
                    <a:pt x="223" y="51"/>
                  </a:cubicBezTo>
                  <a:cubicBezTo>
                    <a:pt x="274" y="102"/>
                    <a:pt x="274" y="184"/>
                    <a:pt x="223" y="23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92" name="Google Shape;892;p33"/>
            <p:cNvGrpSpPr/>
            <p:nvPr/>
          </p:nvGrpSpPr>
          <p:grpSpPr>
            <a:xfrm>
              <a:off x="2542634" y="2155627"/>
              <a:ext cx="578315" cy="534604"/>
              <a:chOff x="2542634" y="2155627"/>
              <a:chExt cx="578315" cy="534604"/>
            </a:xfrm>
          </p:grpSpPr>
          <p:sp>
            <p:nvSpPr>
              <p:cNvPr id="893" name="Google Shape;893;p33"/>
              <p:cNvSpPr/>
              <p:nvPr/>
            </p:nvSpPr>
            <p:spPr>
              <a:xfrm>
                <a:off x="2602138" y="2179800"/>
                <a:ext cx="21300" cy="1431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4" name="Google Shape;894;p33"/>
              <p:cNvSpPr/>
              <p:nvPr/>
            </p:nvSpPr>
            <p:spPr>
              <a:xfrm>
                <a:off x="2590981" y="2155627"/>
                <a:ext cx="45600" cy="45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5" name="Google Shape;895;p33"/>
              <p:cNvSpPr/>
              <p:nvPr/>
            </p:nvSpPr>
            <p:spPr>
              <a:xfrm>
                <a:off x="2542634" y="2340647"/>
                <a:ext cx="45558" cy="45558"/>
              </a:xfrm>
              <a:custGeom>
                <a:rect b="b" l="l" r="r" t="t"/>
                <a:pathLst>
                  <a:path extrusionOk="0" h="21" w="21">
                    <a:moveTo>
                      <a:pt x="21" y="11"/>
                    </a:moveTo>
                    <a:cubicBezTo>
                      <a:pt x="21" y="16"/>
                      <a:pt x="17" y="20"/>
                      <a:pt x="13" y="21"/>
                    </a:cubicBezTo>
                    <a:cubicBezTo>
                      <a:pt x="12" y="21"/>
                      <a:pt x="11" y="21"/>
                      <a:pt x="10" y="21"/>
                    </a:cubicBezTo>
                    <a:cubicBezTo>
                      <a:pt x="10" y="21"/>
                      <a:pt x="9" y="21"/>
                      <a:pt x="8" y="21"/>
                    </a:cubicBezTo>
                    <a:cubicBezTo>
                      <a:pt x="3" y="20"/>
                      <a:pt x="0" y="16"/>
                      <a:pt x="0" y="11"/>
                    </a:cubicBezTo>
                    <a:cubicBezTo>
                      <a:pt x="0" y="6"/>
                      <a:pt x="3" y="1"/>
                      <a:pt x="8" y="0"/>
                    </a:cubicBezTo>
                    <a:cubicBezTo>
                      <a:pt x="9" y="0"/>
                      <a:pt x="9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cubicBezTo>
                      <a:pt x="17" y="2"/>
                      <a:pt x="21" y="6"/>
                      <a:pt x="21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6" name="Google Shape;896;p33"/>
              <p:cNvSpPr/>
              <p:nvPr/>
            </p:nvSpPr>
            <p:spPr>
              <a:xfrm>
                <a:off x="2560300" y="2296019"/>
                <a:ext cx="193387" cy="134814"/>
              </a:xfrm>
              <a:custGeom>
                <a:rect b="b" l="l" r="r" t="t"/>
                <a:pathLst>
                  <a:path extrusionOk="0" h="61" w="88">
                    <a:moveTo>
                      <a:pt x="88" y="31"/>
                    </a:moveTo>
                    <a:cubicBezTo>
                      <a:pt x="88" y="39"/>
                      <a:pt x="85" y="47"/>
                      <a:pt x="79" y="52"/>
                    </a:cubicBezTo>
                    <a:cubicBezTo>
                      <a:pt x="73" y="58"/>
                      <a:pt x="66" y="61"/>
                      <a:pt x="57" y="61"/>
                    </a:cubicBezTo>
                    <a:cubicBezTo>
                      <a:pt x="31" y="61"/>
                      <a:pt x="31" y="61"/>
                      <a:pt x="31" y="61"/>
                    </a:cubicBezTo>
                    <a:cubicBezTo>
                      <a:pt x="29" y="61"/>
                      <a:pt x="27" y="61"/>
                      <a:pt x="26" y="61"/>
                    </a:cubicBezTo>
                    <a:cubicBezTo>
                      <a:pt x="11" y="58"/>
                      <a:pt x="0" y="46"/>
                      <a:pt x="0" y="31"/>
                    </a:cubicBezTo>
                    <a:cubicBezTo>
                      <a:pt x="0" y="22"/>
                      <a:pt x="4" y="14"/>
                      <a:pt x="9" y="9"/>
                    </a:cubicBezTo>
                    <a:cubicBezTo>
                      <a:pt x="14" y="5"/>
                      <a:pt x="19" y="2"/>
                      <a:pt x="25" y="1"/>
                    </a:cubicBezTo>
                    <a:cubicBezTo>
                      <a:pt x="27" y="0"/>
                      <a:pt x="29" y="0"/>
                      <a:pt x="31" y="0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74" y="0"/>
                      <a:pt x="88" y="14"/>
                      <a:pt x="88" y="3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7" name="Google Shape;897;p33"/>
              <p:cNvSpPr/>
              <p:nvPr/>
            </p:nvSpPr>
            <p:spPr>
              <a:xfrm>
                <a:off x="2590981" y="2296019"/>
                <a:ext cx="69731" cy="134814"/>
              </a:xfrm>
              <a:custGeom>
                <a:rect b="b" l="l" r="r" t="t"/>
                <a:pathLst>
                  <a:path extrusionOk="0" h="61" w="32">
                    <a:moveTo>
                      <a:pt x="28" y="60"/>
                    </a:moveTo>
                    <a:cubicBezTo>
                      <a:pt x="28" y="60"/>
                      <a:pt x="27" y="61"/>
                      <a:pt x="27" y="61"/>
                    </a:cubicBezTo>
                    <a:cubicBezTo>
                      <a:pt x="17" y="61"/>
                      <a:pt x="17" y="61"/>
                      <a:pt x="17" y="61"/>
                    </a:cubicBezTo>
                    <a:cubicBezTo>
                      <a:pt x="15" y="61"/>
                      <a:pt x="13" y="61"/>
                      <a:pt x="12" y="61"/>
                    </a:cubicBezTo>
                    <a:cubicBezTo>
                      <a:pt x="8" y="55"/>
                      <a:pt x="3" y="44"/>
                      <a:pt x="1" y="31"/>
                    </a:cubicBezTo>
                    <a:cubicBezTo>
                      <a:pt x="0" y="15"/>
                      <a:pt x="7" y="5"/>
                      <a:pt x="11" y="1"/>
                    </a:cubicBezTo>
                    <a:cubicBezTo>
                      <a:pt x="13" y="0"/>
                      <a:pt x="15" y="0"/>
                      <a:pt x="17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32" y="12"/>
                      <a:pt x="28" y="49"/>
                      <a:pt x="28" y="6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8" name="Google Shape;898;p33"/>
              <p:cNvSpPr/>
              <p:nvPr/>
            </p:nvSpPr>
            <p:spPr>
              <a:xfrm>
                <a:off x="3039119" y="2179800"/>
                <a:ext cx="22200" cy="1431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9" name="Google Shape;899;p33"/>
              <p:cNvSpPr/>
              <p:nvPr/>
            </p:nvSpPr>
            <p:spPr>
              <a:xfrm>
                <a:off x="3026102" y="2155627"/>
                <a:ext cx="46500" cy="45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0" name="Google Shape;900;p33"/>
              <p:cNvSpPr/>
              <p:nvPr/>
            </p:nvSpPr>
            <p:spPr>
              <a:xfrm>
                <a:off x="3074449" y="2340647"/>
                <a:ext cx="46500" cy="45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1" name="Google Shape;901;p33"/>
              <p:cNvSpPr/>
              <p:nvPr/>
            </p:nvSpPr>
            <p:spPr>
              <a:xfrm>
                <a:off x="2909884" y="2296019"/>
                <a:ext cx="193387" cy="134814"/>
              </a:xfrm>
              <a:custGeom>
                <a:rect b="b" l="l" r="r" t="t"/>
                <a:pathLst>
                  <a:path extrusionOk="0" h="61" w="88">
                    <a:moveTo>
                      <a:pt x="0" y="31"/>
                    </a:moveTo>
                    <a:cubicBezTo>
                      <a:pt x="0" y="39"/>
                      <a:pt x="4" y="47"/>
                      <a:pt x="9" y="52"/>
                    </a:cubicBezTo>
                    <a:cubicBezTo>
                      <a:pt x="15" y="58"/>
                      <a:pt x="22" y="61"/>
                      <a:pt x="31" y="61"/>
                    </a:cubicBezTo>
                    <a:cubicBezTo>
                      <a:pt x="57" y="61"/>
                      <a:pt x="57" y="61"/>
                      <a:pt x="57" y="61"/>
                    </a:cubicBezTo>
                    <a:cubicBezTo>
                      <a:pt x="59" y="61"/>
                      <a:pt x="61" y="61"/>
                      <a:pt x="62" y="61"/>
                    </a:cubicBezTo>
                    <a:cubicBezTo>
                      <a:pt x="77" y="58"/>
                      <a:pt x="88" y="46"/>
                      <a:pt x="88" y="31"/>
                    </a:cubicBezTo>
                    <a:cubicBezTo>
                      <a:pt x="88" y="22"/>
                      <a:pt x="84" y="14"/>
                      <a:pt x="79" y="9"/>
                    </a:cubicBezTo>
                    <a:cubicBezTo>
                      <a:pt x="75" y="5"/>
                      <a:pt x="69" y="2"/>
                      <a:pt x="63" y="1"/>
                    </a:cubicBezTo>
                    <a:cubicBezTo>
                      <a:pt x="61" y="0"/>
                      <a:pt x="59" y="0"/>
                      <a:pt x="57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14" y="0"/>
                      <a:pt x="0" y="14"/>
                      <a:pt x="0" y="3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2" name="Google Shape;902;p33"/>
              <p:cNvSpPr/>
              <p:nvPr/>
            </p:nvSpPr>
            <p:spPr>
              <a:xfrm>
                <a:off x="3001929" y="2296019"/>
                <a:ext cx="70661" cy="134814"/>
              </a:xfrm>
              <a:custGeom>
                <a:rect b="b" l="l" r="r" t="t"/>
                <a:pathLst>
                  <a:path extrusionOk="0" h="61" w="32">
                    <a:moveTo>
                      <a:pt x="5" y="60"/>
                    </a:moveTo>
                    <a:cubicBezTo>
                      <a:pt x="5" y="60"/>
                      <a:pt x="5" y="61"/>
                      <a:pt x="5" y="61"/>
                    </a:cubicBezTo>
                    <a:cubicBezTo>
                      <a:pt x="15" y="61"/>
                      <a:pt x="15" y="61"/>
                      <a:pt x="15" y="61"/>
                    </a:cubicBezTo>
                    <a:cubicBezTo>
                      <a:pt x="17" y="61"/>
                      <a:pt x="19" y="61"/>
                      <a:pt x="20" y="61"/>
                    </a:cubicBezTo>
                    <a:cubicBezTo>
                      <a:pt x="24" y="55"/>
                      <a:pt x="29" y="44"/>
                      <a:pt x="31" y="31"/>
                    </a:cubicBezTo>
                    <a:cubicBezTo>
                      <a:pt x="32" y="15"/>
                      <a:pt x="25" y="5"/>
                      <a:pt x="21" y="1"/>
                    </a:cubicBezTo>
                    <a:cubicBezTo>
                      <a:pt x="19" y="0"/>
                      <a:pt x="17" y="0"/>
                      <a:pt x="15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0" y="12"/>
                      <a:pt x="4" y="49"/>
                      <a:pt x="5" y="6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" name="Google Shape;903;p33"/>
              <p:cNvSpPr/>
              <p:nvPr/>
            </p:nvSpPr>
            <p:spPr>
              <a:xfrm>
                <a:off x="2612366" y="2225358"/>
                <a:ext cx="436051" cy="266837"/>
              </a:xfrm>
              <a:custGeom>
                <a:rect b="b" l="l" r="r" t="t"/>
                <a:pathLst>
                  <a:path extrusionOk="0" h="121" w="198">
                    <a:moveTo>
                      <a:pt x="198" y="60"/>
                    </a:moveTo>
                    <a:cubicBezTo>
                      <a:pt x="198" y="65"/>
                      <a:pt x="198" y="69"/>
                      <a:pt x="197" y="73"/>
                    </a:cubicBezTo>
                    <a:cubicBezTo>
                      <a:pt x="197" y="73"/>
                      <a:pt x="197" y="73"/>
                      <a:pt x="197" y="73"/>
                    </a:cubicBezTo>
                    <a:cubicBezTo>
                      <a:pt x="194" y="85"/>
                      <a:pt x="188" y="95"/>
                      <a:pt x="180" y="103"/>
                    </a:cubicBezTo>
                    <a:cubicBezTo>
                      <a:pt x="170" y="114"/>
                      <a:pt x="154" y="121"/>
                      <a:pt x="138" y="121"/>
                    </a:cubicBezTo>
                    <a:cubicBezTo>
                      <a:pt x="61" y="121"/>
                      <a:pt x="61" y="121"/>
                      <a:pt x="61" y="121"/>
                    </a:cubicBezTo>
                    <a:cubicBezTo>
                      <a:pt x="32" y="121"/>
                      <a:pt x="8" y="100"/>
                      <a:pt x="2" y="73"/>
                    </a:cubicBezTo>
                    <a:cubicBezTo>
                      <a:pt x="1" y="69"/>
                      <a:pt x="0" y="65"/>
                      <a:pt x="0" y="60"/>
                    </a:cubicBezTo>
                    <a:cubicBezTo>
                      <a:pt x="0" y="50"/>
                      <a:pt x="3" y="40"/>
                      <a:pt x="8" y="31"/>
                    </a:cubicBezTo>
                    <a:cubicBezTo>
                      <a:pt x="10" y="26"/>
                      <a:pt x="14" y="22"/>
                      <a:pt x="18" y="18"/>
                    </a:cubicBezTo>
                    <a:cubicBezTo>
                      <a:pt x="29" y="7"/>
                      <a:pt x="44" y="0"/>
                      <a:pt x="61" y="0"/>
                    </a:cubicBezTo>
                    <a:cubicBezTo>
                      <a:pt x="138" y="0"/>
                      <a:pt x="138" y="0"/>
                      <a:pt x="138" y="0"/>
                    </a:cubicBezTo>
                    <a:cubicBezTo>
                      <a:pt x="160" y="0"/>
                      <a:pt x="180" y="12"/>
                      <a:pt x="190" y="30"/>
                    </a:cubicBezTo>
                    <a:cubicBezTo>
                      <a:pt x="190" y="30"/>
                      <a:pt x="190" y="30"/>
                      <a:pt x="190" y="30"/>
                    </a:cubicBezTo>
                    <a:cubicBezTo>
                      <a:pt x="195" y="39"/>
                      <a:pt x="198" y="49"/>
                      <a:pt x="198" y="6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4" name="Google Shape;904;p33"/>
              <p:cNvSpPr/>
              <p:nvPr/>
            </p:nvSpPr>
            <p:spPr>
              <a:xfrm>
                <a:off x="2670010" y="2296019"/>
                <a:ext cx="316113" cy="103202"/>
              </a:xfrm>
              <a:custGeom>
                <a:rect b="b" l="l" r="r" t="t"/>
                <a:pathLst>
                  <a:path extrusionOk="0" h="47" w="144">
                    <a:moveTo>
                      <a:pt x="123" y="47"/>
                    </a:moveTo>
                    <a:cubicBezTo>
                      <a:pt x="21" y="47"/>
                      <a:pt x="21" y="47"/>
                      <a:pt x="21" y="47"/>
                    </a:cubicBezTo>
                    <a:cubicBezTo>
                      <a:pt x="9" y="47"/>
                      <a:pt x="0" y="38"/>
                      <a:pt x="0" y="26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9"/>
                      <a:pt x="9" y="0"/>
                      <a:pt x="21" y="0"/>
                    </a:cubicBezTo>
                    <a:cubicBezTo>
                      <a:pt x="123" y="0"/>
                      <a:pt x="123" y="0"/>
                      <a:pt x="123" y="0"/>
                    </a:cubicBezTo>
                    <a:cubicBezTo>
                      <a:pt x="135" y="0"/>
                      <a:pt x="144" y="9"/>
                      <a:pt x="144" y="21"/>
                    </a:cubicBezTo>
                    <a:cubicBezTo>
                      <a:pt x="144" y="26"/>
                      <a:pt x="144" y="26"/>
                      <a:pt x="144" y="26"/>
                    </a:cubicBezTo>
                    <a:cubicBezTo>
                      <a:pt x="144" y="38"/>
                      <a:pt x="135" y="47"/>
                      <a:pt x="123" y="4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5" name="Google Shape;905;p33"/>
              <p:cNvSpPr/>
              <p:nvPr/>
            </p:nvSpPr>
            <p:spPr>
              <a:xfrm>
                <a:off x="2683026" y="2309035"/>
                <a:ext cx="290081" cy="77169"/>
              </a:xfrm>
              <a:custGeom>
                <a:rect b="b" l="l" r="r" t="t"/>
                <a:pathLst>
                  <a:path extrusionOk="0" h="35" w="132">
                    <a:moveTo>
                      <a:pt x="18" y="35"/>
                    </a:moveTo>
                    <a:cubicBezTo>
                      <a:pt x="8" y="35"/>
                      <a:pt x="0" y="27"/>
                      <a:pt x="0" y="17"/>
                    </a:cubicBezTo>
                    <a:cubicBezTo>
                      <a:pt x="0" y="8"/>
                      <a:pt x="8" y="0"/>
                      <a:pt x="18" y="0"/>
                    </a:cubicBezTo>
                    <a:cubicBezTo>
                      <a:pt x="114" y="0"/>
                      <a:pt x="114" y="0"/>
                      <a:pt x="114" y="0"/>
                    </a:cubicBezTo>
                    <a:cubicBezTo>
                      <a:pt x="124" y="0"/>
                      <a:pt x="132" y="8"/>
                      <a:pt x="132" y="17"/>
                    </a:cubicBezTo>
                    <a:cubicBezTo>
                      <a:pt x="132" y="27"/>
                      <a:pt x="124" y="35"/>
                      <a:pt x="114" y="35"/>
                    </a:cubicBezTo>
                    <a:lnTo>
                      <a:pt x="18" y="3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" name="Google Shape;906;p33"/>
              <p:cNvSpPr/>
              <p:nvPr/>
            </p:nvSpPr>
            <p:spPr>
              <a:xfrm>
                <a:off x="2711848" y="2322981"/>
                <a:ext cx="50206" cy="50206"/>
              </a:xfrm>
              <a:custGeom>
                <a:rect b="b" l="l" r="r" t="t"/>
                <a:pathLst>
                  <a:path extrusionOk="0" h="23" w="23">
                    <a:moveTo>
                      <a:pt x="19" y="19"/>
                    </a:moveTo>
                    <a:cubicBezTo>
                      <a:pt x="15" y="23"/>
                      <a:pt x="8" y="23"/>
                      <a:pt x="4" y="19"/>
                    </a:cubicBezTo>
                    <a:cubicBezTo>
                      <a:pt x="0" y="15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23" y="8"/>
                      <a:pt x="23" y="15"/>
                      <a:pt x="19" y="1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7" name="Google Shape;907;p33"/>
              <p:cNvSpPr/>
              <p:nvPr/>
            </p:nvSpPr>
            <p:spPr>
              <a:xfrm>
                <a:off x="2898727" y="2322981"/>
                <a:ext cx="50206" cy="50206"/>
              </a:xfrm>
              <a:custGeom>
                <a:rect b="b" l="l" r="r" t="t"/>
                <a:pathLst>
                  <a:path extrusionOk="0" h="23" w="23">
                    <a:moveTo>
                      <a:pt x="19" y="19"/>
                    </a:moveTo>
                    <a:cubicBezTo>
                      <a:pt x="15" y="23"/>
                      <a:pt x="9" y="23"/>
                      <a:pt x="4" y="19"/>
                    </a:cubicBezTo>
                    <a:cubicBezTo>
                      <a:pt x="0" y="15"/>
                      <a:pt x="0" y="8"/>
                      <a:pt x="4" y="4"/>
                    </a:cubicBezTo>
                    <a:cubicBezTo>
                      <a:pt x="9" y="0"/>
                      <a:pt x="15" y="0"/>
                      <a:pt x="19" y="4"/>
                    </a:cubicBezTo>
                    <a:cubicBezTo>
                      <a:pt x="23" y="8"/>
                      <a:pt x="23" y="15"/>
                      <a:pt x="19" y="1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8" name="Google Shape;908;p33"/>
              <p:cNvSpPr/>
              <p:nvPr/>
            </p:nvSpPr>
            <p:spPr>
              <a:xfrm>
                <a:off x="2733233" y="2415027"/>
                <a:ext cx="183160" cy="41839"/>
              </a:xfrm>
              <a:custGeom>
                <a:rect b="b" l="l" r="r" t="t"/>
                <a:pathLst>
                  <a:path extrusionOk="0" h="19" w="83">
                    <a:moveTo>
                      <a:pt x="75" y="19"/>
                    </a:moveTo>
                    <a:cubicBezTo>
                      <a:pt x="9" y="19"/>
                      <a:pt x="9" y="19"/>
                      <a:pt x="9" y="19"/>
                    </a:cubicBezTo>
                    <a:cubicBezTo>
                      <a:pt x="4" y="19"/>
                      <a:pt x="0" y="15"/>
                      <a:pt x="0" y="11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4"/>
                      <a:pt x="4" y="0"/>
                      <a:pt x="9" y="0"/>
                    </a:cubicBezTo>
                    <a:cubicBezTo>
                      <a:pt x="75" y="0"/>
                      <a:pt x="75" y="0"/>
                      <a:pt x="75" y="0"/>
                    </a:cubicBezTo>
                    <a:cubicBezTo>
                      <a:pt x="79" y="0"/>
                      <a:pt x="83" y="4"/>
                      <a:pt x="83" y="8"/>
                    </a:cubicBezTo>
                    <a:cubicBezTo>
                      <a:pt x="83" y="11"/>
                      <a:pt x="83" y="11"/>
                      <a:pt x="83" y="11"/>
                    </a:cubicBezTo>
                    <a:cubicBezTo>
                      <a:pt x="83" y="15"/>
                      <a:pt x="79" y="19"/>
                      <a:pt x="75" y="1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9" name="Google Shape;909;p33"/>
              <p:cNvSpPr/>
              <p:nvPr/>
            </p:nvSpPr>
            <p:spPr>
              <a:xfrm>
                <a:off x="2749038" y="2424324"/>
                <a:ext cx="151549" cy="21384"/>
              </a:xfrm>
              <a:custGeom>
                <a:rect b="b" l="l" r="r" t="t"/>
                <a:pathLst>
                  <a:path extrusionOk="0" h="10" w="69">
                    <a:moveTo>
                      <a:pt x="69" y="5"/>
                    </a:moveTo>
                    <a:cubicBezTo>
                      <a:pt x="69" y="6"/>
                      <a:pt x="69" y="6"/>
                      <a:pt x="69" y="6"/>
                    </a:cubicBezTo>
                    <a:cubicBezTo>
                      <a:pt x="69" y="7"/>
                      <a:pt x="69" y="8"/>
                      <a:pt x="68" y="9"/>
                    </a:cubicBezTo>
                    <a:cubicBezTo>
                      <a:pt x="67" y="10"/>
                      <a:pt x="66" y="10"/>
                      <a:pt x="64" y="10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3" y="10"/>
                      <a:pt x="1" y="9"/>
                      <a:pt x="0" y="6"/>
                    </a:cubicBezTo>
                    <a:cubicBezTo>
                      <a:pt x="0" y="6"/>
                      <a:pt x="0" y="6"/>
                      <a:pt x="0" y="5"/>
                    </a:cubicBezTo>
                    <a:cubicBezTo>
                      <a:pt x="0" y="4"/>
                      <a:pt x="1" y="3"/>
                      <a:pt x="2" y="2"/>
                    </a:cubicBezTo>
                    <a:cubicBezTo>
                      <a:pt x="3" y="1"/>
                      <a:pt x="4" y="0"/>
                      <a:pt x="5" y="0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7" y="0"/>
                      <a:pt x="69" y="3"/>
                      <a:pt x="69" y="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" name="Google Shape;910;p33"/>
              <p:cNvSpPr/>
              <p:nvPr/>
            </p:nvSpPr>
            <p:spPr>
              <a:xfrm>
                <a:off x="2762054" y="2492195"/>
                <a:ext cx="130164" cy="39979"/>
              </a:xfrm>
              <a:custGeom>
                <a:rect b="b" l="l" r="r" t="t"/>
                <a:pathLst>
                  <a:path extrusionOk="0" h="18" w="59">
                    <a:moveTo>
                      <a:pt x="59" y="9"/>
                    </a:moveTo>
                    <a:cubicBezTo>
                      <a:pt x="59" y="9"/>
                      <a:pt x="59" y="9"/>
                      <a:pt x="59" y="9"/>
                    </a:cubicBezTo>
                    <a:cubicBezTo>
                      <a:pt x="59" y="12"/>
                      <a:pt x="58" y="13"/>
                      <a:pt x="56" y="15"/>
                    </a:cubicBezTo>
                    <a:cubicBezTo>
                      <a:pt x="55" y="17"/>
                      <a:pt x="53" y="18"/>
                      <a:pt x="50" y="18"/>
                    </a:cubicBezTo>
                    <a:cubicBezTo>
                      <a:pt x="9" y="18"/>
                      <a:pt x="9" y="18"/>
                      <a:pt x="9" y="18"/>
                    </a:cubicBezTo>
                    <a:cubicBezTo>
                      <a:pt x="5" y="18"/>
                      <a:pt x="1" y="14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6"/>
                      <a:pt x="1" y="4"/>
                      <a:pt x="3" y="2"/>
                    </a:cubicBezTo>
                    <a:cubicBezTo>
                      <a:pt x="5" y="1"/>
                      <a:pt x="7" y="0"/>
                      <a:pt x="9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55" y="0"/>
                      <a:pt x="59" y="4"/>
                      <a:pt x="59" y="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1" name="Google Shape;911;p33"/>
              <p:cNvSpPr/>
              <p:nvPr/>
            </p:nvSpPr>
            <p:spPr>
              <a:xfrm>
                <a:off x="2762054" y="2532174"/>
                <a:ext cx="130164" cy="37190"/>
              </a:xfrm>
              <a:custGeom>
                <a:rect b="b" l="l" r="r" t="t"/>
                <a:pathLst>
                  <a:path extrusionOk="0" h="17" w="59">
                    <a:moveTo>
                      <a:pt x="51" y="17"/>
                    </a:moveTo>
                    <a:cubicBezTo>
                      <a:pt x="8" y="17"/>
                      <a:pt x="8" y="17"/>
                      <a:pt x="8" y="17"/>
                    </a:cubicBezTo>
                    <a:cubicBezTo>
                      <a:pt x="4" y="17"/>
                      <a:pt x="0" y="14"/>
                      <a:pt x="0" y="1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3"/>
                      <a:pt x="4" y="0"/>
                      <a:pt x="8" y="0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56" y="0"/>
                      <a:pt x="59" y="3"/>
                      <a:pt x="59" y="7"/>
                    </a:cubicBezTo>
                    <a:cubicBezTo>
                      <a:pt x="59" y="10"/>
                      <a:pt x="59" y="10"/>
                      <a:pt x="59" y="10"/>
                    </a:cubicBezTo>
                    <a:cubicBezTo>
                      <a:pt x="59" y="14"/>
                      <a:pt x="56" y="17"/>
                      <a:pt x="51" y="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2" name="Google Shape;912;p33"/>
              <p:cNvSpPr/>
              <p:nvPr/>
            </p:nvSpPr>
            <p:spPr>
              <a:xfrm>
                <a:off x="2654204" y="2569364"/>
                <a:ext cx="347725" cy="120867"/>
              </a:xfrm>
              <a:custGeom>
                <a:rect b="b" l="l" r="r" t="t"/>
                <a:pathLst>
                  <a:path extrusionOk="0" h="55" w="158">
                    <a:moveTo>
                      <a:pt x="158" y="28"/>
                    </a:moveTo>
                    <a:cubicBezTo>
                      <a:pt x="136" y="45"/>
                      <a:pt x="111" y="54"/>
                      <a:pt x="85" y="55"/>
                    </a:cubicBezTo>
                    <a:cubicBezTo>
                      <a:pt x="75" y="55"/>
                      <a:pt x="64" y="55"/>
                      <a:pt x="54" y="53"/>
                    </a:cubicBezTo>
                    <a:cubicBezTo>
                      <a:pt x="50" y="52"/>
                      <a:pt x="46" y="51"/>
                      <a:pt x="42" y="50"/>
                    </a:cubicBezTo>
                    <a:cubicBezTo>
                      <a:pt x="27" y="46"/>
                      <a:pt x="13" y="39"/>
                      <a:pt x="0" y="29"/>
                    </a:cubicBezTo>
                    <a:cubicBezTo>
                      <a:pt x="1" y="25"/>
                      <a:pt x="3" y="22"/>
                      <a:pt x="5" y="1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12" y="8"/>
                      <a:pt x="25" y="0"/>
                      <a:pt x="39" y="0"/>
                    </a:cubicBezTo>
                    <a:cubicBezTo>
                      <a:pt x="119" y="0"/>
                      <a:pt x="119" y="0"/>
                      <a:pt x="119" y="0"/>
                    </a:cubicBezTo>
                    <a:cubicBezTo>
                      <a:pt x="133" y="0"/>
                      <a:pt x="146" y="8"/>
                      <a:pt x="153" y="19"/>
                    </a:cubicBezTo>
                    <a:cubicBezTo>
                      <a:pt x="155" y="22"/>
                      <a:pt x="157" y="25"/>
                      <a:pt x="158" y="2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3" name="Google Shape;913;p33"/>
              <p:cNvSpPr/>
              <p:nvPr/>
            </p:nvSpPr>
            <p:spPr>
              <a:xfrm>
                <a:off x="2762054" y="2492195"/>
                <a:ext cx="130164" cy="19525"/>
              </a:xfrm>
              <a:custGeom>
                <a:rect b="b" l="l" r="r" t="t"/>
                <a:pathLst>
                  <a:path extrusionOk="0" h="9" w="59">
                    <a:moveTo>
                      <a:pt x="59" y="9"/>
                    </a:moveTo>
                    <a:cubicBezTo>
                      <a:pt x="59" y="9"/>
                      <a:pt x="59" y="9"/>
                      <a:pt x="59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6"/>
                      <a:pt x="1" y="4"/>
                      <a:pt x="3" y="2"/>
                    </a:cubicBezTo>
                    <a:cubicBezTo>
                      <a:pt x="5" y="1"/>
                      <a:pt x="7" y="0"/>
                      <a:pt x="9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55" y="0"/>
                      <a:pt x="59" y="4"/>
                      <a:pt x="59" y="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4" name="Google Shape;914;p33"/>
              <p:cNvSpPr/>
              <p:nvPr/>
            </p:nvSpPr>
            <p:spPr>
              <a:xfrm>
                <a:off x="2762054" y="2532174"/>
                <a:ext cx="130164" cy="19525"/>
              </a:xfrm>
              <a:custGeom>
                <a:rect b="b" l="l" r="r" t="t"/>
                <a:pathLst>
                  <a:path extrusionOk="0" h="9" w="59">
                    <a:moveTo>
                      <a:pt x="59" y="9"/>
                    </a:moveTo>
                    <a:cubicBezTo>
                      <a:pt x="59" y="9"/>
                      <a:pt x="59" y="9"/>
                      <a:pt x="59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6"/>
                      <a:pt x="1" y="4"/>
                      <a:pt x="3" y="2"/>
                    </a:cubicBezTo>
                    <a:cubicBezTo>
                      <a:pt x="5" y="1"/>
                      <a:pt x="7" y="0"/>
                      <a:pt x="9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55" y="0"/>
                      <a:pt x="59" y="4"/>
                      <a:pt x="59" y="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5" name="Google Shape;915;p33"/>
              <p:cNvSpPr/>
              <p:nvPr/>
            </p:nvSpPr>
            <p:spPr>
              <a:xfrm>
                <a:off x="2617014" y="2386204"/>
                <a:ext cx="428613" cy="105991"/>
              </a:xfrm>
              <a:custGeom>
                <a:rect b="b" l="l" r="r" t="t"/>
                <a:pathLst>
                  <a:path extrusionOk="0" h="48" w="195">
                    <a:moveTo>
                      <a:pt x="195" y="0"/>
                    </a:moveTo>
                    <a:cubicBezTo>
                      <a:pt x="192" y="12"/>
                      <a:pt x="186" y="22"/>
                      <a:pt x="178" y="30"/>
                    </a:cubicBezTo>
                    <a:cubicBezTo>
                      <a:pt x="168" y="41"/>
                      <a:pt x="152" y="48"/>
                      <a:pt x="136" y="48"/>
                    </a:cubicBezTo>
                    <a:cubicBezTo>
                      <a:pt x="59" y="48"/>
                      <a:pt x="59" y="48"/>
                      <a:pt x="59" y="48"/>
                    </a:cubicBezTo>
                    <a:cubicBezTo>
                      <a:pt x="30" y="48"/>
                      <a:pt x="6" y="27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5" y="45"/>
                      <a:pt x="95" y="45"/>
                    </a:cubicBezTo>
                    <a:cubicBezTo>
                      <a:pt x="183" y="45"/>
                      <a:pt x="194" y="1"/>
                      <a:pt x="1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6" name="Google Shape;916;p33"/>
              <p:cNvSpPr/>
              <p:nvPr/>
            </p:nvSpPr>
            <p:spPr>
              <a:xfrm>
                <a:off x="2630031" y="2225358"/>
                <a:ext cx="400721" cy="68801"/>
              </a:xfrm>
              <a:custGeom>
                <a:rect b="b" l="l" r="r" t="t"/>
                <a:pathLst>
                  <a:path extrusionOk="0" h="31" w="182">
                    <a:moveTo>
                      <a:pt x="182" y="30"/>
                    </a:moveTo>
                    <a:cubicBezTo>
                      <a:pt x="181" y="30"/>
                      <a:pt x="154" y="3"/>
                      <a:pt x="89" y="3"/>
                    </a:cubicBezTo>
                    <a:cubicBezTo>
                      <a:pt x="28" y="3"/>
                      <a:pt x="3" y="27"/>
                      <a:pt x="0" y="31"/>
                    </a:cubicBezTo>
                    <a:cubicBezTo>
                      <a:pt x="2" y="26"/>
                      <a:pt x="6" y="22"/>
                      <a:pt x="10" y="18"/>
                    </a:cubicBezTo>
                    <a:cubicBezTo>
                      <a:pt x="21" y="7"/>
                      <a:pt x="36" y="0"/>
                      <a:pt x="53" y="0"/>
                    </a:cubicBezTo>
                    <a:cubicBezTo>
                      <a:pt x="130" y="0"/>
                      <a:pt x="130" y="0"/>
                      <a:pt x="130" y="0"/>
                    </a:cubicBezTo>
                    <a:cubicBezTo>
                      <a:pt x="152" y="0"/>
                      <a:pt x="172" y="12"/>
                      <a:pt x="182" y="3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17" name="Google Shape;917;p33"/>
          <p:cNvGrpSpPr/>
          <p:nvPr/>
        </p:nvGrpSpPr>
        <p:grpSpPr>
          <a:xfrm>
            <a:off x="1059020" y="2773285"/>
            <a:ext cx="986734" cy="1225805"/>
            <a:chOff x="1584052" y="3282479"/>
            <a:chExt cx="602475" cy="748446"/>
          </a:xfrm>
        </p:grpSpPr>
        <p:sp>
          <p:nvSpPr>
            <p:cNvPr id="918" name="Google Shape;918;p33"/>
            <p:cNvSpPr/>
            <p:nvPr/>
          </p:nvSpPr>
          <p:spPr>
            <a:xfrm>
              <a:off x="1584052" y="3427520"/>
              <a:ext cx="602475" cy="603406"/>
            </a:xfrm>
            <a:custGeom>
              <a:rect b="b" l="l" r="r" t="t"/>
              <a:pathLst>
                <a:path extrusionOk="0" h="274" w="274">
                  <a:moveTo>
                    <a:pt x="223" y="235"/>
                  </a:moveTo>
                  <a:cubicBezTo>
                    <a:pt x="199" y="259"/>
                    <a:pt x="168" y="272"/>
                    <a:pt x="137" y="273"/>
                  </a:cubicBezTo>
                  <a:cubicBezTo>
                    <a:pt x="127" y="274"/>
                    <a:pt x="116" y="273"/>
                    <a:pt x="106" y="271"/>
                  </a:cubicBezTo>
                  <a:cubicBezTo>
                    <a:pt x="102" y="270"/>
                    <a:pt x="98" y="269"/>
                    <a:pt x="94" y="268"/>
                  </a:cubicBezTo>
                  <a:cubicBezTo>
                    <a:pt x="74" y="262"/>
                    <a:pt x="55" y="251"/>
                    <a:pt x="39" y="235"/>
                  </a:cubicBezTo>
                  <a:cubicBezTo>
                    <a:pt x="23" y="219"/>
                    <a:pt x="12" y="200"/>
                    <a:pt x="6" y="179"/>
                  </a:cubicBezTo>
                  <a:cubicBezTo>
                    <a:pt x="4" y="175"/>
                    <a:pt x="4" y="171"/>
                    <a:pt x="3" y="167"/>
                  </a:cubicBezTo>
                  <a:cubicBezTo>
                    <a:pt x="1" y="157"/>
                    <a:pt x="0" y="147"/>
                    <a:pt x="1" y="136"/>
                  </a:cubicBezTo>
                  <a:cubicBezTo>
                    <a:pt x="2" y="105"/>
                    <a:pt x="15" y="75"/>
                    <a:pt x="39" y="51"/>
                  </a:cubicBezTo>
                  <a:cubicBezTo>
                    <a:pt x="89" y="0"/>
                    <a:pt x="172" y="0"/>
                    <a:pt x="223" y="51"/>
                  </a:cubicBezTo>
                  <a:cubicBezTo>
                    <a:pt x="274" y="102"/>
                    <a:pt x="274" y="184"/>
                    <a:pt x="223" y="2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" name="Google Shape;919;p33"/>
            <p:cNvSpPr/>
            <p:nvPr/>
          </p:nvSpPr>
          <p:spPr>
            <a:xfrm>
              <a:off x="2002438" y="3564192"/>
              <a:ext cx="79029" cy="132024"/>
            </a:xfrm>
            <a:custGeom>
              <a:rect b="b" l="l" r="r" t="t"/>
              <a:pathLst>
                <a:path extrusionOk="0" h="60" w="36">
                  <a:moveTo>
                    <a:pt x="0" y="9"/>
                  </a:moveTo>
                  <a:cubicBezTo>
                    <a:pt x="0" y="9"/>
                    <a:pt x="7" y="0"/>
                    <a:pt x="21" y="4"/>
                  </a:cubicBezTo>
                  <a:cubicBezTo>
                    <a:pt x="36" y="9"/>
                    <a:pt x="27" y="56"/>
                    <a:pt x="0" y="60"/>
                  </a:cubicBezTo>
                  <a:lnTo>
                    <a:pt x="0" y="9"/>
                  </a:lnTo>
                  <a:close/>
                </a:path>
              </a:pathLst>
            </a:custGeom>
            <a:solidFill>
              <a:srgbClr val="91634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33"/>
            <p:cNvSpPr/>
            <p:nvPr/>
          </p:nvSpPr>
          <p:spPr>
            <a:xfrm>
              <a:off x="2015454" y="3593014"/>
              <a:ext cx="39049" cy="72520"/>
            </a:xfrm>
            <a:custGeom>
              <a:rect b="b" l="l" r="r" t="t"/>
              <a:pathLst>
                <a:path extrusionOk="0" h="33" w="18">
                  <a:moveTo>
                    <a:pt x="0" y="8"/>
                  </a:moveTo>
                  <a:cubicBezTo>
                    <a:pt x="0" y="8"/>
                    <a:pt x="3" y="0"/>
                    <a:pt x="11" y="0"/>
                  </a:cubicBezTo>
                  <a:cubicBezTo>
                    <a:pt x="18" y="1"/>
                    <a:pt x="15" y="21"/>
                    <a:pt x="0" y="33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rgbClr val="54392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33"/>
            <p:cNvSpPr/>
            <p:nvPr/>
          </p:nvSpPr>
          <p:spPr>
            <a:xfrm>
              <a:off x="1654713" y="3564192"/>
              <a:ext cx="77169" cy="132024"/>
            </a:xfrm>
            <a:custGeom>
              <a:rect b="b" l="l" r="r" t="t"/>
              <a:pathLst>
                <a:path extrusionOk="0" h="60" w="35">
                  <a:moveTo>
                    <a:pt x="35" y="9"/>
                  </a:moveTo>
                  <a:cubicBezTo>
                    <a:pt x="35" y="9"/>
                    <a:pt x="29" y="0"/>
                    <a:pt x="14" y="4"/>
                  </a:cubicBezTo>
                  <a:cubicBezTo>
                    <a:pt x="0" y="9"/>
                    <a:pt x="9" y="56"/>
                    <a:pt x="35" y="60"/>
                  </a:cubicBezTo>
                  <a:lnTo>
                    <a:pt x="35" y="9"/>
                  </a:lnTo>
                  <a:close/>
                </a:path>
              </a:pathLst>
            </a:custGeom>
            <a:solidFill>
              <a:srgbClr val="91634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33"/>
            <p:cNvSpPr/>
            <p:nvPr/>
          </p:nvSpPr>
          <p:spPr>
            <a:xfrm>
              <a:off x="1680746" y="3593014"/>
              <a:ext cx="38120" cy="72520"/>
            </a:xfrm>
            <a:custGeom>
              <a:rect b="b" l="l" r="r" t="t"/>
              <a:pathLst>
                <a:path extrusionOk="0" h="33" w="17">
                  <a:moveTo>
                    <a:pt x="17" y="8"/>
                  </a:moveTo>
                  <a:cubicBezTo>
                    <a:pt x="17" y="8"/>
                    <a:pt x="14" y="0"/>
                    <a:pt x="7" y="0"/>
                  </a:cubicBezTo>
                  <a:cubicBezTo>
                    <a:pt x="0" y="1"/>
                    <a:pt x="2" y="21"/>
                    <a:pt x="17" y="33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54392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33"/>
            <p:cNvSpPr/>
            <p:nvPr/>
          </p:nvSpPr>
          <p:spPr>
            <a:xfrm>
              <a:off x="1709568" y="3852414"/>
              <a:ext cx="320763" cy="176652"/>
            </a:xfrm>
            <a:custGeom>
              <a:rect b="b" l="l" r="r" t="t"/>
              <a:pathLst>
                <a:path extrusionOk="0" h="80" w="146">
                  <a:moveTo>
                    <a:pt x="146" y="21"/>
                  </a:moveTo>
                  <a:cubicBezTo>
                    <a:pt x="146" y="58"/>
                    <a:pt x="146" y="58"/>
                    <a:pt x="146" y="58"/>
                  </a:cubicBezTo>
                  <a:cubicBezTo>
                    <a:pt x="143" y="60"/>
                    <a:pt x="140" y="62"/>
                    <a:pt x="136" y="64"/>
                  </a:cubicBezTo>
                  <a:cubicBezTo>
                    <a:pt x="118" y="75"/>
                    <a:pt x="96" y="80"/>
                    <a:pt x="74" y="80"/>
                  </a:cubicBezTo>
                  <a:cubicBezTo>
                    <a:pt x="51" y="80"/>
                    <a:pt x="29" y="74"/>
                    <a:pt x="11" y="64"/>
                  </a:cubicBezTo>
                  <a:cubicBezTo>
                    <a:pt x="7" y="62"/>
                    <a:pt x="4" y="60"/>
                    <a:pt x="0" y="58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13"/>
                    <a:pt x="2" y="5"/>
                    <a:pt x="6" y="2"/>
                  </a:cubicBezTo>
                  <a:cubicBezTo>
                    <a:pt x="8" y="1"/>
                    <a:pt x="9" y="0"/>
                    <a:pt x="11" y="0"/>
                  </a:cubicBezTo>
                  <a:cubicBezTo>
                    <a:pt x="11" y="0"/>
                    <a:pt x="11" y="0"/>
                    <a:pt x="12" y="0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36" y="0"/>
                    <a:pt x="136" y="0"/>
                    <a:pt x="136" y="0"/>
                  </a:cubicBezTo>
                  <a:cubicBezTo>
                    <a:pt x="136" y="0"/>
                    <a:pt x="136" y="0"/>
                    <a:pt x="136" y="0"/>
                  </a:cubicBezTo>
                  <a:cubicBezTo>
                    <a:pt x="137" y="0"/>
                    <a:pt x="138" y="1"/>
                    <a:pt x="139" y="1"/>
                  </a:cubicBezTo>
                  <a:cubicBezTo>
                    <a:pt x="144" y="4"/>
                    <a:pt x="146" y="12"/>
                    <a:pt x="146" y="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33"/>
            <p:cNvSpPr/>
            <p:nvPr/>
          </p:nvSpPr>
          <p:spPr>
            <a:xfrm>
              <a:off x="1797894" y="3852414"/>
              <a:ext cx="140392" cy="52996"/>
            </a:xfrm>
            <a:custGeom>
              <a:rect b="b" l="l" r="r" t="t"/>
              <a:pathLst>
                <a:path extrusionOk="0" h="24" w="64">
                  <a:moveTo>
                    <a:pt x="0" y="0"/>
                  </a:moveTo>
                  <a:cubicBezTo>
                    <a:pt x="0" y="0"/>
                    <a:pt x="5" y="24"/>
                    <a:pt x="32" y="24"/>
                  </a:cubicBezTo>
                  <a:cubicBezTo>
                    <a:pt x="64" y="24"/>
                    <a:pt x="64" y="0"/>
                    <a:pt x="6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33"/>
            <p:cNvSpPr/>
            <p:nvPr/>
          </p:nvSpPr>
          <p:spPr>
            <a:xfrm>
              <a:off x="1828576" y="3779894"/>
              <a:ext cx="85537" cy="114359"/>
            </a:xfrm>
            <a:custGeom>
              <a:rect b="b" l="l" r="r" t="t"/>
              <a:pathLst>
                <a:path extrusionOk="0" h="52" w="39">
                  <a:moveTo>
                    <a:pt x="39" y="38"/>
                  </a:moveTo>
                  <a:cubicBezTo>
                    <a:pt x="39" y="52"/>
                    <a:pt x="0" y="52"/>
                    <a:pt x="0" y="3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9" y="0"/>
                    <a:pt x="39" y="0"/>
                    <a:pt x="39" y="0"/>
                  </a:cubicBezTo>
                  <a:lnTo>
                    <a:pt x="39" y="38"/>
                  </a:lnTo>
                  <a:close/>
                </a:path>
              </a:pathLst>
            </a:custGeom>
            <a:solidFill>
              <a:srgbClr val="54392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p33"/>
            <p:cNvSpPr/>
            <p:nvPr/>
          </p:nvSpPr>
          <p:spPr>
            <a:xfrm>
              <a:off x="1659362" y="3852414"/>
              <a:ext cx="76239" cy="141321"/>
            </a:xfrm>
            <a:custGeom>
              <a:rect b="b" l="l" r="r" t="t"/>
              <a:pathLst>
                <a:path extrusionOk="0" h="64" w="35">
                  <a:moveTo>
                    <a:pt x="35" y="62"/>
                  </a:moveTo>
                  <a:cubicBezTo>
                    <a:pt x="34" y="63"/>
                    <a:pt x="34" y="64"/>
                    <a:pt x="34" y="64"/>
                  </a:cubicBezTo>
                  <a:cubicBezTo>
                    <a:pt x="30" y="62"/>
                    <a:pt x="27" y="60"/>
                    <a:pt x="23" y="58"/>
                  </a:cubicBezTo>
                  <a:cubicBezTo>
                    <a:pt x="15" y="52"/>
                    <a:pt x="7" y="45"/>
                    <a:pt x="0" y="37"/>
                  </a:cubicBezTo>
                  <a:cubicBezTo>
                    <a:pt x="11" y="14"/>
                    <a:pt x="23" y="6"/>
                    <a:pt x="29" y="2"/>
                  </a:cubicBezTo>
                  <a:cubicBezTo>
                    <a:pt x="32" y="1"/>
                    <a:pt x="34" y="0"/>
                    <a:pt x="34" y="0"/>
                  </a:cubicBezTo>
                  <a:cubicBezTo>
                    <a:pt x="34" y="0"/>
                    <a:pt x="34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lnTo>
                    <a:pt x="35" y="6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p33"/>
            <p:cNvSpPr/>
            <p:nvPr/>
          </p:nvSpPr>
          <p:spPr>
            <a:xfrm>
              <a:off x="2006157" y="3852414"/>
              <a:ext cx="77169" cy="141321"/>
            </a:xfrm>
            <a:custGeom>
              <a:rect b="b" l="l" r="r" t="t"/>
              <a:pathLst>
                <a:path extrusionOk="0" h="64" w="35">
                  <a:moveTo>
                    <a:pt x="35" y="37"/>
                  </a:moveTo>
                  <a:cubicBezTo>
                    <a:pt x="28" y="45"/>
                    <a:pt x="20" y="52"/>
                    <a:pt x="11" y="58"/>
                  </a:cubicBezTo>
                  <a:cubicBezTo>
                    <a:pt x="8" y="60"/>
                    <a:pt x="5" y="62"/>
                    <a:pt x="1" y="64"/>
                  </a:cubicBezTo>
                  <a:cubicBezTo>
                    <a:pt x="1" y="64"/>
                    <a:pt x="1" y="63"/>
                    <a:pt x="0" y="6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3" y="1"/>
                    <a:pt x="4" y="1"/>
                  </a:cubicBezTo>
                  <a:cubicBezTo>
                    <a:pt x="10" y="4"/>
                    <a:pt x="23" y="12"/>
                    <a:pt x="35" y="3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8" name="Google Shape;928;p33"/>
            <p:cNvSpPr/>
            <p:nvPr/>
          </p:nvSpPr>
          <p:spPr>
            <a:xfrm>
              <a:off x="1716076" y="3366156"/>
              <a:ext cx="310535" cy="440700"/>
            </a:xfrm>
            <a:custGeom>
              <a:rect b="b" l="l" r="r" t="t"/>
              <a:pathLst>
                <a:path extrusionOk="0" h="200" w="141">
                  <a:moveTo>
                    <a:pt x="141" y="71"/>
                  </a:moveTo>
                  <a:cubicBezTo>
                    <a:pt x="141" y="129"/>
                    <a:pt x="141" y="129"/>
                    <a:pt x="141" y="129"/>
                  </a:cubicBezTo>
                  <a:cubicBezTo>
                    <a:pt x="141" y="149"/>
                    <a:pt x="133" y="167"/>
                    <a:pt x="120" y="179"/>
                  </a:cubicBezTo>
                  <a:cubicBezTo>
                    <a:pt x="107" y="192"/>
                    <a:pt x="90" y="200"/>
                    <a:pt x="70" y="200"/>
                  </a:cubicBezTo>
                  <a:cubicBezTo>
                    <a:pt x="69" y="200"/>
                    <a:pt x="68" y="200"/>
                    <a:pt x="66" y="200"/>
                  </a:cubicBezTo>
                  <a:cubicBezTo>
                    <a:pt x="29" y="198"/>
                    <a:pt x="0" y="167"/>
                    <a:pt x="0" y="129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54"/>
                    <a:pt x="6" y="38"/>
                    <a:pt x="16" y="26"/>
                  </a:cubicBezTo>
                  <a:cubicBezTo>
                    <a:pt x="29" y="10"/>
                    <a:pt x="48" y="0"/>
                    <a:pt x="70" y="0"/>
                  </a:cubicBezTo>
                  <a:cubicBezTo>
                    <a:pt x="109" y="0"/>
                    <a:pt x="141" y="32"/>
                    <a:pt x="141" y="71"/>
                  </a:cubicBezTo>
                  <a:close/>
                </a:path>
              </a:pathLst>
            </a:custGeom>
            <a:solidFill>
              <a:srgbClr val="91634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33"/>
            <p:cNvSpPr/>
            <p:nvPr/>
          </p:nvSpPr>
          <p:spPr>
            <a:xfrm>
              <a:off x="1709568" y="3436817"/>
              <a:ext cx="74380" cy="162706"/>
            </a:xfrm>
            <a:custGeom>
              <a:rect b="b" l="l" r="r" t="t"/>
              <a:pathLst>
                <a:path extrusionOk="0" h="74" w="34">
                  <a:moveTo>
                    <a:pt x="7" y="15"/>
                  </a:moveTo>
                  <a:cubicBezTo>
                    <a:pt x="7" y="15"/>
                    <a:pt x="0" y="23"/>
                    <a:pt x="3" y="74"/>
                  </a:cubicBezTo>
                  <a:cubicBezTo>
                    <a:pt x="3" y="74"/>
                    <a:pt x="3" y="74"/>
                    <a:pt x="3" y="74"/>
                  </a:cubicBezTo>
                  <a:cubicBezTo>
                    <a:pt x="11" y="61"/>
                    <a:pt x="16" y="45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34" y="17"/>
                    <a:pt x="32" y="3"/>
                  </a:cubicBezTo>
                  <a:cubicBezTo>
                    <a:pt x="32" y="3"/>
                    <a:pt x="11" y="0"/>
                    <a:pt x="7" y="15"/>
                  </a:cubicBezTo>
                  <a:close/>
                </a:path>
              </a:pathLst>
            </a:custGeom>
            <a:solidFill>
              <a:srgbClr val="2D1C1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0" name="Google Shape;930;p33"/>
            <p:cNvSpPr/>
            <p:nvPr/>
          </p:nvSpPr>
          <p:spPr>
            <a:xfrm>
              <a:off x="1957810" y="3421012"/>
              <a:ext cx="75310" cy="173863"/>
            </a:xfrm>
            <a:custGeom>
              <a:rect b="b" l="l" r="r" t="t"/>
              <a:pathLst>
                <a:path extrusionOk="0" h="79" w="34">
                  <a:moveTo>
                    <a:pt x="27" y="20"/>
                  </a:moveTo>
                  <a:cubicBezTo>
                    <a:pt x="27" y="20"/>
                    <a:pt x="34" y="28"/>
                    <a:pt x="31" y="79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23" y="65"/>
                    <a:pt x="18" y="50"/>
                    <a:pt x="17" y="34"/>
                  </a:cubicBezTo>
                  <a:cubicBezTo>
                    <a:pt x="17" y="32"/>
                    <a:pt x="17" y="32"/>
                    <a:pt x="17" y="32"/>
                  </a:cubicBezTo>
                  <a:cubicBezTo>
                    <a:pt x="17" y="32"/>
                    <a:pt x="0" y="21"/>
                    <a:pt x="2" y="8"/>
                  </a:cubicBezTo>
                  <a:cubicBezTo>
                    <a:pt x="2" y="8"/>
                    <a:pt x="22" y="0"/>
                    <a:pt x="27" y="20"/>
                  </a:cubicBezTo>
                  <a:close/>
                </a:path>
              </a:pathLst>
            </a:custGeom>
            <a:solidFill>
              <a:srgbClr val="2D1C1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1" name="Google Shape;931;p33"/>
            <p:cNvSpPr/>
            <p:nvPr/>
          </p:nvSpPr>
          <p:spPr>
            <a:xfrm>
              <a:off x="1783948" y="3566052"/>
              <a:ext cx="33471" cy="49277"/>
            </a:xfrm>
            <a:custGeom>
              <a:rect b="b" l="l" r="r" t="t"/>
              <a:pathLst>
                <a:path extrusionOk="0" h="22" w="15">
                  <a:moveTo>
                    <a:pt x="8" y="22"/>
                  </a:moveTo>
                  <a:cubicBezTo>
                    <a:pt x="8" y="22"/>
                    <a:pt x="8" y="22"/>
                    <a:pt x="8" y="22"/>
                  </a:cubicBezTo>
                  <a:cubicBezTo>
                    <a:pt x="4" y="22"/>
                    <a:pt x="0" y="18"/>
                    <a:pt x="0" y="14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8"/>
                    <a:pt x="12" y="22"/>
                    <a:pt x="8" y="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2" name="Google Shape;932;p33"/>
            <p:cNvSpPr/>
            <p:nvPr/>
          </p:nvSpPr>
          <p:spPr>
            <a:xfrm>
              <a:off x="1925269" y="3566052"/>
              <a:ext cx="32541" cy="49277"/>
            </a:xfrm>
            <a:custGeom>
              <a:rect b="b" l="l" r="r" t="t"/>
              <a:pathLst>
                <a:path extrusionOk="0" h="22" w="15">
                  <a:moveTo>
                    <a:pt x="7" y="22"/>
                  </a:moveTo>
                  <a:cubicBezTo>
                    <a:pt x="7" y="22"/>
                    <a:pt x="7" y="22"/>
                    <a:pt x="7" y="22"/>
                  </a:cubicBezTo>
                  <a:cubicBezTo>
                    <a:pt x="3" y="22"/>
                    <a:pt x="0" y="18"/>
                    <a:pt x="0" y="14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8"/>
                    <a:pt x="11" y="22"/>
                    <a:pt x="7" y="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33"/>
            <p:cNvSpPr/>
            <p:nvPr/>
          </p:nvSpPr>
          <p:spPr>
            <a:xfrm>
              <a:off x="1759775" y="3513986"/>
              <a:ext cx="59504" cy="35330"/>
            </a:xfrm>
            <a:custGeom>
              <a:rect b="b" l="l" r="r" t="t"/>
              <a:pathLst>
                <a:path extrusionOk="0" h="16" w="27">
                  <a:moveTo>
                    <a:pt x="1" y="8"/>
                  </a:moveTo>
                  <a:cubicBezTo>
                    <a:pt x="5" y="5"/>
                    <a:pt x="12" y="0"/>
                    <a:pt x="22" y="1"/>
                  </a:cubicBezTo>
                  <a:cubicBezTo>
                    <a:pt x="25" y="1"/>
                    <a:pt x="27" y="3"/>
                    <a:pt x="26" y="6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8"/>
                    <a:pt x="25" y="10"/>
                    <a:pt x="23" y="10"/>
                  </a:cubicBezTo>
                  <a:cubicBezTo>
                    <a:pt x="18" y="11"/>
                    <a:pt x="11" y="12"/>
                    <a:pt x="6" y="15"/>
                  </a:cubicBezTo>
                  <a:cubicBezTo>
                    <a:pt x="3" y="16"/>
                    <a:pt x="0" y="14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0"/>
                    <a:pt x="0" y="9"/>
                    <a:pt x="1" y="8"/>
                  </a:cubicBezTo>
                  <a:close/>
                </a:path>
              </a:pathLst>
            </a:custGeom>
            <a:solidFill>
              <a:srgbClr val="2D1C1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33"/>
            <p:cNvSpPr/>
            <p:nvPr/>
          </p:nvSpPr>
          <p:spPr>
            <a:xfrm>
              <a:off x="1922480" y="3513986"/>
              <a:ext cx="57644" cy="35330"/>
            </a:xfrm>
            <a:custGeom>
              <a:rect b="b" l="l" r="r" t="t"/>
              <a:pathLst>
                <a:path extrusionOk="0" h="16" w="26">
                  <a:moveTo>
                    <a:pt x="25" y="8"/>
                  </a:moveTo>
                  <a:cubicBezTo>
                    <a:pt x="21" y="5"/>
                    <a:pt x="14" y="0"/>
                    <a:pt x="4" y="1"/>
                  </a:cubicBezTo>
                  <a:cubicBezTo>
                    <a:pt x="1" y="1"/>
                    <a:pt x="0" y="3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8"/>
                    <a:pt x="1" y="10"/>
                    <a:pt x="3" y="10"/>
                  </a:cubicBezTo>
                  <a:cubicBezTo>
                    <a:pt x="8" y="11"/>
                    <a:pt x="15" y="12"/>
                    <a:pt x="20" y="15"/>
                  </a:cubicBezTo>
                  <a:cubicBezTo>
                    <a:pt x="23" y="16"/>
                    <a:pt x="26" y="14"/>
                    <a:pt x="26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0"/>
                    <a:pt x="26" y="9"/>
                    <a:pt x="25" y="8"/>
                  </a:cubicBezTo>
                  <a:close/>
                </a:path>
              </a:pathLst>
            </a:custGeom>
            <a:solidFill>
              <a:srgbClr val="2D1C1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33"/>
            <p:cNvSpPr/>
            <p:nvPr/>
          </p:nvSpPr>
          <p:spPr>
            <a:xfrm>
              <a:off x="1797894" y="3660886"/>
              <a:ext cx="146900" cy="15806"/>
            </a:xfrm>
            <a:custGeom>
              <a:rect b="b" l="l" r="r" t="t"/>
              <a:pathLst>
                <a:path extrusionOk="0" h="7" w="67">
                  <a:moveTo>
                    <a:pt x="0" y="0"/>
                  </a:moveTo>
                  <a:cubicBezTo>
                    <a:pt x="0" y="2"/>
                    <a:pt x="0" y="5"/>
                    <a:pt x="0" y="7"/>
                  </a:cubicBezTo>
                  <a:cubicBezTo>
                    <a:pt x="66" y="7"/>
                    <a:pt x="66" y="7"/>
                    <a:pt x="66" y="7"/>
                  </a:cubicBezTo>
                  <a:cubicBezTo>
                    <a:pt x="67" y="5"/>
                    <a:pt x="67" y="2"/>
                    <a:pt x="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6" name="Google Shape;936;p33"/>
            <p:cNvSpPr/>
            <p:nvPr/>
          </p:nvSpPr>
          <p:spPr>
            <a:xfrm>
              <a:off x="1797894" y="3676691"/>
              <a:ext cx="145040" cy="35330"/>
            </a:xfrm>
            <a:custGeom>
              <a:rect b="b" l="l" r="r" t="t"/>
              <a:pathLst>
                <a:path extrusionOk="0" h="16" w="66">
                  <a:moveTo>
                    <a:pt x="58" y="16"/>
                  </a:moveTo>
                  <a:cubicBezTo>
                    <a:pt x="62" y="12"/>
                    <a:pt x="65" y="6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6"/>
                    <a:pt x="5" y="12"/>
                    <a:pt x="9" y="16"/>
                  </a:cubicBezTo>
                  <a:cubicBezTo>
                    <a:pt x="15" y="13"/>
                    <a:pt x="35" y="6"/>
                    <a:pt x="58" y="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33"/>
            <p:cNvSpPr/>
            <p:nvPr/>
          </p:nvSpPr>
          <p:spPr>
            <a:xfrm>
              <a:off x="1817419" y="3689708"/>
              <a:ext cx="107850" cy="43698"/>
            </a:xfrm>
            <a:custGeom>
              <a:rect b="b" l="l" r="r" t="t"/>
              <a:pathLst>
                <a:path extrusionOk="0" h="20" w="49">
                  <a:moveTo>
                    <a:pt x="24" y="20"/>
                  </a:moveTo>
                  <a:cubicBezTo>
                    <a:pt x="34" y="20"/>
                    <a:pt x="43" y="16"/>
                    <a:pt x="49" y="10"/>
                  </a:cubicBezTo>
                  <a:cubicBezTo>
                    <a:pt x="26" y="0"/>
                    <a:pt x="6" y="7"/>
                    <a:pt x="0" y="10"/>
                  </a:cubicBezTo>
                  <a:cubicBezTo>
                    <a:pt x="6" y="16"/>
                    <a:pt x="15" y="20"/>
                    <a:pt x="24" y="20"/>
                  </a:cubicBezTo>
                  <a:close/>
                </a:path>
              </a:pathLst>
            </a:custGeom>
            <a:solidFill>
              <a:srgbClr val="FD345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" name="Google Shape;938;p33"/>
            <p:cNvSpPr/>
            <p:nvPr/>
          </p:nvSpPr>
          <p:spPr>
            <a:xfrm>
              <a:off x="1848100" y="3619047"/>
              <a:ext cx="46487" cy="13946"/>
            </a:xfrm>
            <a:custGeom>
              <a:rect b="b" l="l" r="r" t="t"/>
              <a:pathLst>
                <a:path extrusionOk="0" h="6" w="21">
                  <a:moveTo>
                    <a:pt x="0" y="6"/>
                  </a:moveTo>
                  <a:cubicBezTo>
                    <a:pt x="0" y="6"/>
                    <a:pt x="3" y="0"/>
                    <a:pt x="11" y="0"/>
                  </a:cubicBezTo>
                  <a:cubicBezTo>
                    <a:pt x="19" y="1"/>
                    <a:pt x="21" y="6"/>
                    <a:pt x="21" y="6"/>
                  </a:cubicBezTo>
                  <a:lnTo>
                    <a:pt x="0" y="6"/>
                  </a:lnTo>
                  <a:close/>
                </a:path>
              </a:pathLst>
            </a:custGeom>
            <a:solidFill>
              <a:srgbClr val="54392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9" name="Google Shape;939;p33"/>
            <p:cNvSpPr/>
            <p:nvPr/>
          </p:nvSpPr>
          <p:spPr>
            <a:xfrm>
              <a:off x="1691903" y="3282479"/>
              <a:ext cx="338427" cy="204544"/>
            </a:xfrm>
            <a:custGeom>
              <a:rect b="b" l="l" r="r" t="t"/>
              <a:pathLst>
                <a:path extrusionOk="0" h="93" w="154">
                  <a:moveTo>
                    <a:pt x="151" y="46"/>
                  </a:moveTo>
                  <a:cubicBezTo>
                    <a:pt x="151" y="46"/>
                    <a:pt x="151" y="46"/>
                    <a:pt x="151" y="46"/>
                  </a:cubicBezTo>
                  <a:cubicBezTo>
                    <a:pt x="150" y="55"/>
                    <a:pt x="147" y="65"/>
                    <a:pt x="141" y="77"/>
                  </a:cubicBezTo>
                  <a:cubicBezTo>
                    <a:pt x="141" y="77"/>
                    <a:pt x="115" y="92"/>
                    <a:pt x="90" y="77"/>
                  </a:cubicBezTo>
                  <a:cubicBezTo>
                    <a:pt x="65" y="62"/>
                    <a:pt x="12" y="93"/>
                    <a:pt x="12" y="93"/>
                  </a:cubicBezTo>
                  <a:cubicBezTo>
                    <a:pt x="12" y="93"/>
                    <a:pt x="0" y="58"/>
                    <a:pt x="25" y="39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7" y="37"/>
                    <a:pt x="30" y="35"/>
                    <a:pt x="33" y="34"/>
                  </a:cubicBezTo>
                  <a:cubicBezTo>
                    <a:pt x="69" y="16"/>
                    <a:pt x="96" y="18"/>
                    <a:pt x="106" y="7"/>
                  </a:cubicBezTo>
                  <a:cubicBezTo>
                    <a:pt x="106" y="7"/>
                    <a:pt x="110" y="11"/>
                    <a:pt x="106" y="22"/>
                  </a:cubicBezTo>
                  <a:cubicBezTo>
                    <a:pt x="106" y="22"/>
                    <a:pt x="120" y="11"/>
                    <a:pt x="118" y="0"/>
                  </a:cubicBezTo>
                  <a:cubicBezTo>
                    <a:pt x="118" y="0"/>
                    <a:pt x="131" y="6"/>
                    <a:pt x="123" y="27"/>
                  </a:cubicBezTo>
                  <a:cubicBezTo>
                    <a:pt x="123" y="27"/>
                    <a:pt x="137" y="19"/>
                    <a:pt x="135" y="5"/>
                  </a:cubicBezTo>
                  <a:cubicBezTo>
                    <a:pt x="135" y="5"/>
                    <a:pt x="154" y="17"/>
                    <a:pt x="151" y="46"/>
                  </a:cubicBezTo>
                  <a:close/>
                </a:path>
              </a:pathLst>
            </a:custGeom>
            <a:solidFill>
              <a:srgbClr val="54322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33"/>
            <p:cNvSpPr/>
            <p:nvPr/>
          </p:nvSpPr>
          <p:spPr>
            <a:xfrm>
              <a:off x="1746758" y="3368016"/>
              <a:ext cx="0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5292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33"/>
            <p:cNvSpPr/>
            <p:nvPr/>
          </p:nvSpPr>
          <p:spPr>
            <a:xfrm>
              <a:off x="1691903" y="3368016"/>
              <a:ext cx="331920" cy="119007"/>
            </a:xfrm>
            <a:custGeom>
              <a:rect b="b" l="l" r="r" t="t"/>
              <a:pathLst>
                <a:path extrusionOk="0" h="54" w="151">
                  <a:moveTo>
                    <a:pt x="151" y="7"/>
                  </a:moveTo>
                  <a:cubicBezTo>
                    <a:pt x="150" y="16"/>
                    <a:pt x="147" y="26"/>
                    <a:pt x="141" y="38"/>
                  </a:cubicBezTo>
                  <a:cubicBezTo>
                    <a:pt x="141" y="38"/>
                    <a:pt x="115" y="53"/>
                    <a:pt x="90" y="38"/>
                  </a:cubicBezTo>
                  <a:cubicBezTo>
                    <a:pt x="65" y="23"/>
                    <a:pt x="12" y="54"/>
                    <a:pt x="12" y="54"/>
                  </a:cubicBezTo>
                  <a:cubicBezTo>
                    <a:pt x="12" y="54"/>
                    <a:pt x="0" y="19"/>
                    <a:pt x="25" y="0"/>
                  </a:cubicBezTo>
                  <a:cubicBezTo>
                    <a:pt x="24" y="0"/>
                    <a:pt x="14" y="14"/>
                    <a:pt x="22" y="24"/>
                  </a:cubicBezTo>
                  <a:cubicBezTo>
                    <a:pt x="30" y="34"/>
                    <a:pt x="56" y="10"/>
                    <a:pt x="88" y="22"/>
                  </a:cubicBezTo>
                  <a:cubicBezTo>
                    <a:pt x="119" y="34"/>
                    <a:pt x="149" y="27"/>
                    <a:pt x="151" y="7"/>
                  </a:cubicBezTo>
                  <a:close/>
                </a:path>
              </a:pathLst>
            </a:custGeom>
            <a:solidFill>
              <a:srgbClr val="2D1C1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33"/>
            <p:cNvSpPr/>
            <p:nvPr/>
          </p:nvSpPr>
          <p:spPr>
            <a:xfrm>
              <a:off x="1859257" y="3923074"/>
              <a:ext cx="24300" cy="2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p33"/>
            <p:cNvSpPr/>
            <p:nvPr/>
          </p:nvSpPr>
          <p:spPr>
            <a:xfrm>
              <a:off x="1859257" y="3964913"/>
              <a:ext cx="24300" cy="22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4" name="Google Shape;944;p33"/>
          <p:cNvGrpSpPr/>
          <p:nvPr/>
        </p:nvGrpSpPr>
        <p:grpSpPr>
          <a:xfrm>
            <a:off x="2111232" y="2696936"/>
            <a:ext cx="1728308" cy="633459"/>
            <a:chOff x="2226507" y="3089092"/>
            <a:chExt cx="1055262" cy="386774"/>
          </a:xfrm>
        </p:grpSpPr>
        <p:sp>
          <p:nvSpPr>
            <p:cNvPr id="945" name="Google Shape;945;p33"/>
            <p:cNvSpPr/>
            <p:nvPr/>
          </p:nvSpPr>
          <p:spPr>
            <a:xfrm>
              <a:off x="2226507" y="3089092"/>
              <a:ext cx="1055262" cy="386774"/>
            </a:xfrm>
            <a:custGeom>
              <a:rect b="b" l="l" r="r" t="t"/>
              <a:pathLst>
                <a:path extrusionOk="0" h="176" w="480">
                  <a:moveTo>
                    <a:pt x="4" y="167"/>
                  </a:moveTo>
                  <a:cubicBezTo>
                    <a:pt x="51" y="120"/>
                    <a:pt x="51" y="120"/>
                    <a:pt x="51" y="120"/>
                  </a:cubicBezTo>
                  <a:cubicBezTo>
                    <a:pt x="51" y="37"/>
                    <a:pt x="51" y="37"/>
                    <a:pt x="51" y="37"/>
                  </a:cubicBezTo>
                  <a:cubicBezTo>
                    <a:pt x="51" y="17"/>
                    <a:pt x="67" y="0"/>
                    <a:pt x="88" y="0"/>
                  </a:cubicBezTo>
                  <a:cubicBezTo>
                    <a:pt x="443" y="0"/>
                    <a:pt x="443" y="0"/>
                    <a:pt x="443" y="0"/>
                  </a:cubicBezTo>
                  <a:cubicBezTo>
                    <a:pt x="463" y="0"/>
                    <a:pt x="480" y="17"/>
                    <a:pt x="480" y="37"/>
                  </a:cubicBezTo>
                  <a:cubicBezTo>
                    <a:pt x="480" y="139"/>
                    <a:pt x="480" y="139"/>
                    <a:pt x="480" y="139"/>
                  </a:cubicBezTo>
                  <a:cubicBezTo>
                    <a:pt x="480" y="160"/>
                    <a:pt x="463" y="176"/>
                    <a:pt x="443" y="176"/>
                  </a:cubicBezTo>
                  <a:cubicBezTo>
                    <a:pt x="7" y="176"/>
                    <a:pt x="7" y="176"/>
                    <a:pt x="7" y="176"/>
                  </a:cubicBezTo>
                  <a:cubicBezTo>
                    <a:pt x="3" y="176"/>
                    <a:pt x="0" y="171"/>
                    <a:pt x="4" y="16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" name="Google Shape;946;p33"/>
            <p:cNvSpPr/>
            <p:nvPr/>
          </p:nvSpPr>
          <p:spPr>
            <a:xfrm>
              <a:off x="2500782" y="3227624"/>
              <a:ext cx="608984" cy="17665"/>
            </a:xfrm>
            <a:custGeom>
              <a:rect b="b" l="l" r="r" t="t"/>
              <a:pathLst>
                <a:path extrusionOk="0" h="8" w="277">
                  <a:moveTo>
                    <a:pt x="4" y="8"/>
                  </a:moveTo>
                  <a:cubicBezTo>
                    <a:pt x="274" y="8"/>
                    <a:pt x="274" y="8"/>
                    <a:pt x="274" y="8"/>
                  </a:cubicBezTo>
                  <a:cubicBezTo>
                    <a:pt x="276" y="8"/>
                    <a:pt x="277" y="6"/>
                    <a:pt x="277" y="4"/>
                  </a:cubicBezTo>
                  <a:cubicBezTo>
                    <a:pt x="277" y="2"/>
                    <a:pt x="276" y="0"/>
                    <a:pt x="27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2" y="8"/>
                    <a:pt x="4" y="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7" name="Google Shape;947;p33"/>
            <p:cNvSpPr/>
            <p:nvPr/>
          </p:nvSpPr>
          <p:spPr>
            <a:xfrm>
              <a:off x="2500782" y="3293636"/>
              <a:ext cx="608984" cy="17665"/>
            </a:xfrm>
            <a:custGeom>
              <a:rect b="b" l="l" r="r" t="t"/>
              <a:pathLst>
                <a:path extrusionOk="0" h="8" w="277">
                  <a:moveTo>
                    <a:pt x="4" y="8"/>
                  </a:moveTo>
                  <a:cubicBezTo>
                    <a:pt x="274" y="8"/>
                    <a:pt x="274" y="8"/>
                    <a:pt x="274" y="8"/>
                  </a:cubicBezTo>
                  <a:cubicBezTo>
                    <a:pt x="276" y="8"/>
                    <a:pt x="277" y="6"/>
                    <a:pt x="277" y="4"/>
                  </a:cubicBezTo>
                  <a:cubicBezTo>
                    <a:pt x="277" y="2"/>
                    <a:pt x="276" y="0"/>
                    <a:pt x="27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2" y="8"/>
                    <a:pt x="4" y="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33"/>
            <p:cNvSpPr/>
            <p:nvPr/>
          </p:nvSpPr>
          <p:spPr>
            <a:xfrm>
              <a:off x="2500782" y="3359648"/>
              <a:ext cx="608984" cy="17665"/>
            </a:xfrm>
            <a:custGeom>
              <a:rect b="b" l="l" r="r" t="t"/>
              <a:pathLst>
                <a:path extrusionOk="0" h="8" w="277">
                  <a:moveTo>
                    <a:pt x="4" y="8"/>
                  </a:moveTo>
                  <a:cubicBezTo>
                    <a:pt x="274" y="8"/>
                    <a:pt x="274" y="8"/>
                    <a:pt x="274" y="8"/>
                  </a:cubicBezTo>
                  <a:cubicBezTo>
                    <a:pt x="276" y="8"/>
                    <a:pt x="277" y="6"/>
                    <a:pt x="277" y="4"/>
                  </a:cubicBezTo>
                  <a:cubicBezTo>
                    <a:pt x="277" y="2"/>
                    <a:pt x="276" y="0"/>
                    <a:pt x="27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2" y="8"/>
                    <a:pt x="4" y="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9" name="Google Shape;949;p33"/>
          <p:cNvGrpSpPr/>
          <p:nvPr/>
        </p:nvGrpSpPr>
        <p:grpSpPr>
          <a:xfrm>
            <a:off x="1029907" y="1488086"/>
            <a:ext cx="1728308" cy="634982"/>
            <a:chOff x="1425996" y="2007798"/>
            <a:chExt cx="1055262" cy="387704"/>
          </a:xfrm>
        </p:grpSpPr>
        <p:sp>
          <p:nvSpPr>
            <p:cNvPr id="950" name="Google Shape;950;p33"/>
            <p:cNvSpPr/>
            <p:nvPr/>
          </p:nvSpPr>
          <p:spPr>
            <a:xfrm>
              <a:off x="1425996" y="2007798"/>
              <a:ext cx="1055262" cy="387704"/>
            </a:xfrm>
            <a:custGeom>
              <a:rect b="b" l="l" r="r" t="t"/>
              <a:pathLst>
                <a:path extrusionOk="0" h="176" w="480">
                  <a:moveTo>
                    <a:pt x="476" y="167"/>
                  </a:moveTo>
                  <a:cubicBezTo>
                    <a:pt x="429" y="120"/>
                    <a:pt x="429" y="120"/>
                    <a:pt x="429" y="120"/>
                  </a:cubicBezTo>
                  <a:cubicBezTo>
                    <a:pt x="429" y="37"/>
                    <a:pt x="429" y="37"/>
                    <a:pt x="429" y="37"/>
                  </a:cubicBezTo>
                  <a:cubicBezTo>
                    <a:pt x="429" y="17"/>
                    <a:pt x="413" y="0"/>
                    <a:pt x="39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17" y="0"/>
                    <a:pt x="0" y="17"/>
                    <a:pt x="0" y="37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0" y="160"/>
                    <a:pt x="17" y="176"/>
                    <a:pt x="37" y="176"/>
                  </a:cubicBezTo>
                  <a:cubicBezTo>
                    <a:pt x="473" y="176"/>
                    <a:pt x="473" y="176"/>
                    <a:pt x="473" y="176"/>
                  </a:cubicBezTo>
                  <a:cubicBezTo>
                    <a:pt x="477" y="176"/>
                    <a:pt x="480" y="171"/>
                    <a:pt x="476" y="16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33"/>
            <p:cNvSpPr/>
            <p:nvPr/>
          </p:nvSpPr>
          <p:spPr>
            <a:xfrm>
              <a:off x="1597069" y="2146330"/>
              <a:ext cx="609913" cy="17665"/>
            </a:xfrm>
            <a:custGeom>
              <a:rect b="b" l="l" r="r" t="t"/>
              <a:pathLst>
                <a:path extrusionOk="0" h="8" w="277">
                  <a:moveTo>
                    <a:pt x="273" y="8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1" y="8"/>
                    <a:pt x="0" y="6"/>
                    <a:pt x="0" y="4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273" y="0"/>
                    <a:pt x="273" y="0"/>
                    <a:pt x="273" y="0"/>
                  </a:cubicBezTo>
                  <a:cubicBezTo>
                    <a:pt x="275" y="0"/>
                    <a:pt x="277" y="2"/>
                    <a:pt x="277" y="4"/>
                  </a:cubicBezTo>
                  <a:cubicBezTo>
                    <a:pt x="277" y="6"/>
                    <a:pt x="275" y="8"/>
                    <a:pt x="273" y="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33"/>
            <p:cNvSpPr/>
            <p:nvPr/>
          </p:nvSpPr>
          <p:spPr>
            <a:xfrm>
              <a:off x="1597069" y="2212342"/>
              <a:ext cx="609913" cy="17665"/>
            </a:xfrm>
            <a:custGeom>
              <a:rect b="b" l="l" r="r" t="t"/>
              <a:pathLst>
                <a:path extrusionOk="0" h="8" w="277">
                  <a:moveTo>
                    <a:pt x="273" y="8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1" y="8"/>
                    <a:pt x="0" y="6"/>
                    <a:pt x="0" y="4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273" y="0"/>
                    <a:pt x="273" y="0"/>
                    <a:pt x="273" y="0"/>
                  </a:cubicBezTo>
                  <a:cubicBezTo>
                    <a:pt x="275" y="0"/>
                    <a:pt x="277" y="2"/>
                    <a:pt x="277" y="4"/>
                  </a:cubicBezTo>
                  <a:cubicBezTo>
                    <a:pt x="277" y="6"/>
                    <a:pt x="275" y="8"/>
                    <a:pt x="273" y="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3" name="Google Shape;953;p33"/>
            <p:cNvSpPr/>
            <p:nvPr/>
          </p:nvSpPr>
          <p:spPr>
            <a:xfrm>
              <a:off x="1597069" y="2278354"/>
              <a:ext cx="609913" cy="17665"/>
            </a:xfrm>
            <a:custGeom>
              <a:rect b="b" l="l" r="r" t="t"/>
              <a:pathLst>
                <a:path extrusionOk="0" h="8" w="277">
                  <a:moveTo>
                    <a:pt x="273" y="8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1" y="8"/>
                    <a:pt x="0" y="6"/>
                    <a:pt x="0" y="4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273" y="0"/>
                    <a:pt x="273" y="0"/>
                    <a:pt x="273" y="0"/>
                  </a:cubicBezTo>
                  <a:cubicBezTo>
                    <a:pt x="275" y="0"/>
                    <a:pt x="277" y="2"/>
                    <a:pt x="277" y="4"/>
                  </a:cubicBezTo>
                  <a:cubicBezTo>
                    <a:pt x="277" y="6"/>
                    <a:pt x="275" y="8"/>
                    <a:pt x="273" y="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54" name="Google Shape;954;p33"/>
          <p:cNvSpPr txBox="1"/>
          <p:nvPr>
            <p:ph idx="4294967295" type="subTitle"/>
          </p:nvPr>
        </p:nvSpPr>
        <p:spPr>
          <a:xfrm>
            <a:off x="4479693" y="3789864"/>
            <a:ext cx="40152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Pour la c</a:t>
            </a:r>
            <a:r>
              <a:rPr lang="en"/>
              <a:t>réation d’un chatbot mobile intelligent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9" name="Google Shape;959;p34"/>
          <p:cNvGrpSpPr/>
          <p:nvPr/>
        </p:nvGrpSpPr>
        <p:grpSpPr>
          <a:xfrm>
            <a:off x="8107506" y="735498"/>
            <a:ext cx="542052" cy="656557"/>
            <a:chOff x="8222556" y="952098"/>
            <a:chExt cx="542052" cy="656557"/>
          </a:xfrm>
        </p:grpSpPr>
        <p:grpSp>
          <p:nvGrpSpPr>
            <p:cNvPr id="960" name="Google Shape;960;p34"/>
            <p:cNvGrpSpPr/>
            <p:nvPr/>
          </p:nvGrpSpPr>
          <p:grpSpPr>
            <a:xfrm>
              <a:off x="8222556" y="952098"/>
              <a:ext cx="243759" cy="244271"/>
              <a:chOff x="5471892" y="3352961"/>
              <a:chExt cx="174300" cy="174654"/>
            </a:xfrm>
          </p:grpSpPr>
          <p:sp>
            <p:nvSpPr>
              <p:cNvPr id="961" name="Google Shape;961;p34"/>
              <p:cNvSpPr/>
              <p:nvPr/>
            </p:nvSpPr>
            <p:spPr>
              <a:xfrm>
                <a:off x="5471892" y="3352961"/>
                <a:ext cx="174300" cy="17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2" name="Google Shape;962;p34"/>
              <p:cNvSpPr/>
              <p:nvPr/>
            </p:nvSpPr>
            <p:spPr>
              <a:xfrm>
                <a:off x="5529353" y="3396733"/>
                <a:ext cx="58800" cy="57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3" name="Google Shape;963;p34"/>
              <p:cNvSpPr/>
              <p:nvPr/>
            </p:nvSpPr>
            <p:spPr>
              <a:xfrm>
                <a:off x="5522965" y="3459765"/>
                <a:ext cx="71826" cy="67850"/>
              </a:xfrm>
              <a:custGeom>
                <a:rect b="b" l="l" r="r" t="t"/>
                <a:pathLst>
                  <a:path extrusionOk="0" h="25" w="21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4"/>
                      <a:pt x="7" y="25"/>
                      <a:pt x="11" y="25"/>
                    </a:cubicBezTo>
                    <a:cubicBezTo>
                      <a:pt x="15" y="25"/>
                      <a:pt x="18" y="24"/>
                      <a:pt x="21" y="22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5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64" name="Google Shape;964;p34"/>
            <p:cNvGrpSpPr/>
            <p:nvPr/>
          </p:nvGrpSpPr>
          <p:grpSpPr>
            <a:xfrm>
              <a:off x="8392007" y="1235297"/>
              <a:ext cx="372601" cy="373357"/>
              <a:chOff x="5471892" y="3290059"/>
              <a:chExt cx="174300" cy="174654"/>
            </a:xfrm>
          </p:grpSpPr>
          <p:sp>
            <p:nvSpPr>
              <p:cNvPr id="965" name="Google Shape;965;p34"/>
              <p:cNvSpPr/>
              <p:nvPr/>
            </p:nvSpPr>
            <p:spPr>
              <a:xfrm>
                <a:off x="5471892" y="3290059"/>
                <a:ext cx="174300" cy="17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6" name="Google Shape;966;p34"/>
              <p:cNvSpPr/>
              <p:nvPr/>
            </p:nvSpPr>
            <p:spPr>
              <a:xfrm>
                <a:off x="5529353" y="3333831"/>
                <a:ext cx="58800" cy="57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7" name="Google Shape;967;p34"/>
              <p:cNvSpPr/>
              <p:nvPr/>
            </p:nvSpPr>
            <p:spPr>
              <a:xfrm>
                <a:off x="5522965" y="3396863"/>
                <a:ext cx="71826" cy="67850"/>
              </a:xfrm>
              <a:custGeom>
                <a:rect b="b" l="l" r="r" t="t"/>
                <a:pathLst>
                  <a:path extrusionOk="0" h="25" w="21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4"/>
                      <a:pt x="7" y="25"/>
                      <a:pt x="11" y="25"/>
                    </a:cubicBezTo>
                    <a:cubicBezTo>
                      <a:pt x="15" y="25"/>
                      <a:pt x="18" y="24"/>
                      <a:pt x="21" y="22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5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68" name="Google Shape;968;p34"/>
          <p:cNvSpPr txBox="1"/>
          <p:nvPr>
            <p:ph idx="1" type="subTitle"/>
          </p:nvPr>
        </p:nvSpPr>
        <p:spPr>
          <a:xfrm>
            <a:off x="2150855" y="573562"/>
            <a:ext cx="5280300" cy="3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ManyChat</a:t>
            </a:r>
            <a:endParaRPr/>
          </a:p>
        </p:txBody>
      </p:sp>
      <p:sp>
        <p:nvSpPr>
          <p:cNvPr id="969" name="Google Shape;969;p34"/>
          <p:cNvSpPr txBox="1"/>
          <p:nvPr>
            <p:ph idx="4" type="subTitle"/>
          </p:nvPr>
        </p:nvSpPr>
        <p:spPr>
          <a:xfrm>
            <a:off x="2150850" y="891825"/>
            <a:ext cx="5994300" cy="12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 une plateforme no-code pour créer des chatbots sur Messenger, Instagram, WhatsApp et SMS.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Elle permet d’automatiser les conversations et campagnes marketing via une interface visuelle.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Idéal pour : </a:t>
            </a:r>
            <a:r>
              <a:rPr lang="en"/>
              <a:t>le marketing conversationnel et l’engagement sur les réseaux sociaux.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0" name="Google Shape;97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4425" y="771273"/>
            <a:ext cx="1025700" cy="10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1" name="Google Shape;97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0575" y="2140725"/>
            <a:ext cx="5167094" cy="257238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6" name="Google Shape;976;p35"/>
          <p:cNvGrpSpPr/>
          <p:nvPr/>
        </p:nvGrpSpPr>
        <p:grpSpPr>
          <a:xfrm>
            <a:off x="8107506" y="735498"/>
            <a:ext cx="542052" cy="656557"/>
            <a:chOff x="8222556" y="952098"/>
            <a:chExt cx="542052" cy="656557"/>
          </a:xfrm>
        </p:grpSpPr>
        <p:grpSp>
          <p:nvGrpSpPr>
            <p:cNvPr id="977" name="Google Shape;977;p35"/>
            <p:cNvGrpSpPr/>
            <p:nvPr/>
          </p:nvGrpSpPr>
          <p:grpSpPr>
            <a:xfrm>
              <a:off x="8222556" y="952098"/>
              <a:ext cx="243759" cy="244271"/>
              <a:chOff x="5471892" y="3352961"/>
              <a:chExt cx="174300" cy="174654"/>
            </a:xfrm>
          </p:grpSpPr>
          <p:sp>
            <p:nvSpPr>
              <p:cNvPr id="978" name="Google Shape;978;p35"/>
              <p:cNvSpPr/>
              <p:nvPr/>
            </p:nvSpPr>
            <p:spPr>
              <a:xfrm>
                <a:off x="5471892" y="3352961"/>
                <a:ext cx="174300" cy="17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9" name="Google Shape;979;p35"/>
              <p:cNvSpPr/>
              <p:nvPr/>
            </p:nvSpPr>
            <p:spPr>
              <a:xfrm>
                <a:off x="5529353" y="3396733"/>
                <a:ext cx="58800" cy="57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0" name="Google Shape;980;p35"/>
              <p:cNvSpPr/>
              <p:nvPr/>
            </p:nvSpPr>
            <p:spPr>
              <a:xfrm>
                <a:off x="5522965" y="3459765"/>
                <a:ext cx="71826" cy="67850"/>
              </a:xfrm>
              <a:custGeom>
                <a:rect b="b" l="l" r="r" t="t"/>
                <a:pathLst>
                  <a:path extrusionOk="0" h="25" w="21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4"/>
                      <a:pt x="7" y="25"/>
                      <a:pt x="11" y="25"/>
                    </a:cubicBezTo>
                    <a:cubicBezTo>
                      <a:pt x="15" y="25"/>
                      <a:pt x="18" y="24"/>
                      <a:pt x="21" y="22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5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1" name="Google Shape;981;p35"/>
            <p:cNvGrpSpPr/>
            <p:nvPr/>
          </p:nvGrpSpPr>
          <p:grpSpPr>
            <a:xfrm>
              <a:off x="8392007" y="1235297"/>
              <a:ext cx="372601" cy="373357"/>
              <a:chOff x="5471892" y="3290059"/>
              <a:chExt cx="174300" cy="174654"/>
            </a:xfrm>
          </p:grpSpPr>
          <p:sp>
            <p:nvSpPr>
              <p:cNvPr id="982" name="Google Shape;982;p35"/>
              <p:cNvSpPr/>
              <p:nvPr/>
            </p:nvSpPr>
            <p:spPr>
              <a:xfrm>
                <a:off x="5471892" y="3290059"/>
                <a:ext cx="174300" cy="17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3" name="Google Shape;983;p35"/>
              <p:cNvSpPr/>
              <p:nvPr/>
            </p:nvSpPr>
            <p:spPr>
              <a:xfrm>
                <a:off x="5529353" y="3333831"/>
                <a:ext cx="58800" cy="57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4" name="Google Shape;984;p35"/>
              <p:cNvSpPr/>
              <p:nvPr/>
            </p:nvSpPr>
            <p:spPr>
              <a:xfrm>
                <a:off x="5522965" y="3396863"/>
                <a:ext cx="71826" cy="67850"/>
              </a:xfrm>
              <a:custGeom>
                <a:rect b="b" l="l" r="r" t="t"/>
                <a:pathLst>
                  <a:path extrusionOk="0" h="25" w="21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4"/>
                      <a:pt x="7" y="25"/>
                      <a:pt x="11" y="25"/>
                    </a:cubicBezTo>
                    <a:cubicBezTo>
                      <a:pt x="15" y="25"/>
                      <a:pt x="18" y="24"/>
                      <a:pt x="21" y="22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5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985" name="Google Shape;98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0452" y="687727"/>
            <a:ext cx="1025700" cy="10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35"/>
          <p:cNvSpPr txBox="1"/>
          <p:nvPr>
            <p:ph idx="1" type="subTitle"/>
          </p:nvPr>
        </p:nvSpPr>
        <p:spPr>
          <a:xfrm>
            <a:off x="2150855" y="573562"/>
            <a:ext cx="5280300" cy="3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Chatfuel</a:t>
            </a:r>
            <a:endParaRPr/>
          </a:p>
        </p:txBody>
      </p:sp>
      <p:sp>
        <p:nvSpPr>
          <p:cNvPr id="987" name="Google Shape;987;p35"/>
          <p:cNvSpPr txBox="1"/>
          <p:nvPr>
            <p:ph idx="4" type="subTitle"/>
          </p:nvPr>
        </p:nvSpPr>
        <p:spPr>
          <a:xfrm>
            <a:off x="2150850" y="891825"/>
            <a:ext cx="5524500" cy="8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Permet de créer facilement des chatbots sans coder, principalement pour Messenger et Instagram.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Il automatise les réponses clients, la qualification de leads et le support de base.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Idéal pour : </a:t>
            </a:r>
            <a:r>
              <a:rPr lang="en"/>
              <a:t>les petites entreprises cherchant une solution simple et rapide.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8" name="Google Shape;98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7450" y="2013050"/>
            <a:ext cx="5167092" cy="260611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3" name="Google Shape;993;p36"/>
          <p:cNvGrpSpPr/>
          <p:nvPr/>
        </p:nvGrpSpPr>
        <p:grpSpPr>
          <a:xfrm>
            <a:off x="8107506" y="735498"/>
            <a:ext cx="542052" cy="656557"/>
            <a:chOff x="8222556" y="952098"/>
            <a:chExt cx="542052" cy="656557"/>
          </a:xfrm>
        </p:grpSpPr>
        <p:grpSp>
          <p:nvGrpSpPr>
            <p:cNvPr id="994" name="Google Shape;994;p36"/>
            <p:cNvGrpSpPr/>
            <p:nvPr/>
          </p:nvGrpSpPr>
          <p:grpSpPr>
            <a:xfrm>
              <a:off x="8222556" y="952098"/>
              <a:ext cx="243759" cy="244271"/>
              <a:chOff x="5471892" y="3352961"/>
              <a:chExt cx="174300" cy="174654"/>
            </a:xfrm>
          </p:grpSpPr>
          <p:sp>
            <p:nvSpPr>
              <p:cNvPr id="995" name="Google Shape;995;p36"/>
              <p:cNvSpPr/>
              <p:nvPr/>
            </p:nvSpPr>
            <p:spPr>
              <a:xfrm>
                <a:off x="5471892" y="3352961"/>
                <a:ext cx="174300" cy="17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6" name="Google Shape;996;p36"/>
              <p:cNvSpPr/>
              <p:nvPr/>
            </p:nvSpPr>
            <p:spPr>
              <a:xfrm>
                <a:off x="5529353" y="3396733"/>
                <a:ext cx="58800" cy="57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7" name="Google Shape;997;p36"/>
              <p:cNvSpPr/>
              <p:nvPr/>
            </p:nvSpPr>
            <p:spPr>
              <a:xfrm>
                <a:off x="5522965" y="3459765"/>
                <a:ext cx="71826" cy="67850"/>
              </a:xfrm>
              <a:custGeom>
                <a:rect b="b" l="l" r="r" t="t"/>
                <a:pathLst>
                  <a:path extrusionOk="0" h="25" w="21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4"/>
                      <a:pt x="7" y="25"/>
                      <a:pt x="11" y="25"/>
                    </a:cubicBezTo>
                    <a:cubicBezTo>
                      <a:pt x="15" y="25"/>
                      <a:pt x="18" y="24"/>
                      <a:pt x="21" y="22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5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8" name="Google Shape;998;p36"/>
            <p:cNvGrpSpPr/>
            <p:nvPr/>
          </p:nvGrpSpPr>
          <p:grpSpPr>
            <a:xfrm>
              <a:off x="8392007" y="1235297"/>
              <a:ext cx="372601" cy="373357"/>
              <a:chOff x="5471892" y="3290059"/>
              <a:chExt cx="174300" cy="174654"/>
            </a:xfrm>
          </p:grpSpPr>
          <p:sp>
            <p:nvSpPr>
              <p:cNvPr id="999" name="Google Shape;999;p36"/>
              <p:cNvSpPr/>
              <p:nvPr/>
            </p:nvSpPr>
            <p:spPr>
              <a:xfrm>
                <a:off x="5471892" y="3290059"/>
                <a:ext cx="174300" cy="17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0" name="Google Shape;1000;p36"/>
              <p:cNvSpPr/>
              <p:nvPr/>
            </p:nvSpPr>
            <p:spPr>
              <a:xfrm>
                <a:off x="5529353" y="3333831"/>
                <a:ext cx="58800" cy="57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1" name="Google Shape;1001;p36"/>
              <p:cNvSpPr/>
              <p:nvPr/>
            </p:nvSpPr>
            <p:spPr>
              <a:xfrm>
                <a:off x="5522965" y="3396863"/>
                <a:ext cx="71826" cy="67850"/>
              </a:xfrm>
              <a:custGeom>
                <a:rect b="b" l="l" r="r" t="t"/>
                <a:pathLst>
                  <a:path extrusionOk="0" h="25" w="21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4"/>
                      <a:pt x="7" y="25"/>
                      <a:pt x="11" y="25"/>
                    </a:cubicBezTo>
                    <a:cubicBezTo>
                      <a:pt x="15" y="25"/>
                      <a:pt x="18" y="24"/>
                      <a:pt x="21" y="22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5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1002" name="Google Shape;100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4425" y="735488"/>
            <a:ext cx="1037750" cy="103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Google Shape;1003;p36"/>
          <p:cNvSpPr txBox="1"/>
          <p:nvPr>
            <p:ph idx="1" type="subTitle"/>
          </p:nvPr>
        </p:nvSpPr>
        <p:spPr>
          <a:xfrm>
            <a:off x="2150855" y="725962"/>
            <a:ext cx="5280300" cy="3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Landbot</a:t>
            </a:r>
            <a:endParaRPr/>
          </a:p>
        </p:txBody>
      </p:sp>
      <p:sp>
        <p:nvSpPr>
          <p:cNvPr id="1004" name="Google Shape;1004;p36"/>
          <p:cNvSpPr txBox="1"/>
          <p:nvPr>
            <p:ph idx="4" type="subTitle"/>
          </p:nvPr>
        </p:nvSpPr>
        <p:spPr>
          <a:xfrm>
            <a:off x="2150850" y="1044225"/>
            <a:ext cx="5994300" cy="6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r>
              <a:rPr lang="en"/>
              <a:t>st un outil no-code orienté expérience utilisateur et conversations interactives.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Il transforme formulaires et pages web en chatbots engageants.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Idéal pour :</a:t>
            </a:r>
            <a:r>
              <a:rPr lang="en"/>
              <a:t> la génération de leads sur sites web et landing pages.</a:t>
            </a:r>
            <a:endParaRPr/>
          </a:p>
        </p:txBody>
      </p:sp>
      <p:pic>
        <p:nvPicPr>
          <p:cNvPr id="1005" name="Google Shape;100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64050" y="2046688"/>
            <a:ext cx="5167092" cy="260618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37"/>
          <p:cNvSpPr txBox="1"/>
          <p:nvPr>
            <p:ph type="title"/>
          </p:nvPr>
        </p:nvSpPr>
        <p:spPr>
          <a:xfrm>
            <a:off x="715100" y="1367223"/>
            <a:ext cx="3006600" cy="109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r>
              <a:rPr lang="en"/>
              <a:t>émonstration pratique</a:t>
            </a:r>
            <a:endParaRPr/>
          </a:p>
        </p:txBody>
      </p:sp>
      <p:sp>
        <p:nvSpPr>
          <p:cNvPr id="1011" name="Google Shape;1011;p37"/>
          <p:cNvSpPr txBox="1"/>
          <p:nvPr>
            <p:ph idx="1" type="subTitle"/>
          </p:nvPr>
        </p:nvSpPr>
        <p:spPr>
          <a:xfrm>
            <a:off x="715100" y="2469962"/>
            <a:ext cx="3006600" cy="5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 utilisant l’outil </a:t>
            </a:r>
            <a:r>
              <a:rPr b="1" lang="en"/>
              <a:t>ManyChat</a:t>
            </a:r>
            <a:endParaRPr b="1"/>
          </a:p>
        </p:txBody>
      </p:sp>
      <p:pic>
        <p:nvPicPr>
          <p:cNvPr id="1012" name="Google Shape;1012;p3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276" l="0" r="0" t="1286"/>
          <a:stretch/>
        </p:blipFill>
        <p:spPr>
          <a:xfrm>
            <a:off x="5782600" y="740600"/>
            <a:ext cx="2646300" cy="3867600"/>
          </a:xfrm>
          <a:prstGeom prst="roundRect">
            <a:avLst>
              <a:gd fmla="val 9099" name="adj"/>
            </a:avLst>
          </a:prstGeom>
        </p:spPr>
      </p:pic>
      <p:pic>
        <p:nvPicPr>
          <p:cNvPr id="1013" name="Google Shape;1013;p37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28266" l="0" r="11707" t="25584"/>
          <a:stretch/>
        </p:blipFill>
        <p:spPr>
          <a:xfrm>
            <a:off x="830150" y="2976188"/>
            <a:ext cx="4686300" cy="1632300"/>
          </a:xfrm>
          <a:prstGeom prst="roundRect">
            <a:avLst>
              <a:gd fmla="val 16667" name="adj"/>
            </a:avLst>
          </a:prstGeom>
        </p:spPr>
      </p:pic>
      <p:pic>
        <p:nvPicPr>
          <p:cNvPr id="1014" name="Google Shape;1014;p37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0" l="10919" r="10919" t="0"/>
          <a:stretch/>
        </p:blipFill>
        <p:spPr>
          <a:xfrm>
            <a:off x="3951601" y="740600"/>
            <a:ext cx="1565400" cy="2002800"/>
          </a:xfrm>
          <a:prstGeom prst="roundRect">
            <a:avLst>
              <a:gd fmla="val 16667" name="adj"/>
            </a:avLst>
          </a:prstGeom>
        </p:spPr>
      </p:pic>
      <p:grpSp>
        <p:nvGrpSpPr>
          <p:cNvPr id="1015" name="Google Shape;1015;p37"/>
          <p:cNvGrpSpPr/>
          <p:nvPr/>
        </p:nvGrpSpPr>
        <p:grpSpPr>
          <a:xfrm>
            <a:off x="3348216" y="492673"/>
            <a:ext cx="603373" cy="756707"/>
            <a:chOff x="3268791" y="556398"/>
            <a:chExt cx="603373" cy="756707"/>
          </a:xfrm>
        </p:grpSpPr>
        <p:grpSp>
          <p:nvGrpSpPr>
            <p:cNvPr id="1016" name="Google Shape;1016;p37"/>
            <p:cNvGrpSpPr/>
            <p:nvPr/>
          </p:nvGrpSpPr>
          <p:grpSpPr>
            <a:xfrm>
              <a:off x="3268791" y="831549"/>
              <a:ext cx="480545" cy="481555"/>
              <a:chOff x="5471892" y="3290059"/>
              <a:chExt cx="174300" cy="174654"/>
            </a:xfrm>
          </p:grpSpPr>
          <p:sp>
            <p:nvSpPr>
              <p:cNvPr id="1017" name="Google Shape;1017;p37"/>
              <p:cNvSpPr/>
              <p:nvPr/>
            </p:nvSpPr>
            <p:spPr>
              <a:xfrm>
                <a:off x="5471892" y="3290059"/>
                <a:ext cx="174300" cy="17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8" name="Google Shape;1018;p37"/>
              <p:cNvSpPr/>
              <p:nvPr/>
            </p:nvSpPr>
            <p:spPr>
              <a:xfrm>
                <a:off x="5529353" y="3328218"/>
                <a:ext cx="58800" cy="5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9" name="Google Shape;1019;p37"/>
              <p:cNvSpPr/>
              <p:nvPr/>
            </p:nvSpPr>
            <p:spPr>
              <a:xfrm>
                <a:off x="5522965" y="3396863"/>
                <a:ext cx="71826" cy="67850"/>
              </a:xfrm>
              <a:custGeom>
                <a:rect b="b" l="l" r="r" t="t"/>
                <a:pathLst>
                  <a:path extrusionOk="0" h="25" w="21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4"/>
                      <a:pt x="7" y="25"/>
                      <a:pt x="11" y="25"/>
                    </a:cubicBezTo>
                    <a:cubicBezTo>
                      <a:pt x="15" y="25"/>
                      <a:pt x="18" y="24"/>
                      <a:pt x="21" y="22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5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20" name="Google Shape;1020;p37"/>
            <p:cNvGrpSpPr/>
            <p:nvPr/>
          </p:nvGrpSpPr>
          <p:grpSpPr>
            <a:xfrm>
              <a:off x="3628406" y="556398"/>
              <a:ext cx="243759" cy="244271"/>
              <a:chOff x="5443684" y="3350709"/>
              <a:chExt cx="174300" cy="174654"/>
            </a:xfrm>
          </p:grpSpPr>
          <p:sp>
            <p:nvSpPr>
              <p:cNvPr id="1021" name="Google Shape;1021;p37"/>
              <p:cNvSpPr/>
              <p:nvPr/>
            </p:nvSpPr>
            <p:spPr>
              <a:xfrm>
                <a:off x="5443684" y="3350709"/>
                <a:ext cx="174300" cy="17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2" name="Google Shape;1022;p37"/>
              <p:cNvSpPr/>
              <p:nvPr/>
            </p:nvSpPr>
            <p:spPr>
              <a:xfrm>
                <a:off x="5501145" y="3394481"/>
                <a:ext cx="58800" cy="57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3" name="Google Shape;1023;p37"/>
              <p:cNvSpPr/>
              <p:nvPr/>
            </p:nvSpPr>
            <p:spPr>
              <a:xfrm>
                <a:off x="5494757" y="3457513"/>
                <a:ext cx="71826" cy="67850"/>
              </a:xfrm>
              <a:custGeom>
                <a:rect b="b" l="l" r="r" t="t"/>
                <a:pathLst>
                  <a:path extrusionOk="0" h="25" w="21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4"/>
                      <a:pt x="7" y="25"/>
                      <a:pt x="11" y="25"/>
                    </a:cubicBezTo>
                    <a:cubicBezTo>
                      <a:pt x="15" y="25"/>
                      <a:pt x="18" y="24"/>
                      <a:pt x="21" y="22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5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24" name="Google Shape;1024;p37"/>
          <p:cNvSpPr txBox="1"/>
          <p:nvPr>
            <p:ph idx="4294967295" type="title"/>
          </p:nvPr>
        </p:nvSpPr>
        <p:spPr>
          <a:xfrm>
            <a:off x="830150" y="577176"/>
            <a:ext cx="1229700" cy="748500"/>
          </a:xfrm>
          <a:prstGeom prst="rect">
            <a:avLst/>
          </a:prstGeom>
          <a:solidFill>
            <a:schemeClr val="lt2"/>
          </a:solidFill>
          <a:ln cap="rnd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05</a:t>
            </a:r>
            <a:endParaRPr sz="5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Google Shape;102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250" y="590722"/>
            <a:ext cx="8189498" cy="4264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Google Shape;103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800" y="612662"/>
            <a:ext cx="8336401" cy="41725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ransition spd="med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9" name="Google Shape;103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800" y="644475"/>
            <a:ext cx="8336401" cy="417257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ransition spd="med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4" name="Google Shape;104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425" y="651425"/>
            <a:ext cx="8245151" cy="41268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ransition spd="med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9" name="Google Shape;104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800" y="620612"/>
            <a:ext cx="8336401" cy="41725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ransition spd="med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" name="Google Shape;105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588" y="635486"/>
            <a:ext cx="8308826" cy="415875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ransition spd="med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9" name="Google Shape;105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500" y="651400"/>
            <a:ext cx="8277000" cy="41428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ransition spd="med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4" name="Google Shape;106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375" y="647400"/>
            <a:ext cx="8229250" cy="41189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ransition spd="med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9" name="Google Shape;106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650" y="651125"/>
            <a:ext cx="8308699" cy="4150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ransition spd="med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4" name="Google Shape;1074;p47"/>
          <p:cNvGrpSpPr/>
          <p:nvPr/>
        </p:nvGrpSpPr>
        <p:grpSpPr>
          <a:xfrm>
            <a:off x="5035966" y="988118"/>
            <a:ext cx="3392938" cy="3620324"/>
            <a:chOff x="5035966" y="988118"/>
            <a:chExt cx="3392938" cy="3620324"/>
          </a:xfrm>
        </p:grpSpPr>
        <p:grpSp>
          <p:nvGrpSpPr>
            <p:cNvPr id="1075" name="Google Shape;1075;p47"/>
            <p:cNvGrpSpPr/>
            <p:nvPr/>
          </p:nvGrpSpPr>
          <p:grpSpPr>
            <a:xfrm>
              <a:off x="5035966" y="988118"/>
              <a:ext cx="3392938" cy="3620324"/>
              <a:chOff x="2184809" y="519121"/>
              <a:chExt cx="3832529" cy="4089376"/>
            </a:xfrm>
          </p:grpSpPr>
          <p:sp>
            <p:nvSpPr>
              <p:cNvPr id="1076" name="Google Shape;1076;p47"/>
              <p:cNvSpPr/>
              <p:nvPr/>
            </p:nvSpPr>
            <p:spPr>
              <a:xfrm>
                <a:off x="3268206" y="820139"/>
                <a:ext cx="1839556" cy="3788358"/>
              </a:xfrm>
              <a:custGeom>
                <a:rect b="b" l="l" r="r" t="t"/>
                <a:pathLst>
                  <a:path extrusionOk="0" h="1436" w="698">
                    <a:moveTo>
                      <a:pt x="592" y="1436"/>
                    </a:moveTo>
                    <a:cubicBezTo>
                      <a:pt x="106" y="1436"/>
                      <a:pt x="106" y="1436"/>
                      <a:pt x="106" y="1436"/>
                    </a:cubicBezTo>
                    <a:cubicBezTo>
                      <a:pt x="48" y="1436"/>
                      <a:pt x="0" y="1388"/>
                      <a:pt x="0" y="1330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47"/>
                      <a:pt x="48" y="0"/>
                      <a:pt x="106" y="0"/>
                    </a:cubicBezTo>
                    <a:cubicBezTo>
                      <a:pt x="592" y="0"/>
                      <a:pt x="592" y="0"/>
                      <a:pt x="592" y="0"/>
                    </a:cubicBezTo>
                    <a:cubicBezTo>
                      <a:pt x="651" y="0"/>
                      <a:pt x="698" y="47"/>
                      <a:pt x="698" y="106"/>
                    </a:cubicBezTo>
                    <a:cubicBezTo>
                      <a:pt x="698" y="1330"/>
                      <a:pt x="698" y="1330"/>
                      <a:pt x="698" y="1330"/>
                    </a:cubicBezTo>
                    <a:cubicBezTo>
                      <a:pt x="698" y="1388"/>
                      <a:pt x="651" y="1436"/>
                      <a:pt x="592" y="143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7" name="Google Shape;1077;p47"/>
              <p:cNvSpPr/>
              <p:nvPr/>
            </p:nvSpPr>
            <p:spPr>
              <a:xfrm>
                <a:off x="5103304" y="1632886"/>
                <a:ext cx="50170" cy="279835"/>
              </a:xfrm>
              <a:custGeom>
                <a:rect b="b" l="l" r="r" t="t"/>
                <a:pathLst>
                  <a:path extrusionOk="0" h="106" w="19">
                    <a:moveTo>
                      <a:pt x="11" y="106"/>
                    </a:moveTo>
                    <a:cubicBezTo>
                      <a:pt x="0" y="106"/>
                      <a:pt x="0" y="106"/>
                      <a:pt x="0" y="10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5" y="0"/>
                      <a:pt x="19" y="3"/>
                      <a:pt x="19" y="8"/>
                    </a:cubicBezTo>
                    <a:cubicBezTo>
                      <a:pt x="19" y="98"/>
                      <a:pt x="19" y="98"/>
                      <a:pt x="19" y="98"/>
                    </a:cubicBezTo>
                    <a:cubicBezTo>
                      <a:pt x="19" y="103"/>
                      <a:pt x="15" y="106"/>
                      <a:pt x="11" y="10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8" name="Google Shape;1078;p47"/>
              <p:cNvSpPr/>
              <p:nvPr/>
            </p:nvSpPr>
            <p:spPr>
              <a:xfrm>
                <a:off x="5103304" y="1984072"/>
                <a:ext cx="50170" cy="278720"/>
              </a:xfrm>
              <a:custGeom>
                <a:rect b="b" l="l" r="r" t="t"/>
                <a:pathLst>
                  <a:path extrusionOk="0" h="106" w="19">
                    <a:moveTo>
                      <a:pt x="11" y="106"/>
                    </a:moveTo>
                    <a:cubicBezTo>
                      <a:pt x="0" y="106"/>
                      <a:pt x="0" y="106"/>
                      <a:pt x="0" y="10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5" y="0"/>
                      <a:pt x="19" y="3"/>
                      <a:pt x="19" y="8"/>
                    </a:cubicBezTo>
                    <a:cubicBezTo>
                      <a:pt x="19" y="98"/>
                      <a:pt x="19" y="98"/>
                      <a:pt x="19" y="98"/>
                    </a:cubicBezTo>
                    <a:cubicBezTo>
                      <a:pt x="19" y="103"/>
                      <a:pt x="15" y="106"/>
                      <a:pt x="11" y="10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9" name="Google Shape;1079;p47"/>
              <p:cNvSpPr/>
              <p:nvPr/>
            </p:nvSpPr>
            <p:spPr>
              <a:xfrm>
                <a:off x="4002914" y="1026392"/>
                <a:ext cx="385750" cy="46825"/>
              </a:xfrm>
              <a:custGeom>
                <a:rect b="b" l="l" r="r" t="t"/>
                <a:pathLst>
                  <a:path extrusionOk="0" h="18" w="146">
                    <a:moveTo>
                      <a:pt x="138" y="18"/>
                    </a:moveTo>
                    <a:cubicBezTo>
                      <a:pt x="8" y="18"/>
                      <a:pt x="8" y="18"/>
                      <a:pt x="8" y="18"/>
                    </a:cubicBezTo>
                    <a:cubicBezTo>
                      <a:pt x="3" y="18"/>
                      <a:pt x="0" y="15"/>
                      <a:pt x="0" y="11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3"/>
                      <a:pt x="3" y="0"/>
                      <a:pt x="8" y="0"/>
                    </a:cubicBezTo>
                    <a:cubicBezTo>
                      <a:pt x="138" y="0"/>
                      <a:pt x="138" y="0"/>
                      <a:pt x="138" y="0"/>
                    </a:cubicBezTo>
                    <a:cubicBezTo>
                      <a:pt x="143" y="0"/>
                      <a:pt x="146" y="3"/>
                      <a:pt x="146" y="7"/>
                    </a:cubicBezTo>
                    <a:cubicBezTo>
                      <a:pt x="146" y="11"/>
                      <a:pt x="146" y="11"/>
                      <a:pt x="146" y="11"/>
                    </a:cubicBezTo>
                    <a:cubicBezTo>
                      <a:pt x="146" y="15"/>
                      <a:pt x="143" y="18"/>
                      <a:pt x="138" y="1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0" name="Google Shape;1080;p47"/>
              <p:cNvSpPr/>
              <p:nvPr/>
            </p:nvSpPr>
            <p:spPr>
              <a:xfrm>
                <a:off x="3338444" y="1268320"/>
                <a:ext cx="1682400" cy="2907600"/>
              </a:xfrm>
              <a:prstGeom prst="rect">
                <a:avLst/>
              </a:pr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1" name="Google Shape;1081;p47"/>
              <p:cNvSpPr/>
              <p:nvPr/>
            </p:nvSpPr>
            <p:spPr>
              <a:xfrm>
                <a:off x="4014063" y="3036518"/>
                <a:ext cx="657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2" name="Google Shape;1082;p47"/>
              <p:cNvSpPr/>
              <p:nvPr/>
            </p:nvSpPr>
            <p:spPr>
              <a:xfrm>
                <a:off x="4153424" y="3036518"/>
                <a:ext cx="657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3" name="Google Shape;1083;p47"/>
              <p:cNvSpPr/>
              <p:nvPr/>
            </p:nvSpPr>
            <p:spPr>
              <a:xfrm>
                <a:off x="4293899" y="3036518"/>
                <a:ext cx="657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84" name="Google Shape;1084;p47"/>
              <p:cNvGrpSpPr/>
              <p:nvPr/>
            </p:nvGrpSpPr>
            <p:grpSpPr>
              <a:xfrm>
                <a:off x="3900360" y="3270514"/>
                <a:ext cx="2116978" cy="683447"/>
                <a:chOff x="5920514" y="3046552"/>
                <a:chExt cx="2337911" cy="754773"/>
              </a:xfrm>
            </p:grpSpPr>
            <p:sp>
              <p:nvSpPr>
                <p:cNvPr id="1085" name="Google Shape;1085;p47"/>
                <p:cNvSpPr/>
                <p:nvPr/>
              </p:nvSpPr>
              <p:spPr>
                <a:xfrm>
                  <a:off x="5920514" y="3231622"/>
                  <a:ext cx="2150611" cy="569703"/>
                </a:xfrm>
                <a:custGeom>
                  <a:rect b="b" l="l" r="r" t="t"/>
                  <a:pathLst>
                    <a:path extrusionOk="0" h="216" w="816">
                      <a:moveTo>
                        <a:pt x="747" y="0"/>
                      </a:moveTo>
                      <a:cubicBezTo>
                        <a:pt x="110" y="0"/>
                        <a:pt x="110" y="0"/>
                        <a:pt x="110" y="0"/>
                      </a:cubicBezTo>
                      <a:cubicBezTo>
                        <a:pt x="77" y="0"/>
                        <a:pt x="50" y="27"/>
                        <a:pt x="50" y="60"/>
                      </a:cubicBezTo>
                      <a:cubicBezTo>
                        <a:pt x="50" y="156"/>
                        <a:pt x="50" y="156"/>
                        <a:pt x="50" y="156"/>
                      </a:cubicBezTo>
                      <a:cubicBezTo>
                        <a:pt x="50" y="160"/>
                        <a:pt x="51" y="163"/>
                        <a:pt x="51" y="166"/>
                      </a:cubicBezTo>
                      <a:cubicBezTo>
                        <a:pt x="6" y="203"/>
                        <a:pt x="6" y="203"/>
                        <a:pt x="6" y="203"/>
                      </a:cubicBezTo>
                      <a:cubicBezTo>
                        <a:pt x="0" y="207"/>
                        <a:pt x="3" y="216"/>
                        <a:pt x="10" y="216"/>
                      </a:cubicBezTo>
                      <a:cubicBezTo>
                        <a:pt x="110" y="216"/>
                        <a:pt x="110" y="216"/>
                        <a:pt x="110" y="216"/>
                      </a:cubicBezTo>
                      <a:cubicBezTo>
                        <a:pt x="139" y="216"/>
                        <a:pt x="139" y="216"/>
                        <a:pt x="139" y="216"/>
                      </a:cubicBezTo>
                      <a:cubicBezTo>
                        <a:pt x="747" y="216"/>
                        <a:pt x="747" y="216"/>
                        <a:pt x="747" y="216"/>
                      </a:cubicBezTo>
                      <a:cubicBezTo>
                        <a:pt x="785" y="216"/>
                        <a:pt x="816" y="185"/>
                        <a:pt x="816" y="147"/>
                      </a:cubicBezTo>
                      <a:cubicBezTo>
                        <a:pt x="816" y="70"/>
                        <a:pt x="816" y="70"/>
                        <a:pt x="816" y="70"/>
                      </a:cubicBezTo>
                      <a:cubicBezTo>
                        <a:pt x="816" y="31"/>
                        <a:pt x="785" y="0"/>
                        <a:pt x="74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6" name="Google Shape;1086;p47"/>
                <p:cNvSpPr/>
                <p:nvPr/>
              </p:nvSpPr>
              <p:spPr>
                <a:xfrm>
                  <a:off x="7966325" y="3046552"/>
                  <a:ext cx="34562" cy="150509"/>
                </a:xfrm>
                <a:custGeom>
                  <a:rect b="b" l="l" r="r" t="t"/>
                  <a:pathLst>
                    <a:path extrusionOk="0" h="57" w="13">
                      <a:moveTo>
                        <a:pt x="7" y="57"/>
                      </a:moveTo>
                      <a:cubicBezTo>
                        <a:pt x="3" y="57"/>
                        <a:pt x="0" y="54"/>
                        <a:pt x="0" y="51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3"/>
                        <a:pt x="3" y="0"/>
                        <a:pt x="7" y="0"/>
                      </a:cubicBezTo>
                      <a:cubicBezTo>
                        <a:pt x="10" y="0"/>
                        <a:pt x="13" y="3"/>
                        <a:pt x="13" y="6"/>
                      </a:cubicBezTo>
                      <a:cubicBezTo>
                        <a:pt x="13" y="51"/>
                        <a:pt x="13" y="51"/>
                        <a:pt x="13" y="51"/>
                      </a:cubicBezTo>
                      <a:cubicBezTo>
                        <a:pt x="13" y="54"/>
                        <a:pt x="10" y="57"/>
                        <a:pt x="7" y="5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7" name="Google Shape;1087;p47"/>
                <p:cNvSpPr/>
                <p:nvPr/>
              </p:nvSpPr>
              <p:spPr>
                <a:xfrm>
                  <a:off x="8087847" y="3125709"/>
                  <a:ext cx="108144" cy="111488"/>
                </a:xfrm>
                <a:custGeom>
                  <a:rect b="b" l="l" r="r" t="t"/>
                  <a:pathLst>
                    <a:path extrusionOk="0" h="42" w="41">
                      <a:moveTo>
                        <a:pt x="7" y="42"/>
                      </a:moveTo>
                      <a:cubicBezTo>
                        <a:pt x="5" y="42"/>
                        <a:pt x="3" y="42"/>
                        <a:pt x="2" y="41"/>
                      </a:cubicBezTo>
                      <a:cubicBezTo>
                        <a:pt x="0" y="38"/>
                        <a:pt x="0" y="34"/>
                        <a:pt x="2" y="32"/>
                      </a:cubicBezTo>
                      <a:cubicBezTo>
                        <a:pt x="30" y="3"/>
                        <a:pt x="30" y="3"/>
                        <a:pt x="30" y="3"/>
                      </a:cubicBezTo>
                      <a:cubicBezTo>
                        <a:pt x="32" y="0"/>
                        <a:pt x="36" y="0"/>
                        <a:pt x="39" y="3"/>
                      </a:cubicBezTo>
                      <a:cubicBezTo>
                        <a:pt x="41" y="5"/>
                        <a:pt x="41" y="9"/>
                        <a:pt x="39" y="12"/>
                      </a:cubicBezTo>
                      <a:cubicBezTo>
                        <a:pt x="11" y="40"/>
                        <a:pt x="11" y="40"/>
                        <a:pt x="11" y="40"/>
                      </a:cubicBezTo>
                      <a:cubicBezTo>
                        <a:pt x="10" y="42"/>
                        <a:pt x="8" y="42"/>
                        <a:pt x="7" y="42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8" name="Google Shape;1088;p47"/>
                <p:cNvSpPr/>
                <p:nvPr/>
              </p:nvSpPr>
              <p:spPr>
                <a:xfrm>
                  <a:off x="8124638" y="3331962"/>
                  <a:ext cx="133786" cy="33446"/>
                </a:xfrm>
                <a:custGeom>
                  <a:rect b="b" l="l" r="r" t="t"/>
                  <a:pathLst>
                    <a:path extrusionOk="0" h="13" w="51">
                      <a:moveTo>
                        <a:pt x="44" y="13"/>
                      </a:move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3" y="13"/>
                        <a:pt x="0" y="10"/>
                        <a:pt x="0" y="7"/>
                      </a:cubicBezTo>
                      <a:cubicBezTo>
                        <a:pt x="0" y="3"/>
                        <a:pt x="3" y="0"/>
                        <a:pt x="6" y="0"/>
                      </a:cubicBezTo>
                      <a:cubicBezTo>
                        <a:pt x="44" y="0"/>
                        <a:pt x="44" y="0"/>
                        <a:pt x="44" y="0"/>
                      </a:cubicBezTo>
                      <a:cubicBezTo>
                        <a:pt x="48" y="0"/>
                        <a:pt x="51" y="3"/>
                        <a:pt x="51" y="7"/>
                      </a:cubicBezTo>
                      <a:cubicBezTo>
                        <a:pt x="51" y="10"/>
                        <a:pt x="48" y="13"/>
                        <a:pt x="44" y="1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9" name="Google Shape;1089;p47"/>
                <p:cNvSpPr/>
                <p:nvPr/>
              </p:nvSpPr>
              <p:spPr>
                <a:xfrm>
                  <a:off x="6273932" y="3355374"/>
                  <a:ext cx="1570871" cy="28987"/>
                </a:xfrm>
                <a:custGeom>
                  <a:rect b="b" l="l" r="r" t="t"/>
                  <a:pathLst>
                    <a:path extrusionOk="0" h="11" w="596">
                      <a:moveTo>
                        <a:pt x="590" y="0"/>
                      </a:moveTo>
                      <a:cubicBezTo>
                        <a:pt x="473" y="0"/>
                        <a:pt x="473" y="0"/>
                        <a:pt x="473" y="0"/>
                      </a:cubicBezTo>
                      <a:cubicBezTo>
                        <a:pt x="458" y="0"/>
                        <a:pt x="458" y="0"/>
                        <a:pt x="458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3" y="0"/>
                        <a:pt x="0" y="2"/>
                        <a:pt x="0" y="5"/>
                      </a:cubicBezTo>
                      <a:cubicBezTo>
                        <a:pt x="0" y="9"/>
                        <a:pt x="3" y="11"/>
                        <a:pt x="6" y="11"/>
                      </a:cubicBezTo>
                      <a:cubicBezTo>
                        <a:pt x="458" y="11"/>
                        <a:pt x="458" y="11"/>
                        <a:pt x="458" y="11"/>
                      </a:cubicBezTo>
                      <a:cubicBezTo>
                        <a:pt x="473" y="11"/>
                        <a:pt x="473" y="11"/>
                        <a:pt x="473" y="11"/>
                      </a:cubicBezTo>
                      <a:cubicBezTo>
                        <a:pt x="590" y="11"/>
                        <a:pt x="590" y="11"/>
                        <a:pt x="590" y="11"/>
                      </a:cubicBezTo>
                      <a:cubicBezTo>
                        <a:pt x="594" y="11"/>
                        <a:pt x="596" y="9"/>
                        <a:pt x="596" y="5"/>
                      </a:cubicBezTo>
                      <a:cubicBezTo>
                        <a:pt x="596" y="2"/>
                        <a:pt x="594" y="0"/>
                        <a:pt x="59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0" name="Google Shape;1090;p47"/>
                <p:cNvSpPr/>
                <p:nvPr/>
              </p:nvSpPr>
              <p:spPr>
                <a:xfrm>
                  <a:off x="6273932" y="3490274"/>
                  <a:ext cx="1570871" cy="28987"/>
                </a:xfrm>
                <a:custGeom>
                  <a:rect b="b" l="l" r="r" t="t"/>
                  <a:pathLst>
                    <a:path extrusionOk="0" h="11" w="596">
                      <a:moveTo>
                        <a:pt x="590" y="0"/>
                      </a:moveTo>
                      <a:cubicBezTo>
                        <a:pt x="462" y="0"/>
                        <a:pt x="462" y="0"/>
                        <a:pt x="462" y="0"/>
                      </a:cubicBezTo>
                      <a:cubicBezTo>
                        <a:pt x="458" y="0"/>
                        <a:pt x="458" y="0"/>
                        <a:pt x="458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3" y="0"/>
                        <a:pt x="0" y="2"/>
                        <a:pt x="0" y="5"/>
                      </a:cubicBezTo>
                      <a:cubicBezTo>
                        <a:pt x="0" y="8"/>
                        <a:pt x="3" y="11"/>
                        <a:pt x="6" y="11"/>
                      </a:cubicBezTo>
                      <a:cubicBezTo>
                        <a:pt x="458" y="11"/>
                        <a:pt x="458" y="11"/>
                        <a:pt x="458" y="11"/>
                      </a:cubicBezTo>
                      <a:cubicBezTo>
                        <a:pt x="462" y="11"/>
                        <a:pt x="462" y="11"/>
                        <a:pt x="462" y="11"/>
                      </a:cubicBezTo>
                      <a:cubicBezTo>
                        <a:pt x="590" y="11"/>
                        <a:pt x="590" y="11"/>
                        <a:pt x="590" y="11"/>
                      </a:cubicBezTo>
                      <a:cubicBezTo>
                        <a:pt x="594" y="11"/>
                        <a:pt x="596" y="8"/>
                        <a:pt x="596" y="5"/>
                      </a:cubicBezTo>
                      <a:cubicBezTo>
                        <a:pt x="596" y="2"/>
                        <a:pt x="594" y="0"/>
                        <a:pt x="59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1" name="Google Shape;1091;p47"/>
                <p:cNvSpPr/>
                <p:nvPr/>
              </p:nvSpPr>
              <p:spPr>
                <a:xfrm>
                  <a:off x="6273932" y="3621830"/>
                  <a:ext cx="1093701" cy="31217"/>
                </a:xfrm>
                <a:custGeom>
                  <a:rect b="b" l="l" r="r" t="t"/>
                  <a:pathLst>
                    <a:path extrusionOk="0" h="12" w="415">
                      <a:moveTo>
                        <a:pt x="410" y="0"/>
                      </a:moveTo>
                      <a:cubicBezTo>
                        <a:pt x="396" y="0"/>
                        <a:pt x="396" y="0"/>
                        <a:pt x="396" y="0"/>
                      </a:cubicBezTo>
                      <a:cubicBezTo>
                        <a:pt x="277" y="0"/>
                        <a:pt x="277" y="0"/>
                        <a:pt x="277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3" y="0"/>
                        <a:pt x="0" y="3"/>
                        <a:pt x="0" y="6"/>
                      </a:cubicBezTo>
                      <a:cubicBezTo>
                        <a:pt x="0" y="9"/>
                        <a:pt x="3" y="12"/>
                        <a:pt x="6" y="12"/>
                      </a:cubicBezTo>
                      <a:cubicBezTo>
                        <a:pt x="277" y="12"/>
                        <a:pt x="277" y="12"/>
                        <a:pt x="277" y="12"/>
                      </a:cubicBezTo>
                      <a:cubicBezTo>
                        <a:pt x="396" y="12"/>
                        <a:pt x="396" y="12"/>
                        <a:pt x="396" y="12"/>
                      </a:cubicBezTo>
                      <a:cubicBezTo>
                        <a:pt x="410" y="12"/>
                        <a:pt x="410" y="12"/>
                        <a:pt x="410" y="12"/>
                      </a:cubicBezTo>
                      <a:cubicBezTo>
                        <a:pt x="413" y="12"/>
                        <a:pt x="415" y="9"/>
                        <a:pt x="415" y="6"/>
                      </a:cubicBezTo>
                      <a:cubicBezTo>
                        <a:pt x="415" y="3"/>
                        <a:pt x="413" y="0"/>
                        <a:pt x="41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2" name="Google Shape;1092;p47"/>
                <p:cNvSpPr/>
                <p:nvPr/>
              </p:nvSpPr>
              <p:spPr>
                <a:xfrm>
                  <a:off x="7470201" y="3621830"/>
                  <a:ext cx="374601" cy="31217"/>
                </a:xfrm>
                <a:custGeom>
                  <a:rect b="b" l="l" r="r" t="t"/>
                  <a:pathLst>
                    <a:path extrusionOk="0" h="12" w="142">
                      <a:moveTo>
                        <a:pt x="137" y="0"/>
                      </a:moveTo>
                      <a:cubicBezTo>
                        <a:pt x="123" y="0"/>
                        <a:pt x="123" y="0"/>
                        <a:pt x="123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2" y="0"/>
                        <a:pt x="0" y="3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9"/>
                        <a:pt x="2" y="12"/>
                        <a:pt x="5" y="12"/>
                      </a:cubicBezTo>
                      <a:cubicBezTo>
                        <a:pt x="123" y="12"/>
                        <a:pt x="123" y="12"/>
                        <a:pt x="123" y="12"/>
                      </a:cubicBezTo>
                      <a:cubicBezTo>
                        <a:pt x="137" y="12"/>
                        <a:pt x="137" y="12"/>
                        <a:pt x="137" y="12"/>
                      </a:cubicBezTo>
                      <a:cubicBezTo>
                        <a:pt x="140" y="12"/>
                        <a:pt x="142" y="9"/>
                        <a:pt x="142" y="6"/>
                      </a:cubicBezTo>
                      <a:cubicBezTo>
                        <a:pt x="142" y="3"/>
                        <a:pt x="140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93" name="Google Shape;1093;p47"/>
              <p:cNvSpPr/>
              <p:nvPr/>
            </p:nvSpPr>
            <p:spPr>
              <a:xfrm>
                <a:off x="3708585" y="1912720"/>
                <a:ext cx="956400" cy="957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4" name="Google Shape;1094;p47"/>
              <p:cNvSpPr/>
              <p:nvPr/>
            </p:nvSpPr>
            <p:spPr>
              <a:xfrm>
                <a:off x="4098794" y="2273941"/>
                <a:ext cx="176100" cy="891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5" name="Google Shape;1095;p47"/>
              <p:cNvSpPr/>
              <p:nvPr/>
            </p:nvSpPr>
            <p:spPr>
              <a:xfrm>
                <a:off x="4177951" y="1532547"/>
                <a:ext cx="20100" cy="1716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6" name="Google Shape;1096;p47"/>
              <p:cNvSpPr/>
              <p:nvPr/>
            </p:nvSpPr>
            <p:spPr>
              <a:xfrm>
                <a:off x="4143389" y="1482377"/>
                <a:ext cx="87000" cy="89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7" name="Google Shape;1097;p47"/>
              <p:cNvSpPr/>
              <p:nvPr/>
            </p:nvSpPr>
            <p:spPr>
              <a:xfrm>
                <a:off x="4114403" y="1685285"/>
                <a:ext cx="144935" cy="79157"/>
              </a:xfrm>
              <a:custGeom>
                <a:rect b="b" l="l" r="r" t="t"/>
                <a:pathLst>
                  <a:path extrusionOk="0" h="30" w="55">
                    <a:moveTo>
                      <a:pt x="55" y="30"/>
                    </a:moveTo>
                    <a:cubicBezTo>
                      <a:pt x="0" y="30"/>
                      <a:pt x="0" y="30"/>
                      <a:pt x="0" y="3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5"/>
                      <a:pt x="5" y="0"/>
                      <a:pt x="10" y="0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1" y="0"/>
                      <a:pt x="55" y="5"/>
                      <a:pt x="55" y="10"/>
                    </a:cubicBezTo>
                    <a:lnTo>
                      <a:pt x="55" y="3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8" name="Google Shape;1098;p47"/>
              <p:cNvSpPr/>
              <p:nvPr/>
            </p:nvSpPr>
            <p:spPr>
              <a:xfrm>
                <a:off x="3800005" y="1909376"/>
                <a:ext cx="74697" cy="216286"/>
              </a:xfrm>
              <a:custGeom>
                <a:rect b="b" l="l" r="r" t="t"/>
                <a:pathLst>
                  <a:path extrusionOk="0" h="82" w="28">
                    <a:moveTo>
                      <a:pt x="28" y="82"/>
                    </a:moveTo>
                    <a:cubicBezTo>
                      <a:pt x="11" y="82"/>
                      <a:pt x="11" y="82"/>
                      <a:pt x="11" y="82"/>
                    </a:cubicBezTo>
                    <a:cubicBezTo>
                      <a:pt x="5" y="82"/>
                      <a:pt x="0" y="77"/>
                      <a:pt x="0" y="7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28" y="0"/>
                      <a:pt x="28" y="0"/>
                      <a:pt x="28" y="0"/>
                    </a:cubicBezTo>
                    <a:lnTo>
                      <a:pt x="28" y="8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9" name="Google Shape;1099;p47"/>
              <p:cNvSpPr/>
              <p:nvPr/>
            </p:nvSpPr>
            <p:spPr>
              <a:xfrm>
                <a:off x="4499038" y="1909376"/>
                <a:ext cx="73582" cy="216286"/>
              </a:xfrm>
              <a:custGeom>
                <a:rect b="b" l="l" r="r" t="t"/>
                <a:pathLst>
                  <a:path extrusionOk="0" h="82" w="28">
                    <a:moveTo>
                      <a:pt x="17" y="82"/>
                    </a:moveTo>
                    <a:cubicBezTo>
                      <a:pt x="0" y="82"/>
                      <a:pt x="0" y="82"/>
                      <a:pt x="0" y="8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23" y="0"/>
                      <a:pt x="28" y="5"/>
                      <a:pt x="28" y="11"/>
                    </a:cubicBezTo>
                    <a:cubicBezTo>
                      <a:pt x="28" y="71"/>
                      <a:pt x="28" y="71"/>
                      <a:pt x="28" y="71"/>
                    </a:cubicBezTo>
                    <a:cubicBezTo>
                      <a:pt x="28" y="77"/>
                      <a:pt x="23" y="82"/>
                      <a:pt x="17" y="8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0" name="Google Shape;1100;p47"/>
              <p:cNvSpPr/>
              <p:nvPr/>
            </p:nvSpPr>
            <p:spPr>
              <a:xfrm>
                <a:off x="3874703" y="1762212"/>
                <a:ext cx="626565" cy="519533"/>
              </a:xfrm>
              <a:custGeom>
                <a:rect b="b" l="l" r="r" t="t"/>
                <a:pathLst>
                  <a:path extrusionOk="0" h="197" w="238">
                    <a:moveTo>
                      <a:pt x="209" y="197"/>
                    </a:moveTo>
                    <a:cubicBezTo>
                      <a:pt x="29" y="197"/>
                      <a:pt x="29" y="197"/>
                      <a:pt x="29" y="197"/>
                    </a:cubicBezTo>
                    <a:cubicBezTo>
                      <a:pt x="13" y="197"/>
                      <a:pt x="0" y="184"/>
                      <a:pt x="0" y="168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13"/>
                      <a:pt x="13" y="0"/>
                      <a:pt x="29" y="0"/>
                    </a:cubicBezTo>
                    <a:cubicBezTo>
                      <a:pt x="209" y="0"/>
                      <a:pt x="209" y="0"/>
                      <a:pt x="209" y="0"/>
                    </a:cubicBezTo>
                    <a:cubicBezTo>
                      <a:pt x="225" y="0"/>
                      <a:pt x="238" y="13"/>
                      <a:pt x="238" y="29"/>
                    </a:cubicBezTo>
                    <a:cubicBezTo>
                      <a:pt x="238" y="168"/>
                      <a:pt x="238" y="168"/>
                      <a:pt x="238" y="168"/>
                    </a:cubicBezTo>
                    <a:cubicBezTo>
                      <a:pt x="238" y="184"/>
                      <a:pt x="225" y="197"/>
                      <a:pt x="209" y="19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1" name="Google Shape;1101;p47"/>
              <p:cNvSpPr/>
              <p:nvPr/>
            </p:nvSpPr>
            <p:spPr>
              <a:xfrm>
                <a:off x="4050855" y="1875930"/>
                <a:ext cx="55744" cy="115947"/>
              </a:xfrm>
              <a:custGeom>
                <a:rect b="b" l="l" r="r" t="t"/>
                <a:pathLst>
                  <a:path extrusionOk="0" h="44" w="21">
                    <a:moveTo>
                      <a:pt x="13" y="44"/>
                    </a:moveTo>
                    <a:cubicBezTo>
                      <a:pt x="8" y="44"/>
                      <a:pt x="8" y="44"/>
                      <a:pt x="8" y="44"/>
                    </a:cubicBezTo>
                    <a:cubicBezTo>
                      <a:pt x="4" y="44"/>
                      <a:pt x="0" y="40"/>
                      <a:pt x="0" y="36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7" y="0"/>
                      <a:pt x="21" y="4"/>
                      <a:pt x="21" y="9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1" y="40"/>
                      <a:pt x="17" y="44"/>
                      <a:pt x="13" y="4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2" name="Google Shape;1102;p47"/>
              <p:cNvSpPr/>
              <p:nvPr/>
            </p:nvSpPr>
            <p:spPr>
              <a:xfrm>
                <a:off x="4267142" y="1875930"/>
                <a:ext cx="55744" cy="115947"/>
              </a:xfrm>
              <a:custGeom>
                <a:rect b="b" l="l" r="r" t="t"/>
                <a:pathLst>
                  <a:path extrusionOk="0" h="44" w="21">
                    <a:moveTo>
                      <a:pt x="13" y="44"/>
                    </a:moveTo>
                    <a:cubicBezTo>
                      <a:pt x="9" y="44"/>
                      <a:pt x="9" y="44"/>
                      <a:pt x="9" y="44"/>
                    </a:cubicBezTo>
                    <a:cubicBezTo>
                      <a:pt x="4" y="44"/>
                      <a:pt x="0" y="40"/>
                      <a:pt x="0" y="36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4" y="0"/>
                      <a:pt x="9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21" y="4"/>
                      <a:pt x="21" y="9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1" y="40"/>
                      <a:pt x="18" y="44"/>
                      <a:pt x="13" y="4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3" name="Google Shape;1103;p47"/>
              <p:cNvSpPr/>
              <p:nvPr/>
            </p:nvSpPr>
            <p:spPr>
              <a:xfrm>
                <a:off x="3971697" y="2078838"/>
                <a:ext cx="430345" cy="133785"/>
              </a:xfrm>
              <a:custGeom>
                <a:rect b="b" l="l" r="r" t="t"/>
                <a:pathLst>
                  <a:path extrusionOk="0" h="51" w="163">
                    <a:moveTo>
                      <a:pt x="163" y="0"/>
                    </a:moveTo>
                    <a:cubicBezTo>
                      <a:pt x="148" y="30"/>
                      <a:pt x="117" y="51"/>
                      <a:pt x="82" y="51"/>
                    </a:cubicBezTo>
                    <a:cubicBezTo>
                      <a:pt x="46" y="51"/>
                      <a:pt x="15" y="30"/>
                      <a:pt x="0" y="1"/>
                    </a:cubicBezTo>
                    <a:lnTo>
                      <a:pt x="16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4" name="Google Shape;1104;p47"/>
              <p:cNvSpPr/>
              <p:nvPr/>
            </p:nvSpPr>
            <p:spPr>
              <a:xfrm>
                <a:off x="3452162" y="1845827"/>
                <a:ext cx="448183" cy="683421"/>
              </a:xfrm>
              <a:custGeom>
                <a:rect b="b" l="l" r="r" t="t"/>
                <a:pathLst>
                  <a:path extrusionOk="0" h="259" w="170">
                    <a:moveTo>
                      <a:pt x="163" y="259"/>
                    </a:moveTo>
                    <a:cubicBezTo>
                      <a:pt x="108" y="259"/>
                      <a:pt x="56" y="224"/>
                      <a:pt x="29" y="170"/>
                    </a:cubicBezTo>
                    <a:cubicBezTo>
                      <a:pt x="0" y="112"/>
                      <a:pt x="8" y="49"/>
                      <a:pt x="48" y="0"/>
                    </a:cubicBezTo>
                    <a:cubicBezTo>
                      <a:pt x="67" y="16"/>
                      <a:pt x="67" y="16"/>
                      <a:pt x="67" y="16"/>
                    </a:cubicBezTo>
                    <a:cubicBezTo>
                      <a:pt x="33" y="57"/>
                      <a:pt x="27" y="110"/>
                      <a:pt x="51" y="159"/>
                    </a:cubicBezTo>
                    <a:cubicBezTo>
                      <a:pt x="75" y="207"/>
                      <a:pt x="121" y="236"/>
                      <a:pt x="169" y="234"/>
                    </a:cubicBezTo>
                    <a:cubicBezTo>
                      <a:pt x="170" y="258"/>
                      <a:pt x="170" y="258"/>
                      <a:pt x="170" y="258"/>
                    </a:cubicBezTo>
                    <a:cubicBezTo>
                      <a:pt x="168" y="258"/>
                      <a:pt x="165" y="259"/>
                      <a:pt x="163" y="25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5" name="Google Shape;1105;p47"/>
              <p:cNvSpPr/>
              <p:nvPr/>
            </p:nvSpPr>
            <p:spPr>
              <a:xfrm>
                <a:off x="3563650" y="1679711"/>
                <a:ext cx="220747" cy="214057"/>
              </a:xfrm>
              <a:custGeom>
                <a:rect b="b" l="l" r="r" t="t"/>
                <a:pathLst>
                  <a:path extrusionOk="0" h="81" w="84">
                    <a:moveTo>
                      <a:pt x="23" y="69"/>
                    </a:moveTo>
                    <a:cubicBezTo>
                      <a:pt x="4" y="57"/>
                      <a:pt x="0" y="33"/>
                      <a:pt x="12" y="14"/>
                    </a:cubicBezTo>
                    <a:cubicBezTo>
                      <a:pt x="16" y="8"/>
                      <a:pt x="23" y="2"/>
                      <a:pt x="30" y="0"/>
                    </a:cubicBezTo>
                    <a:cubicBezTo>
                      <a:pt x="39" y="21"/>
                      <a:pt x="39" y="21"/>
                      <a:pt x="39" y="21"/>
                    </a:cubicBezTo>
                    <a:cubicBezTo>
                      <a:pt x="35" y="22"/>
                      <a:pt x="33" y="24"/>
                      <a:pt x="31" y="27"/>
                    </a:cubicBezTo>
                    <a:cubicBezTo>
                      <a:pt x="26" y="35"/>
                      <a:pt x="28" y="45"/>
                      <a:pt x="35" y="50"/>
                    </a:cubicBezTo>
                    <a:cubicBezTo>
                      <a:pt x="43" y="55"/>
                      <a:pt x="53" y="53"/>
                      <a:pt x="58" y="45"/>
                    </a:cubicBezTo>
                    <a:cubicBezTo>
                      <a:pt x="60" y="42"/>
                      <a:pt x="61" y="39"/>
                      <a:pt x="61" y="35"/>
                    </a:cubicBezTo>
                    <a:cubicBezTo>
                      <a:pt x="84" y="34"/>
                      <a:pt x="84" y="34"/>
                      <a:pt x="84" y="34"/>
                    </a:cubicBezTo>
                    <a:cubicBezTo>
                      <a:pt x="84" y="43"/>
                      <a:pt x="82" y="51"/>
                      <a:pt x="77" y="58"/>
                    </a:cubicBezTo>
                    <a:cubicBezTo>
                      <a:pt x="65" y="76"/>
                      <a:pt x="41" y="81"/>
                      <a:pt x="23" y="6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6" name="Google Shape;1106;p47"/>
              <p:cNvSpPr/>
              <p:nvPr/>
            </p:nvSpPr>
            <p:spPr>
              <a:xfrm>
                <a:off x="3565880" y="1827989"/>
                <a:ext cx="79157" cy="76927"/>
              </a:xfrm>
              <a:custGeom>
                <a:rect b="b" l="l" r="r" t="t"/>
                <a:pathLst>
                  <a:path extrusionOk="0" h="29" w="30">
                    <a:moveTo>
                      <a:pt x="19" y="28"/>
                    </a:moveTo>
                    <a:cubicBezTo>
                      <a:pt x="2" y="13"/>
                      <a:pt x="2" y="13"/>
                      <a:pt x="2" y="13"/>
                    </a:cubicBezTo>
                    <a:cubicBezTo>
                      <a:pt x="0" y="12"/>
                      <a:pt x="0" y="9"/>
                      <a:pt x="1" y="7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7" y="1"/>
                      <a:pt x="9" y="0"/>
                      <a:pt x="11" y="2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30" y="18"/>
                      <a:pt x="30" y="20"/>
                      <a:pt x="29" y="22"/>
                    </a:cubicBezTo>
                    <a:cubicBezTo>
                      <a:pt x="25" y="27"/>
                      <a:pt x="25" y="27"/>
                      <a:pt x="25" y="27"/>
                    </a:cubicBezTo>
                    <a:cubicBezTo>
                      <a:pt x="23" y="29"/>
                      <a:pt x="21" y="29"/>
                      <a:pt x="19" y="2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7" name="Google Shape;1107;p47"/>
              <p:cNvSpPr/>
              <p:nvPr/>
            </p:nvSpPr>
            <p:spPr>
              <a:xfrm>
                <a:off x="3894771" y="2428910"/>
                <a:ext cx="76927" cy="129326"/>
              </a:xfrm>
              <a:custGeom>
                <a:rect b="b" l="l" r="r" t="t"/>
                <a:pathLst>
                  <a:path extrusionOk="0" h="49" w="29">
                    <a:moveTo>
                      <a:pt x="29" y="49"/>
                    </a:moveTo>
                    <a:cubicBezTo>
                      <a:pt x="7" y="49"/>
                      <a:pt x="7" y="49"/>
                      <a:pt x="7" y="49"/>
                    </a:cubicBezTo>
                    <a:cubicBezTo>
                      <a:pt x="3" y="49"/>
                      <a:pt x="0" y="46"/>
                      <a:pt x="0" y="41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4"/>
                      <a:pt x="3" y="0"/>
                      <a:pt x="7" y="0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29" y="4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8" name="Google Shape;1108;p47"/>
              <p:cNvSpPr/>
              <p:nvPr/>
            </p:nvSpPr>
            <p:spPr>
              <a:xfrm>
                <a:off x="4456672" y="2453437"/>
                <a:ext cx="195105" cy="121522"/>
              </a:xfrm>
              <a:custGeom>
                <a:rect b="b" l="l" r="r" t="t"/>
                <a:pathLst>
                  <a:path extrusionOk="0" h="46" w="74">
                    <a:moveTo>
                      <a:pt x="0" y="6"/>
                    </a:moveTo>
                    <a:cubicBezTo>
                      <a:pt x="6" y="30"/>
                      <a:pt x="6" y="30"/>
                      <a:pt x="6" y="30"/>
                    </a:cubicBezTo>
                    <a:cubicBezTo>
                      <a:pt x="27" y="25"/>
                      <a:pt x="50" y="31"/>
                      <a:pt x="65" y="46"/>
                    </a:cubicBezTo>
                    <a:cubicBezTo>
                      <a:pt x="69" y="38"/>
                      <a:pt x="72" y="30"/>
                      <a:pt x="74" y="21"/>
                    </a:cubicBezTo>
                    <a:cubicBezTo>
                      <a:pt x="53" y="6"/>
                      <a:pt x="25" y="0"/>
                      <a:pt x="0" y="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9" name="Google Shape;1109;p47"/>
              <p:cNvSpPr/>
              <p:nvPr/>
            </p:nvSpPr>
            <p:spPr>
              <a:xfrm>
                <a:off x="4404272" y="2428910"/>
                <a:ext cx="73582" cy="129326"/>
              </a:xfrm>
              <a:custGeom>
                <a:rect b="b" l="l" r="r" t="t"/>
                <a:pathLst>
                  <a:path extrusionOk="0" h="49" w="28">
                    <a:moveTo>
                      <a:pt x="0" y="49"/>
                    </a:moveTo>
                    <a:cubicBezTo>
                      <a:pt x="21" y="49"/>
                      <a:pt x="21" y="49"/>
                      <a:pt x="21" y="49"/>
                    </a:cubicBezTo>
                    <a:cubicBezTo>
                      <a:pt x="25" y="49"/>
                      <a:pt x="28" y="46"/>
                      <a:pt x="28" y="41"/>
                    </a:cubicBezTo>
                    <a:cubicBezTo>
                      <a:pt x="28" y="8"/>
                      <a:pt x="28" y="8"/>
                      <a:pt x="28" y="8"/>
                    </a:cubicBezTo>
                    <a:cubicBezTo>
                      <a:pt x="28" y="4"/>
                      <a:pt x="25" y="0"/>
                      <a:pt x="21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4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0" name="Google Shape;1110;p47"/>
              <p:cNvSpPr/>
              <p:nvPr/>
            </p:nvSpPr>
            <p:spPr>
              <a:xfrm>
                <a:off x="3948285" y="2341949"/>
                <a:ext cx="477170" cy="528452"/>
              </a:xfrm>
              <a:custGeom>
                <a:rect b="b" l="l" r="r" t="t"/>
                <a:pathLst>
                  <a:path extrusionOk="0" h="200" w="181">
                    <a:moveTo>
                      <a:pt x="164" y="0"/>
                    </a:moveTo>
                    <a:cubicBezTo>
                      <a:pt x="17" y="0"/>
                      <a:pt x="17" y="0"/>
                      <a:pt x="17" y="0"/>
                    </a:cubicBezTo>
                    <a:cubicBezTo>
                      <a:pt x="8" y="0"/>
                      <a:pt x="0" y="8"/>
                      <a:pt x="0" y="17"/>
                    </a:cubicBezTo>
                    <a:cubicBezTo>
                      <a:pt x="0" y="176"/>
                      <a:pt x="0" y="176"/>
                      <a:pt x="0" y="176"/>
                    </a:cubicBezTo>
                    <a:cubicBezTo>
                      <a:pt x="27" y="192"/>
                      <a:pt x="58" y="200"/>
                      <a:pt x="91" y="200"/>
                    </a:cubicBezTo>
                    <a:cubicBezTo>
                      <a:pt x="124" y="200"/>
                      <a:pt x="155" y="192"/>
                      <a:pt x="181" y="176"/>
                    </a:cubicBezTo>
                    <a:cubicBezTo>
                      <a:pt x="181" y="17"/>
                      <a:pt x="181" y="17"/>
                      <a:pt x="181" y="17"/>
                    </a:cubicBezTo>
                    <a:cubicBezTo>
                      <a:pt x="181" y="8"/>
                      <a:pt x="174" y="0"/>
                      <a:pt x="16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1" name="Google Shape;1111;p47"/>
              <p:cNvSpPr/>
              <p:nvPr/>
            </p:nvSpPr>
            <p:spPr>
              <a:xfrm>
                <a:off x="4029671" y="2421105"/>
                <a:ext cx="313282" cy="449297"/>
              </a:xfrm>
              <a:custGeom>
                <a:rect b="b" l="l" r="r" t="t"/>
                <a:pathLst>
                  <a:path extrusionOk="0" h="170" w="119">
                    <a:moveTo>
                      <a:pt x="104" y="0"/>
                    </a:moveTo>
                    <a:cubicBezTo>
                      <a:pt x="15" y="0"/>
                      <a:pt x="15" y="0"/>
                      <a:pt x="15" y="0"/>
                    </a:cubicBezTo>
                    <a:cubicBezTo>
                      <a:pt x="7" y="0"/>
                      <a:pt x="0" y="6"/>
                      <a:pt x="0" y="14"/>
                    </a:cubicBezTo>
                    <a:cubicBezTo>
                      <a:pt x="0" y="160"/>
                      <a:pt x="0" y="160"/>
                      <a:pt x="0" y="160"/>
                    </a:cubicBezTo>
                    <a:cubicBezTo>
                      <a:pt x="19" y="167"/>
                      <a:pt x="39" y="170"/>
                      <a:pt x="60" y="170"/>
                    </a:cubicBezTo>
                    <a:cubicBezTo>
                      <a:pt x="81" y="170"/>
                      <a:pt x="101" y="167"/>
                      <a:pt x="119" y="160"/>
                    </a:cubicBezTo>
                    <a:cubicBezTo>
                      <a:pt x="119" y="14"/>
                      <a:pt x="119" y="14"/>
                      <a:pt x="119" y="14"/>
                    </a:cubicBezTo>
                    <a:cubicBezTo>
                      <a:pt x="119" y="6"/>
                      <a:pt x="113" y="0"/>
                      <a:pt x="10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2" name="Google Shape;1112;p47"/>
              <p:cNvSpPr/>
              <p:nvPr/>
            </p:nvSpPr>
            <p:spPr>
              <a:xfrm>
                <a:off x="4245959" y="2471275"/>
                <a:ext cx="36900" cy="206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3" name="Google Shape;1113;p47"/>
              <p:cNvSpPr/>
              <p:nvPr/>
            </p:nvSpPr>
            <p:spPr>
              <a:xfrm>
                <a:off x="4161228" y="2469045"/>
                <a:ext cx="42300" cy="39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4" name="Google Shape;1114;p47"/>
              <p:cNvSpPr/>
              <p:nvPr/>
            </p:nvSpPr>
            <p:spPr>
              <a:xfrm>
                <a:off x="4161228" y="2534823"/>
                <a:ext cx="42300" cy="142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5" name="Google Shape;1115;p47"/>
              <p:cNvSpPr/>
              <p:nvPr/>
            </p:nvSpPr>
            <p:spPr>
              <a:xfrm>
                <a:off x="4089875" y="2471275"/>
                <a:ext cx="32100" cy="124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6" name="Google Shape;1116;p47"/>
              <p:cNvSpPr/>
              <p:nvPr/>
            </p:nvSpPr>
            <p:spPr>
              <a:xfrm>
                <a:off x="4089875" y="2621783"/>
                <a:ext cx="32100" cy="55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7" name="Google Shape;1117;p47"/>
              <p:cNvSpPr/>
              <p:nvPr/>
            </p:nvSpPr>
            <p:spPr>
              <a:xfrm>
                <a:off x="4089875" y="2706514"/>
                <a:ext cx="192900" cy="39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8" name="Google Shape;1118;p47"/>
              <p:cNvSpPr/>
              <p:nvPr/>
            </p:nvSpPr>
            <p:spPr>
              <a:xfrm>
                <a:off x="4093220" y="2777866"/>
                <a:ext cx="189600" cy="42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119" name="Google Shape;1119;p47"/>
              <p:cNvGrpSpPr/>
              <p:nvPr/>
            </p:nvGrpSpPr>
            <p:grpSpPr>
              <a:xfrm>
                <a:off x="2184809" y="519121"/>
                <a:ext cx="1584250" cy="1076973"/>
                <a:chOff x="1227909" y="519121"/>
                <a:chExt cx="1584250" cy="1076973"/>
              </a:xfrm>
            </p:grpSpPr>
            <p:sp>
              <p:nvSpPr>
                <p:cNvPr id="1120" name="Google Shape;1120;p47"/>
                <p:cNvSpPr/>
                <p:nvPr/>
              </p:nvSpPr>
              <p:spPr>
                <a:xfrm>
                  <a:off x="1227909" y="519121"/>
                  <a:ext cx="1584250" cy="1076973"/>
                </a:xfrm>
                <a:custGeom>
                  <a:rect b="b" l="l" r="r" t="t"/>
                  <a:pathLst>
                    <a:path extrusionOk="0" h="408" w="601">
                      <a:moveTo>
                        <a:pt x="547" y="0"/>
                      </a:moveTo>
                      <a:cubicBezTo>
                        <a:pt x="55" y="0"/>
                        <a:pt x="55" y="0"/>
                        <a:pt x="55" y="0"/>
                      </a:cubicBezTo>
                      <a:cubicBezTo>
                        <a:pt x="24" y="0"/>
                        <a:pt x="0" y="25"/>
                        <a:pt x="0" y="55"/>
                      </a:cubicBezTo>
                      <a:cubicBezTo>
                        <a:pt x="0" y="285"/>
                        <a:pt x="0" y="285"/>
                        <a:pt x="0" y="285"/>
                      </a:cubicBezTo>
                      <a:cubicBezTo>
                        <a:pt x="0" y="315"/>
                        <a:pt x="24" y="339"/>
                        <a:pt x="55" y="339"/>
                      </a:cubicBezTo>
                      <a:cubicBezTo>
                        <a:pt x="508" y="339"/>
                        <a:pt x="508" y="339"/>
                        <a:pt x="508" y="339"/>
                      </a:cubicBezTo>
                      <a:cubicBezTo>
                        <a:pt x="564" y="394"/>
                        <a:pt x="564" y="394"/>
                        <a:pt x="564" y="394"/>
                      </a:cubicBezTo>
                      <a:cubicBezTo>
                        <a:pt x="577" y="408"/>
                        <a:pt x="601" y="399"/>
                        <a:pt x="601" y="379"/>
                      </a:cubicBezTo>
                      <a:cubicBezTo>
                        <a:pt x="601" y="285"/>
                        <a:pt x="601" y="285"/>
                        <a:pt x="601" y="285"/>
                      </a:cubicBezTo>
                      <a:cubicBezTo>
                        <a:pt x="601" y="189"/>
                        <a:pt x="601" y="189"/>
                        <a:pt x="601" y="189"/>
                      </a:cubicBezTo>
                      <a:cubicBezTo>
                        <a:pt x="601" y="55"/>
                        <a:pt x="601" y="55"/>
                        <a:pt x="601" y="55"/>
                      </a:cubicBezTo>
                      <a:cubicBezTo>
                        <a:pt x="601" y="25"/>
                        <a:pt x="577" y="0"/>
                        <a:pt x="54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21" name="Google Shape;1121;p47"/>
                <p:cNvGrpSpPr/>
                <p:nvPr/>
              </p:nvGrpSpPr>
              <p:grpSpPr>
                <a:xfrm>
                  <a:off x="1411722" y="835588"/>
                  <a:ext cx="1216601" cy="297517"/>
                  <a:chOff x="4942131" y="1560511"/>
                  <a:chExt cx="867947" cy="212270"/>
                </a:xfrm>
              </p:grpSpPr>
              <p:sp>
                <p:nvSpPr>
                  <p:cNvPr id="1122" name="Google Shape;1122;p47"/>
                  <p:cNvSpPr/>
                  <p:nvPr/>
                </p:nvSpPr>
                <p:spPr>
                  <a:xfrm>
                    <a:off x="4942131" y="1560511"/>
                    <a:ext cx="867947" cy="23586"/>
                  </a:xfrm>
                  <a:custGeom>
                    <a:rect b="b" l="l" r="r" t="t"/>
                    <a:pathLst>
                      <a:path extrusionOk="0" h="8" w="277">
                        <a:moveTo>
                          <a:pt x="274" y="8"/>
                        </a:moveTo>
                        <a:cubicBezTo>
                          <a:pt x="3" y="8"/>
                          <a:pt x="3" y="8"/>
                          <a:pt x="3" y="8"/>
                        </a:cubicBezTo>
                        <a:cubicBezTo>
                          <a:pt x="2" y="8"/>
                          <a:pt x="0" y="7"/>
                          <a:pt x="0" y="4"/>
                        </a:cubicBezTo>
                        <a:cubicBezTo>
                          <a:pt x="0" y="2"/>
                          <a:pt x="2" y="0"/>
                          <a:pt x="3" y="0"/>
                        </a:cubicBezTo>
                        <a:cubicBezTo>
                          <a:pt x="274" y="0"/>
                          <a:pt x="274" y="0"/>
                          <a:pt x="274" y="0"/>
                        </a:cubicBezTo>
                        <a:cubicBezTo>
                          <a:pt x="275" y="0"/>
                          <a:pt x="277" y="2"/>
                          <a:pt x="277" y="4"/>
                        </a:cubicBezTo>
                        <a:cubicBezTo>
                          <a:pt x="277" y="7"/>
                          <a:pt x="275" y="8"/>
                          <a:pt x="274" y="8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3" name="Google Shape;1123;p47"/>
                  <p:cNvSpPr/>
                  <p:nvPr/>
                </p:nvSpPr>
                <p:spPr>
                  <a:xfrm>
                    <a:off x="4942131" y="1652494"/>
                    <a:ext cx="867947" cy="25944"/>
                  </a:xfrm>
                  <a:custGeom>
                    <a:rect b="b" l="l" r="r" t="t"/>
                    <a:pathLst>
                      <a:path extrusionOk="0" h="8" w="277">
                        <a:moveTo>
                          <a:pt x="274" y="8"/>
                        </a:moveTo>
                        <a:cubicBezTo>
                          <a:pt x="3" y="8"/>
                          <a:pt x="3" y="8"/>
                          <a:pt x="3" y="8"/>
                        </a:cubicBezTo>
                        <a:cubicBezTo>
                          <a:pt x="2" y="8"/>
                          <a:pt x="0" y="7"/>
                          <a:pt x="0" y="4"/>
                        </a:cubicBezTo>
                        <a:cubicBezTo>
                          <a:pt x="0" y="2"/>
                          <a:pt x="2" y="0"/>
                          <a:pt x="3" y="0"/>
                        </a:cubicBezTo>
                        <a:cubicBezTo>
                          <a:pt x="274" y="0"/>
                          <a:pt x="274" y="0"/>
                          <a:pt x="274" y="0"/>
                        </a:cubicBezTo>
                        <a:cubicBezTo>
                          <a:pt x="275" y="0"/>
                          <a:pt x="277" y="2"/>
                          <a:pt x="277" y="4"/>
                        </a:cubicBezTo>
                        <a:cubicBezTo>
                          <a:pt x="277" y="7"/>
                          <a:pt x="275" y="8"/>
                          <a:pt x="274" y="8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4" name="Google Shape;1124;p47"/>
                  <p:cNvSpPr/>
                  <p:nvPr/>
                </p:nvSpPr>
                <p:spPr>
                  <a:xfrm>
                    <a:off x="4942131" y="1746837"/>
                    <a:ext cx="867947" cy="25944"/>
                  </a:xfrm>
                  <a:custGeom>
                    <a:rect b="b" l="l" r="r" t="t"/>
                    <a:pathLst>
                      <a:path extrusionOk="0" h="8" w="277">
                        <a:moveTo>
                          <a:pt x="274" y="8"/>
                        </a:moveTo>
                        <a:cubicBezTo>
                          <a:pt x="3" y="8"/>
                          <a:pt x="3" y="8"/>
                          <a:pt x="3" y="8"/>
                        </a:cubicBezTo>
                        <a:cubicBezTo>
                          <a:pt x="2" y="8"/>
                          <a:pt x="0" y="6"/>
                          <a:pt x="0" y="4"/>
                        </a:cubicBezTo>
                        <a:cubicBezTo>
                          <a:pt x="0" y="2"/>
                          <a:pt x="2" y="0"/>
                          <a:pt x="3" y="0"/>
                        </a:cubicBezTo>
                        <a:cubicBezTo>
                          <a:pt x="274" y="0"/>
                          <a:pt x="274" y="0"/>
                          <a:pt x="274" y="0"/>
                        </a:cubicBezTo>
                        <a:cubicBezTo>
                          <a:pt x="275" y="0"/>
                          <a:pt x="277" y="2"/>
                          <a:pt x="277" y="4"/>
                        </a:cubicBezTo>
                        <a:cubicBezTo>
                          <a:pt x="277" y="6"/>
                          <a:pt x="275" y="8"/>
                          <a:pt x="274" y="8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1125" name="Google Shape;1125;p47"/>
            <p:cNvGrpSpPr/>
            <p:nvPr/>
          </p:nvGrpSpPr>
          <p:grpSpPr>
            <a:xfrm>
              <a:off x="6135732" y="3653947"/>
              <a:ext cx="372601" cy="373357"/>
              <a:chOff x="5471892" y="3290059"/>
              <a:chExt cx="174300" cy="174654"/>
            </a:xfrm>
          </p:grpSpPr>
          <p:sp>
            <p:nvSpPr>
              <p:cNvPr id="1126" name="Google Shape;1126;p47"/>
              <p:cNvSpPr/>
              <p:nvPr/>
            </p:nvSpPr>
            <p:spPr>
              <a:xfrm>
                <a:off x="5471892" y="3290059"/>
                <a:ext cx="174300" cy="17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7" name="Google Shape;1127;p47"/>
              <p:cNvSpPr/>
              <p:nvPr/>
            </p:nvSpPr>
            <p:spPr>
              <a:xfrm>
                <a:off x="5529353" y="3333831"/>
                <a:ext cx="58800" cy="57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8" name="Google Shape;1128;p47"/>
              <p:cNvSpPr/>
              <p:nvPr/>
            </p:nvSpPr>
            <p:spPr>
              <a:xfrm>
                <a:off x="5522965" y="3396863"/>
                <a:ext cx="71826" cy="67850"/>
              </a:xfrm>
              <a:custGeom>
                <a:rect b="b" l="l" r="r" t="t"/>
                <a:pathLst>
                  <a:path extrusionOk="0" h="25" w="21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4"/>
                      <a:pt x="7" y="25"/>
                      <a:pt x="11" y="25"/>
                    </a:cubicBezTo>
                    <a:cubicBezTo>
                      <a:pt x="15" y="25"/>
                      <a:pt x="18" y="24"/>
                      <a:pt x="21" y="22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5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29" name="Google Shape;1129;p47"/>
          <p:cNvSpPr txBox="1"/>
          <p:nvPr>
            <p:ph idx="5" type="subTitle"/>
          </p:nvPr>
        </p:nvSpPr>
        <p:spPr>
          <a:xfrm>
            <a:off x="1415886" y="2546238"/>
            <a:ext cx="4379400" cy="4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400">
                <a:latin typeface="Lato"/>
                <a:ea typeface="Lato"/>
                <a:cs typeface="Lato"/>
                <a:sym typeface="Lato"/>
              </a:rPr>
              <a:t>Quelqu'un a-t-il des questions ?</a:t>
            </a:r>
            <a:endParaRPr sz="14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0" name="Google Shape;1130;p47"/>
          <p:cNvSpPr txBox="1"/>
          <p:nvPr>
            <p:ph idx="4294967295" type="ctrTitle"/>
          </p:nvPr>
        </p:nvSpPr>
        <p:spPr>
          <a:xfrm>
            <a:off x="1559204" y="1630913"/>
            <a:ext cx="22944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Merci</a:t>
            </a:r>
            <a:endParaRPr/>
          </a:p>
        </p:txBody>
      </p:sp>
      <p:sp>
        <p:nvSpPr>
          <p:cNvPr id="1131" name="Google Shape;1131;p47"/>
          <p:cNvSpPr/>
          <p:nvPr/>
        </p:nvSpPr>
        <p:spPr>
          <a:xfrm>
            <a:off x="1874790" y="3035297"/>
            <a:ext cx="477300" cy="477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2" name="Google Shape;1132;p47"/>
          <p:cNvSpPr/>
          <p:nvPr/>
        </p:nvSpPr>
        <p:spPr>
          <a:xfrm>
            <a:off x="2453427" y="3035297"/>
            <a:ext cx="477300" cy="477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3" name="Google Shape;1133;p47"/>
          <p:cNvSpPr/>
          <p:nvPr/>
        </p:nvSpPr>
        <p:spPr>
          <a:xfrm>
            <a:off x="3032065" y="3035297"/>
            <a:ext cx="477300" cy="477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134" name="Google Shape;1134;p47"/>
          <p:cNvGrpSpPr/>
          <p:nvPr/>
        </p:nvGrpSpPr>
        <p:grpSpPr>
          <a:xfrm>
            <a:off x="1972644" y="3133143"/>
            <a:ext cx="281679" cy="281624"/>
            <a:chOff x="266768" y="1721375"/>
            <a:chExt cx="397907" cy="397887"/>
          </a:xfrm>
        </p:grpSpPr>
        <p:sp>
          <p:nvSpPr>
            <p:cNvPr id="1135" name="Google Shape;1135;p47"/>
            <p:cNvSpPr/>
            <p:nvPr/>
          </p:nvSpPr>
          <p:spPr>
            <a:xfrm>
              <a:off x="454843" y="1791037"/>
              <a:ext cx="136218" cy="328222"/>
            </a:xfrm>
            <a:custGeom>
              <a:rect b="b" l="l" r="r" t="t"/>
              <a:pathLst>
                <a:path extrusionOk="0" h="15727" w="6527">
                  <a:moveTo>
                    <a:pt x="4957" y="1"/>
                  </a:moveTo>
                  <a:cubicBezTo>
                    <a:pt x="4645" y="1"/>
                    <a:pt x="4336" y="24"/>
                    <a:pt x="4028" y="69"/>
                  </a:cubicBezTo>
                  <a:cubicBezTo>
                    <a:pt x="2588" y="280"/>
                    <a:pt x="1700" y="890"/>
                    <a:pt x="1675" y="2250"/>
                  </a:cubicBezTo>
                  <a:lnTo>
                    <a:pt x="1675" y="5040"/>
                  </a:lnTo>
                  <a:cubicBezTo>
                    <a:pt x="1675" y="5348"/>
                    <a:pt x="1426" y="5599"/>
                    <a:pt x="1118" y="5599"/>
                  </a:cubicBezTo>
                  <a:lnTo>
                    <a:pt x="0" y="5599"/>
                  </a:lnTo>
                  <a:lnTo>
                    <a:pt x="0" y="6715"/>
                  </a:lnTo>
                  <a:lnTo>
                    <a:pt x="1118" y="6715"/>
                  </a:lnTo>
                  <a:cubicBezTo>
                    <a:pt x="1426" y="6715"/>
                    <a:pt x="1675" y="6965"/>
                    <a:pt x="1675" y="7274"/>
                  </a:cubicBezTo>
                  <a:lnTo>
                    <a:pt x="1675" y="15727"/>
                  </a:lnTo>
                  <a:lnTo>
                    <a:pt x="3352" y="15727"/>
                  </a:lnTo>
                  <a:lnTo>
                    <a:pt x="3352" y="7274"/>
                  </a:lnTo>
                  <a:cubicBezTo>
                    <a:pt x="3352" y="6965"/>
                    <a:pt x="3602" y="6715"/>
                    <a:pt x="3910" y="6715"/>
                  </a:cubicBezTo>
                  <a:lnTo>
                    <a:pt x="5709" y="6715"/>
                  </a:lnTo>
                  <a:lnTo>
                    <a:pt x="5987" y="5599"/>
                  </a:lnTo>
                  <a:lnTo>
                    <a:pt x="3910" y="5599"/>
                  </a:lnTo>
                  <a:cubicBezTo>
                    <a:pt x="3602" y="5599"/>
                    <a:pt x="3352" y="5348"/>
                    <a:pt x="3352" y="5040"/>
                  </a:cubicBezTo>
                  <a:lnTo>
                    <a:pt x="3352" y="3253"/>
                  </a:lnTo>
                  <a:cubicBezTo>
                    <a:pt x="3352" y="2316"/>
                    <a:pt x="3942" y="1677"/>
                    <a:pt x="4968" y="1504"/>
                  </a:cubicBezTo>
                  <a:cubicBezTo>
                    <a:pt x="5157" y="1473"/>
                    <a:pt x="5339" y="1460"/>
                    <a:pt x="5511" y="1460"/>
                  </a:cubicBezTo>
                  <a:cubicBezTo>
                    <a:pt x="5810" y="1460"/>
                    <a:pt x="6082" y="1498"/>
                    <a:pt x="6324" y="1546"/>
                  </a:cubicBezTo>
                  <a:lnTo>
                    <a:pt x="6526" y="182"/>
                  </a:lnTo>
                  <a:cubicBezTo>
                    <a:pt x="5988" y="62"/>
                    <a:pt x="5468" y="1"/>
                    <a:pt x="49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47"/>
            <p:cNvSpPr/>
            <p:nvPr/>
          </p:nvSpPr>
          <p:spPr>
            <a:xfrm>
              <a:off x="266768" y="1721375"/>
              <a:ext cx="397907" cy="397887"/>
            </a:xfrm>
            <a:custGeom>
              <a:rect b="b" l="l" r="r" t="t"/>
              <a:pathLst>
                <a:path extrusionOk="0" h="19065" w="19066">
                  <a:moveTo>
                    <a:pt x="2794" y="0"/>
                  </a:moveTo>
                  <a:cubicBezTo>
                    <a:pt x="1255" y="0"/>
                    <a:pt x="1" y="1253"/>
                    <a:pt x="1" y="2793"/>
                  </a:cubicBezTo>
                  <a:lnTo>
                    <a:pt x="1" y="16271"/>
                  </a:lnTo>
                  <a:cubicBezTo>
                    <a:pt x="1" y="17812"/>
                    <a:pt x="1255" y="19065"/>
                    <a:pt x="2794" y="19065"/>
                  </a:cubicBezTo>
                  <a:lnTo>
                    <a:pt x="9571" y="19065"/>
                  </a:lnTo>
                  <a:lnTo>
                    <a:pt x="9571" y="11171"/>
                  </a:lnTo>
                  <a:lnTo>
                    <a:pt x="8453" y="11171"/>
                  </a:lnTo>
                  <a:cubicBezTo>
                    <a:pt x="8145" y="11171"/>
                    <a:pt x="7896" y="10920"/>
                    <a:pt x="7896" y="10612"/>
                  </a:cubicBezTo>
                  <a:lnTo>
                    <a:pt x="7896" y="8378"/>
                  </a:lnTo>
                  <a:cubicBezTo>
                    <a:pt x="7896" y="8070"/>
                    <a:pt x="8145" y="7819"/>
                    <a:pt x="8453" y="7819"/>
                  </a:cubicBezTo>
                  <a:lnTo>
                    <a:pt x="9571" y="7819"/>
                  </a:lnTo>
                  <a:lnTo>
                    <a:pt x="9571" y="5836"/>
                  </a:lnTo>
                  <a:cubicBezTo>
                    <a:pt x="9571" y="3710"/>
                    <a:pt x="10741" y="2615"/>
                    <a:pt x="12878" y="2302"/>
                  </a:cubicBezTo>
                  <a:cubicBezTo>
                    <a:pt x="13231" y="2249"/>
                    <a:pt x="13591" y="2223"/>
                    <a:pt x="13956" y="2223"/>
                  </a:cubicBezTo>
                  <a:cubicBezTo>
                    <a:pt x="14725" y="2223"/>
                    <a:pt x="15517" y="2339"/>
                    <a:pt x="16318" y="2567"/>
                  </a:cubicBezTo>
                  <a:cubicBezTo>
                    <a:pt x="16589" y="2643"/>
                    <a:pt x="16759" y="2908"/>
                    <a:pt x="16718" y="3186"/>
                  </a:cubicBezTo>
                  <a:lnTo>
                    <a:pt x="16352" y="5650"/>
                  </a:lnTo>
                  <a:cubicBezTo>
                    <a:pt x="16329" y="5806"/>
                    <a:pt x="16240" y="5944"/>
                    <a:pt x="16111" y="6031"/>
                  </a:cubicBezTo>
                  <a:cubicBezTo>
                    <a:pt x="16006" y="6102"/>
                    <a:pt x="15912" y="6127"/>
                    <a:pt x="15818" y="6127"/>
                  </a:cubicBezTo>
                  <a:cubicBezTo>
                    <a:pt x="15717" y="6127"/>
                    <a:pt x="15614" y="6098"/>
                    <a:pt x="15494" y="6068"/>
                  </a:cubicBezTo>
                  <a:cubicBezTo>
                    <a:pt x="15202" y="5995"/>
                    <a:pt x="14879" y="5914"/>
                    <a:pt x="14527" y="5914"/>
                  </a:cubicBezTo>
                  <a:cubicBezTo>
                    <a:pt x="14409" y="5914"/>
                    <a:pt x="14289" y="5923"/>
                    <a:pt x="14165" y="5944"/>
                  </a:cubicBezTo>
                  <a:cubicBezTo>
                    <a:pt x="13534" y="6050"/>
                    <a:pt x="13481" y="6333"/>
                    <a:pt x="13481" y="6590"/>
                  </a:cubicBezTo>
                  <a:lnTo>
                    <a:pt x="13481" y="7819"/>
                  </a:lnTo>
                  <a:lnTo>
                    <a:pt x="15715" y="7819"/>
                  </a:lnTo>
                  <a:cubicBezTo>
                    <a:pt x="15887" y="7819"/>
                    <a:pt x="16048" y="7899"/>
                    <a:pt x="16154" y="8035"/>
                  </a:cubicBezTo>
                  <a:cubicBezTo>
                    <a:pt x="16260" y="8169"/>
                    <a:pt x="16297" y="8346"/>
                    <a:pt x="16256" y="8513"/>
                  </a:cubicBezTo>
                  <a:lnTo>
                    <a:pt x="15697" y="10747"/>
                  </a:lnTo>
                  <a:cubicBezTo>
                    <a:pt x="15635" y="10996"/>
                    <a:pt x="15412" y="11170"/>
                    <a:pt x="15156" y="11170"/>
                  </a:cubicBezTo>
                  <a:lnTo>
                    <a:pt x="13481" y="11170"/>
                  </a:lnTo>
                  <a:lnTo>
                    <a:pt x="13481" y="19065"/>
                  </a:lnTo>
                  <a:lnTo>
                    <a:pt x="16272" y="19065"/>
                  </a:lnTo>
                  <a:cubicBezTo>
                    <a:pt x="17813" y="19065"/>
                    <a:pt x="19066" y="17810"/>
                    <a:pt x="19066" y="16271"/>
                  </a:cubicBezTo>
                  <a:lnTo>
                    <a:pt x="19066" y="2793"/>
                  </a:lnTo>
                  <a:cubicBezTo>
                    <a:pt x="19066" y="1253"/>
                    <a:pt x="17813" y="0"/>
                    <a:pt x="162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7" name="Google Shape;1137;p47"/>
          <p:cNvGrpSpPr/>
          <p:nvPr/>
        </p:nvGrpSpPr>
        <p:grpSpPr>
          <a:xfrm>
            <a:off x="3129877" y="3132970"/>
            <a:ext cx="281664" cy="281624"/>
            <a:chOff x="1379798" y="1723250"/>
            <a:chExt cx="397887" cy="397887"/>
          </a:xfrm>
        </p:grpSpPr>
        <p:sp>
          <p:nvSpPr>
            <p:cNvPr id="1138" name="Google Shape;1138;p47"/>
            <p:cNvSpPr/>
            <p:nvPr/>
          </p:nvSpPr>
          <p:spPr>
            <a:xfrm>
              <a:off x="1462169" y="1793977"/>
              <a:ext cx="23354" cy="23312"/>
            </a:xfrm>
            <a:custGeom>
              <a:rect b="b" l="l" r="r" t="t"/>
              <a:pathLst>
                <a:path extrusionOk="0" h="1117" w="1119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47"/>
            <p:cNvSpPr/>
            <p:nvPr/>
          </p:nvSpPr>
          <p:spPr>
            <a:xfrm>
              <a:off x="1379798" y="1723250"/>
              <a:ext cx="397887" cy="397887"/>
            </a:xfrm>
            <a:custGeom>
              <a:rect b="b" l="l" r="r" t="t"/>
              <a:pathLst>
                <a:path extrusionOk="0" h="19065" w="19065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47"/>
            <p:cNvSpPr/>
            <p:nvPr/>
          </p:nvSpPr>
          <p:spPr>
            <a:xfrm>
              <a:off x="1555413" y="1886846"/>
              <a:ext cx="139912" cy="163558"/>
            </a:xfrm>
            <a:custGeom>
              <a:rect b="b" l="l" r="r" t="t"/>
              <a:pathLst>
                <a:path extrusionOk="0" h="7837" w="6704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47"/>
            <p:cNvSpPr/>
            <p:nvPr/>
          </p:nvSpPr>
          <p:spPr>
            <a:xfrm>
              <a:off x="1462169" y="1887200"/>
              <a:ext cx="23354" cy="163203"/>
            </a:xfrm>
            <a:custGeom>
              <a:rect b="b" l="l" r="r" t="t"/>
              <a:pathLst>
                <a:path extrusionOk="0" h="7820" w="1119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2" name="Google Shape;1142;p47"/>
          <p:cNvGrpSpPr/>
          <p:nvPr/>
        </p:nvGrpSpPr>
        <p:grpSpPr>
          <a:xfrm>
            <a:off x="2551263" y="3132970"/>
            <a:ext cx="281649" cy="281624"/>
            <a:chOff x="864491" y="1723250"/>
            <a:chExt cx="397866" cy="397887"/>
          </a:xfrm>
        </p:grpSpPr>
        <p:sp>
          <p:nvSpPr>
            <p:cNvPr id="1143" name="Google Shape;1143;p47"/>
            <p:cNvSpPr/>
            <p:nvPr/>
          </p:nvSpPr>
          <p:spPr>
            <a:xfrm>
              <a:off x="935197" y="1793977"/>
              <a:ext cx="256451" cy="256430"/>
            </a:xfrm>
            <a:custGeom>
              <a:rect b="b" l="l" r="r" t="t"/>
              <a:pathLst>
                <a:path extrusionOk="0" h="12287" w="12288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47"/>
            <p:cNvSpPr/>
            <p:nvPr/>
          </p:nvSpPr>
          <p:spPr>
            <a:xfrm>
              <a:off x="1005109" y="1863910"/>
              <a:ext cx="116622" cy="116559"/>
            </a:xfrm>
            <a:custGeom>
              <a:rect b="b" l="l" r="r" t="t"/>
              <a:pathLst>
                <a:path extrusionOk="0" h="5585" w="5588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47"/>
            <p:cNvSpPr/>
            <p:nvPr/>
          </p:nvSpPr>
          <p:spPr>
            <a:xfrm>
              <a:off x="864491" y="1723250"/>
              <a:ext cx="397866" cy="397887"/>
            </a:xfrm>
            <a:custGeom>
              <a:rect b="b" l="l" r="r" t="t"/>
              <a:pathLst>
                <a:path extrusionOk="0" h="19065" w="19064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bot Social Media Strategy by Slidesgo">
  <a:themeElements>
    <a:clrScheme name="Simple Light">
      <a:dk1>
        <a:srgbClr val="1A113F"/>
      </a:dk1>
      <a:lt1>
        <a:srgbClr val="FFFFFF"/>
      </a:lt1>
      <a:dk2>
        <a:srgbClr val="DDD0FB"/>
      </a:dk2>
      <a:lt2>
        <a:srgbClr val="724AC3"/>
      </a:lt2>
      <a:accent1>
        <a:srgbClr val="E7B02F"/>
      </a:accent1>
      <a:accent2>
        <a:srgbClr val="C76D0D"/>
      </a:accent2>
      <a:accent3>
        <a:srgbClr val="52348F"/>
      </a:accent3>
      <a:accent4>
        <a:srgbClr val="FFFFFF"/>
      </a:accent4>
      <a:accent5>
        <a:srgbClr val="FFFFFF"/>
      </a:accent5>
      <a:accent6>
        <a:srgbClr val="FFFFFF"/>
      </a:accent6>
      <a:hlink>
        <a:srgbClr val="1A113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